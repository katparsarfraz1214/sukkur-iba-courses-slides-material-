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8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9643" y="223265"/>
            <a:ext cx="783399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279" y="193675"/>
            <a:ext cx="9531654" cy="1093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84365" y="1744726"/>
            <a:ext cx="4965065" cy="166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8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8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6.jpg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jpg"/><Relationship Id="rId7" Type="http://schemas.openxmlformats.org/officeDocument/2006/relationships/image" Target="../media/image7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10.jpg"/><Relationship Id="rId4" Type="http://schemas.openxmlformats.org/officeDocument/2006/relationships/image" Target="../media/image9.png"/><Relationship Id="rId9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8.jpg"/><Relationship Id="rId4" Type="http://schemas.openxmlformats.org/officeDocument/2006/relationships/image" Target="../media/image14.jpg"/><Relationship Id="rId9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8.jpg"/><Relationship Id="rId10" Type="http://schemas.openxmlformats.org/officeDocument/2006/relationships/image" Target="../media/image22.jpg"/><Relationship Id="rId4" Type="http://schemas.openxmlformats.org/officeDocument/2006/relationships/image" Target="../media/image14.jpg"/><Relationship Id="rId9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11" Type="http://schemas.openxmlformats.org/officeDocument/2006/relationships/image" Target="../media/image23.jpg"/><Relationship Id="rId5" Type="http://schemas.openxmlformats.org/officeDocument/2006/relationships/image" Target="../media/image8.jpg"/><Relationship Id="rId10" Type="http://schemas.openxmlformats.org/officeDocument/2006/relationships/image" Target="../media/image22.jpg"/><Relationship Id="rId4" Type="http://schemas.openxmlformats.org/officeDocument/2006/relationships/image" Target="../media/image14.jpg"/><Relationship Id="rId9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jpg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g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34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jp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7" Type="http://schemas.openxmlformats.org/officeDocument/2006/relationships/image" Target="../media/image49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48.png"/><Relationship Id="rId4" Type="http://schemas.openxmlformats.org/officeDocument/2006/relationships/image" Target="../media/image47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48.png"/><Relationship Id="rId4" Type="http://schemas.openxmlformats.org/officeDocument/2006/relationships/image" Target="../media/image47.jp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10" Type="http://schemas.openxmlformats.org/officeDocument/2006/relationships/image" Target="../media/image61.png"/><Relationship Id="rId4" Type="http://schemas.openxmlformats.org/officeDocument/2006/relationships/image" Target="../media/image55.jpg"/><Relationship Id="rId9" Type="http://schemas.openxmlformats.org/officeDocument/2006/relationships/image" Target="../media/image6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91" y="8681"/>
            <a:ext cx="6840935" cy="6840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</a:rPr>
              <a:t>AI Vs</a:t>
            </a:r>
            <a:r>
              <a:rPr sz="4400" spc="-2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ML Vs </a:t>
            </a:r>
            <a:r>
              <a:rPr sz="4400" spc="-25" dirty="0">
                <a:solidFill>
                  <a:srgbClr val="000000"/>
                </a:solidFill>
              </a:rPr>
              <a:t>DL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06500" y="1803019"/>
            <a:ext cx="10163175" cy="344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32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AI</a:t>
            </a:r>
            <a:r>
              <a:rPr sz="32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32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are</a:t>
            </a:r>
            <a:r>
              <a:rPr sz="32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mimicking</a:t>
            </a:r>
            <a:r>
              <a:rPr sz="32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human</a:t>
            </a:r>
            <a:r>
              <a:rPr sz="32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intellect</a:t>
            </a:r>
            <a:r>
              <a:rPr sz="32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32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behavior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buFont typeface="Arial MT"/>
              <a:buChar char="•"/>
              <a:tabLst>
                <a:tab pos="469900" algn="l"/>
                <a:tab pos="1049020" algn="l"/>
                <a:tab pos="1898014" algn="l"/>
                <a:tab pos="2566670" algn="l"/>
                <a:tab pos="3326129" algn="l"/>
                <a:tab pos="4828540" algn="l"/>
                <a:tab pos="6648450" algn="l"/>
                <a:tab pos="7180580" algn="l"/>
                <a:tab pos="8819515" algn="l"/>
              </a:tabLst>
            </a:pPr>
            <a:r>
              <a:rPr sz="3200" b="1" spc="-25" dirty="0">
                <a:solidFill>
                  <a:srgbClr val="375F92"/>
                </a:solidFill>
                <a:latin typeface="Times New Roman"/>
                <a:cs typeface="Times New Roman"/>
              </a:rPr>
              <a:t>In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375F92"/>
                </a:solidFill>
                <a:latin typeface="Times New Roman"/>
                <a:cs typeface="Times New Roman"/>
              </a:rPr>
              <a:t>ML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375F92"/>
                </a:solidFill>
                <a:latin typeface="Times New Roman"/>
                <a:cs typeface="Times New Roman"/>
              </a:rPr>
              <a:t>we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375F92"/>
                </a:solidFill>
                <a:latin typeface="Times New Roman"/>
                <a:cs typeface="Times New Roman"/>
              </a:rPr>
              <a:t>are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375F92"/>
                </a:solidFill>
                <a:latin typeface="Times New Roman"/>
                <a:cs typeface="Times New Roman"/>
              </a:rPr>
              <a:t>making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375F92"/>
                </a:solidFill>
                <a:latin typeface="Times New Roman"/>
                <a:cs typeface="Times New Roman"/>
              </a:rPr>
              <a:t>machines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375F92"/>
                </a:solidFill>
                <a:latin typeface="Times New Roman"/>
                <a:cs typeface="Times New Roman"/>
              </a:rPr>
              <a:t>to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375F92"/>
                </a:solidFill>
                <a:latin typeface="Times New Roman"/>
                <a:cs typeface="Times New Roman"/>
              </a:rPr>
              <a:t>learning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375F92"/>
                </a:solidFill>
                <a:latin typeface="Times New Roman"/>
                <a:cs typeface="Times New Roman"/>
              </a:rPr>
              <a:t>without 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explicitly</a:t>
            </a:r>
            <a:r>
              <a:rPr sz="3200" b="1" spc="-45" dirty="0">
                <a:solidFill>
                  <a:srgbClr val="375F92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375F92"/>
                </a:solidFill>
                <a:latin typeface="Times New Roman"/>
                <a:cs typeface="Times New Roman"/>
              </a:rPr>
              <a:t>being</a:t>
            </a:r>
            <a:r>
              <a:rPr sz="3200" b="1" spc="-30" dirty="0">
                <a:solidFill>
                  <a:srgbClr val="375F92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375F92"/>
                </a:solidFill>
                <a:latin typeface="Times New Roman"/>
                <a:cs typeface="Times New Roman"/>
              </a:rPr>
              <a:t>programmed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  <a:tab pos="1026160" algn="l"/>
                <a:tab pos="1763395" algn="l"/>
                <a:tab pos="2411095" algn="l"/>
                <a:tab pos="3147695" algn="l"/>
                <a:tab pos="4627880" algn="l"/>
                <a:tab pos="6424930" algn="l"/>
                <a:tab pos="6936740" algn="l"/>
                <a:tab pos="8554085" algn="l"/>
                <a:tab pos="9718675" algn="l"/>
              </a:tabLst>
            </a:pPr>
            <a:r>
              <a:rPr sz="3200" b="1" spc="-25" dirty="0">
                <a:solidFill>
                  <a:srgbClr val="E36C09"/>
                </a:solidFill>
                <a:latin typeface="Times New Roman"/>
                <a:cs typeface="Times New Roman"/>
              </a:rPr>
              <a:t>In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E36C09"/>
                </a:solidFill>
                <a:latin typeface="Times New Roman"/>
                <a:cs typeface="Times New Roman"/>
              </a:rPr>
              <a:t>DL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E36C09"/>
                </a:solidFill>
                <a:latin typeface="Times New Roman"/>
                <a:cs typeface="Times New Roman"/>
              </a:rPr>
              <a:t>we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E36C09"/>
                </a:solidFill>
                <a:latin typeface="Times New Roman"/>
                <a:cs typeface="Times New Roman"/>
              </a:rPr>
              <a:t>are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E36C09"/>
                </a:solidFill>
                <a:latin typeface="Times New Roman"/>
                <a:cs typeface="Times New Roman"/>
              </a:rPr>
              <a:t>making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E36C09"/>
                </a:solidFill>
                <a:latin typeface="Times New Roman"/>
                <a:cs typeface="Times New Roman"/>
              </a:rPr>
              <a:t>machines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E36C09"/>
                </a:solidFill>
                <a:latin typeface="Times New Roman"/>
                <a:cs typeface="Times New Roman"/>
              </a:rPr>
              <a:t>to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E36C09"/>
                </a:solidFill>
                <a:latin typeface="Times New Roman"/>
                <a:cs typeface="Times New Roman"/>
              </a:rPr>
              <a:t>learning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10" dirty="0">
                <a:solidFill>
                  <a:srgbClr val="E36C09"/>
                </a:solidFill>
                <a:latin typeface="Times New Roman"/>
                <a:cs typeface="Times New Roman"/>
              </a:rPr>
              <a:t>based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	</a:t>
            </a:r>
            <a:r>
              <a:rPr sz="3200" b="1" spc="-25" dirty="0">
                <a:solidFill>
                  <a:srgbClr val="E36C09"/>
                </a:solidFill>
                <a:latin typeface="Times New Roman"/>
                <a:cs typeface="Times New Roman"/>
              </a:rPr>
              <a:t>on 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artificial</a:t>
            </a:r>
            <a:r>
              <a:rPr sz="3200" b="1" spc="-25" dirty="0">
                <a:solidFill>
                  <a:srgbClr val="E36C09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E36C09"/>
                </a:solidFill>
                <a:latin typeface="Times New Roman"/>
                <a:cs typeface="Times New Roman"/>
              </a:rPr>
              <a:t>neural</a:t>
            </a:r>
            <a:r>
              <a:rPr sz="3200" b="1" spc="-20" dirty="0">
                <a:solidFill>
                  <a:srgbClr val="E36C09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E36C09"/>
                </a:solidFill>
                <a:latin typeface="Times New Roman"/>
                <a:cs typeface="Times New Roman"/>
              </a:rPr>
              <a:t>networks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892" y="990600"/>
            <a:ext cx="961990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3291" y="850391"/>
            <a:ext cx="1092200" cy="25019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84167" y="3628390"/>
            <a:ext cx="3524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5080" indent="-4559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Human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past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experience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make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decision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own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071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95"/>
              </a:spcBef>
            </a:pPr>
            <a:r>
              <a:rPr u="sng" dirty="0">
                <a:uFill>
                  <a:solidFill>
                    <a:srgbClr val="FF0000"/>
                  </a:solidFill>
                </a:uFill>
              </a:rPr>
              <a:t>Revising</a:t>
            </a:r>
            <a:r>
              <a:rPr u="sng" spc="-65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u="sng" dirty="0">
                <a:uFill>
                  <a:solidFill>
                    <a:srgbClr val="FF0000"/>
                  </a:solidFill>
                </a:uFill>
              </a:rPr>
              <a:t>ML</a:t>
            </a:r>
            <a:r>
              <a:rPr u="sng" spc="-30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u="sng" spc="-10" dirty="0">
                <a:uFill>
                  <a:solidFill>
                    <a:srgbClr val="FF0000"/>
                  </a:solidFill>
                </a:uFill>
              </a:rPr>
              <a:t>Concepts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0408" y="3243072"/>
            <a:ext cx="1091184" cy="25008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3752" y="414527"/>
            <a:ext cx="1767840" cy="12451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47691" y="1762125"/>
            <a:ext cx="259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24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object?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0408" y="3243072"/>
            <a:ext cx="1220724" cy="25008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3752" y="414527"/>
            <a:ext cx="1976627" cy="12451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52746" y="1804796"/>
            <a:ext cx="1303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1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this?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8442" y="2314701"/>
            <a:ext cx="3188335" cy="3223260"/>
            <a:chOff x="1758442" y="2314701"/>
            <a:chExt cx="3188335" cy="3223260"/>
          </a:xfrm>
        </p:grpSpPr>
        <p:sp>
          <p:nvSpPr>
            <p:cNvPr id="6" name="object 6"/>
            <p:cNvSpPr/>
            <p:nvPr/>
          </p:nvSpPr>
          <p:spPr>
            <a:xfrm>
              <a:off x="1764792" y="2321051"/>
              <a:ext cx="2731135" cy="3210560"/>
            </a:xfrm>
            <a:custGeom>
              <a:avLst/>
              <a:gdLst/>
              <a:ahLst/>
              <a:cxnLst/>
              <a:rect l="l" t="t" r="r" b="b"/>
              <a:pathLst>
                <a:path w="2731135" h="3210560">
                  <a:moveTo>
                    <a:pt x="1674241" y="0"/>
                  </a:moveTo>
                  <a:lnTo>
                    <a:pt x="1597659" y="13970"/>
                  </a:lnTo>
                  <a:lnTo>
                    <a:pt x="1526667" y="60960"/>
                  </a:lnTo>
                  <a:lnTo>
                    <a:pt x="1494790" y="96138"/>
                  </a:lnTo>
                  <a:lnTo>
                    <a:pt x="1465960" y="138684"/>
                  </a:lnTo>
                  <a:lnTo>
                    <a:pt x="1440814" y="188213"/>
                  </a:lnTo>
                  <a:lnTo>
                    <a:pt x="1419987" y="244475"/>
                  </a:lnTo>
                  <a:lnTo>
                    <a:pt x="1402080" y="218059"/>
                  </a:lnTo>
                  <a:lnTo>
                    <a:pt x="1362837" y="171958"/>
                  </a:lnTo>
                  <a:lnTo>
                    <a:pt x="1303274" y="124333"/>
                  </a:lnTo>
                  <a:lnTo>
                    <a:pt x="1263777" y="104648"/>
                  </a:lnTo>
                  <a:lnTo>
                    <a:pt x="1183513" y="89281"/>
                  </a:lnTo>
                  <a:lnTo>
                    <a:pt x="1143508" y="93218"/>
                  </a:lnTo>
                  <a:lnTo>
                    <a:pt x="1066419" y="123189"/>
                  </a:lnTo>
                  <a:lnTo>
                    <a:pt x="1029969" y="148971"/>
                  </a:lnTo>
                  <a:lnTo>
                    <a:pt x="995426" y="181483"/>
                  </a:lnTo>
                  <a:lnTo>
                    <a:pt x="963421" y="220725"/>
                  </a:lnTo>
                  <a:lnTo>
                    <a:pt x="934338" y="266319"/>
                  </a:lnTo>
                  <a:lnTo>
                    <a:pt x="908431" y="318135"/>
                  </a:lnTo>
                  <a:lnTo>
                    <a:pt x="886332" y="375920"/>
                  </a:lnTo>
                  <a:lnTo>
                    <a:pt x="844041" y="341249"/>
                  </a:lnTo>
                  <a:lnTo>
                    <a:pt x="799972" y="314325"/>
                  </a:lnTo>
                  <a:lnTo>
                    <a:pt x="754380" y="295528"/>
                  </a:lnTo>
                  <a:lnTo>
                    <a:pt x="707770" y="284861"/>
                  </a:lnTo>
                  <a:lnTo>
                    <a:pt x="660653" y="282448"/>
                  </a:lnTo>
                  <a:lnTo>
                    <a:pt x="613282" y="288544"/>
                  </a:lnTo>
                  <a:lnTo>
                    <a:pt x="542035" y="314071"/>
                  </a:lnTo>
                  <a:lnTo>
                    <a:pt x="476376" y="357124"/>
                  </a:lnTo>
                  <a:lnTo>
                    <a:pt x="445896" y="384810"/>
                  </a:lnTo>
                  <a:lnTo>
                    <a:pt x="417194" y="416051"/>
                  </a:lnTo>
                  <a:lnTo>
                    <a:pt x="390144" y="450850"/>
                  </a:lnTo>
                  <a:lnTo>
                    <a:pt x="365125" y="488950"/>
                  </a:lnTo>
                  <a:lnTo>
                    <a:pt x="342138" y="530098"/>
                  </a:lnTo>
                  <a:lnTo>
                    <a:pt x="321309" y="574039"/>
                  </a:lnTo>
                  <a:lnTo>
                    <a:pt x="302640" y="620522"/>
                  </a:lnTo>
                  <a:lnTo>
                    <a:pt x="286384" y="669289"/>
                  </a:lnTo>
                  <a:lnTo>
                    <a:pt x="272669" y="720217"/>
                  </a:lnTo>
                  <a:lnTo>
                    <a:pt x="261493" y="772922"/>
                  </a:lnTo>
                  <a:lnTo>
                    <a:pt x="252983" y="827405"/>
                  </a:lnTo>
                  <a:lnTo>
                    <a:pt x="247395" y="883285"/>
                  </a:lnTo>
                  <a:lnTo>
                    <a:pt x="244601" y="940308"/>
                  </a:lnTo>
                  <a:lnTo>
                    <a:pt x="244856" y="998220"/>
                  </a:lnTo>
                  <a:lnTo>
                    <a:pt x="248284" y="1057021"/>
                  </a:lnTo>
                  <a:lnTo>
                    <a:pt x="245999" y="1067053"/>
                  </a:lnTo>
                  <a:lnTo>
                    <a:pt x="203453" y="1079627"/>
                  </a:lnTo>
                  <a:lnTo>
                    <a:pt x="163068" y="1102487"/>
                  </a:lnTo>
                  <a:lnTo>
                    <a:pt x="125730" y="1134999"/>
                  </a:lnTo>
                  <a:lnTo>
                    <a:pt x="91820" y="1176401"/>
                  </a:lnTo>
                  <a:lnTo>
                    <a:pt x="62230" y="1226058"/>
                  </a:lnTo>
                  <a:lnTo>
                    <a:pt x="37464" y="1283208"/>
                  </a:lnTo>
                  <a:lnTo>
                    <a:pt x="21843" y="1332738"/>
                  </a:lnTo>
                  <a:lnTo>
                    <a:pt x="10540" y="1383792"/>
                  </a:lnTo>
                  <a:lnTo>
                    <a:pt x="3301" y="1435989"/>
                  </a:lnTo>
                  <a:lnTo>
                    <a:pt x="0" y="1488567"/>
                  </a:lnTo>
                  <a:lnTo>
                    <a:pt x="634" y="1540891"/>
                  </a:lnTo>
                  <a:lnTo>
                    <a:pt x="5080" y="1592707"/>
                  </a:lnTo>
                  <a:lnTo>
                    <a:pt x="13334" y="1643126"/>
                  </a:lnTo>
                  <a:lnTo>
                    <a:pt x="25145" y="1691767"/>
                  </a:lnTo>
                  <a:lnTo>
                    <a:pt x="40512" y="1737995"/>
                  </a:lnTo>
                  <a:lnTo>
                    <a:pt x="59308" y="1781175"/>
                  </a:lnTo>
                  <a:lnTo>
                    <a:pt x="81406" y="1820926"/>
                  </a:lnTo>
                  <a:lnTo>
                    <a:pt x="106933" y="1856613"/>
                  </a:lnTo>
                  <a:lnTo>
                    <a:pt x="135508" y="1887474"/>
                  </a:lnTo>
                  <a:lnTo>
                    <a:pt x="113537" y="1930019"/>
                  </a:lnTo>
                  <a:lnTo>
                    <a:pt x="95250" y="1976120"/>
                  </a:lnTo>
                  <a:lnTo>
                    <a:pt x="80771" y="2025142"/>
                  </a:lnTo>
                  <a:lnTo>
                    <a:pt x="70231" y="2076577"/>
                  </a:lnTo>
                  <a:lnTo>
                    <a:pt x="63626" y="2129790"/>
                  </a:lnTo>
                  <a:lnTo>
                    <a:pt x="61213" y="2184146"/>
                  </a:lnTo>
                  <a:lnTo>
                    <a:pt x="63118" y="2239137"/>
                  </a:lnTo>
                  <a:lnTo>
                    <a:pt x="69976" y="2297938"/>
                  </a:lnTo>
                  <a:lnTo>
                    <a:pt x="81406" y="2353437"/>
                  </a:lnTo>
                  <a:lnTo>
                    <a:pt x="97155" y="2405126"/>
                  </a:lnTo>
                  <a:lnTo>
                    <a:pt x="116712" y="2452624"/>
                  </a:lnTo>
                  <a:lnTo>
                    <a:pt x="139700" y="2495296"/>
                  </a:lnTo>
                  <a:lnTo>
                    <a:pt x="165862" y="2532888"/>
                  </a:lnTo>
                  <a:lnTo>
                    <a:pt x="194818" y="2564892"/>
                  </a:lnTo>
                  <a:lnTo>
                    <a:pt x="226187" y="2590800"/>
                  </a:lnTo>
                  <a:lnTo>
                    <a:pt x="294766" y="2622677"/>
                  </a:lnTo>
                  <a:lnTo>
                    <a:pt x="331215" y="2627630"/>
                  </a:lnTo>
                  <a:lnTo>
                    <a:pt x="368681" y="2624582"/>
                  </a:lnTo>
                  <a:lnTo>
                    <a:pt x="373760" y="2638679"/>
                  </a:lnTo>
                  <a:lnTo>
                    <a:pt x="397001" y="2695194"/>
                  </a:lnTo>
                  <a:lnTo>
                    <a:pt x="422656" y="2747264"/>
                  </a:lnTo>
                  <a:lnTo>
                    <a:pt x="450595" y="2795143"/>
                  </a:lnTo>
                  <a:lnTo>
                    <a:pt x="480568" y="2838577"/>
                  </a:lnTo>
                  <a:lnTo>
                    <a:pt x="512444" y="2877566"/>
                  </a:lnTo>
                  <a:lnTo>
                    <a:pt x="546100" y="2911983"/>
                  </a:lnTo>
                  <a:lnTo>
                    <a:pt x="581025" y="2941701"/>
                  </a:lnTo>
                  <a:lnTo>
                    <a:pt x="617346" y="2966720"/>
                  </a:lnTo>
                  <a:lnTo>
                    <a:pt x="654684" y="2986913"/>
                  </a:lnTo>
                  <a:lnTo>
                    <a:pt x="731774" y="3012567"/>
                  </a:lnTo>
                  <a:lnTo>
                    <a:pt x="810768" y="3017901"/>
                  </a:lnTo>
                  <a:lnTo>
                    <a:pt x="850391" y="3012821"/>
                  </a:lnTo>
                  <a:lnTo>
                    <a:pt x="929132" y="2986786"/>
                  </a:lnTo>
                  <a:lnTo>
                    <a:pt x="967739" y="2965577"/>
                  </a:lnTo>
                  <a:lnTo>
                    <a:pt x="1005713" y="2938907"/>
                  </a:lnTo>
                  <a:lnTo>
                    <a:pt x="1042669" y="2906522"/>
                  </a:lnTo>
                  <a:lnTo>
                    <a:pt x="1067689" y="2960751"/>
                  </a:lnTo>
                  <a:lnTo>
                    <a:pt x="1095883" y="3010535"/>
                  </a:lnTo>
                  <a:lnTo>
                    <a:pt x="1126744" y="3055493"/>
                  </a:lnTo>
                  <a:lnTo>
                    <a:pt x="1160271" y="3095244"/>
                  </a:lnTo>
                  <a:lnTo>
                    <a:pt x="1196085" y="3129661"/>
                  </a:lnTo>
                  <a:lnTo>
                    <a:pt x="1233805" y="3158490"/>
                  </a:lnTo>
                  <a:lnTo>
                    <a:pt x="1273556" y="3181223"/>
                  </a:lnTo>
                  <a:lnTo>
                    <a:pt x="1348866" y="3206369"/>
                  </a:lnTo>
                  <a:lnTo>
                    <a:pt x="1386458" y="3210560"/>
                  </a:lnTo>
                  <a:lnTo>
                    <a:pt x="1423670" y="3209417"/>
                  </a:lnTo>
                  <a:lnTo>
                    <a:pt x="1496441" y="3191891"/>
                  </a:lnTo>
                  <a:lnTo>
                    <a:pt x="1565529" y="3154934"/>
                  </a:lnTo>
                  <a:lnTo>
                    <a:pt x="1598295" y="3129534"/>
                  </a:lnTo>
                  <a:lnTo>
                    <a:pt x="1629536" y="3099943"/>
                  </a:lnTo>
                  <a:lnTo>
                    <a:pt x="1659255" y="3065907"/>
                  </a:lnTo>
                  <a:lnTo>
                    <a:pt x="1687068" y="3028061"/>
                  </a:lnTo>
                  <a:lnTo>
                    <a:pt x="1712848" y="2986151"/>
                  </a:lnTo>
                  <a:lnTo>
                    <a:pt x="1736470" y="2940558"/>
                  </a:lnTo>
                  <a:lnTo>
                    <a:pt x="1757680" y="2891536"/>
                  </a:lnTo>
                  <a:lnTo>
                    <a:pt x="1776348" y="2838958"/>
                  </a:lnTo>
                  <a:lnTo>
                    <a:pt x="1792223" y="2783205"/>
                  </a:lnTo>
                  <a:lnTo>
                    <a:pt x="1805050" y="2724404"/>
                  </a:lnTo>
                  <a:lnTo>
                    <a:pt x="1849500" y="2762250"/>
                  </a:lnTo>
                  <a:lnTo>
                    <a:pt x="1896618" y="2789809"/>
                  </a:lnTo>
                  <a:lnTo>
                    <a:pt x="1945512" y="2806827"/>
                  </a:lnTo>
                  <a:lnTo>
                    <a:pt x="1995678" y="2813050"/>
                  </a:lnTo>
                  <a:lnTo>
                    <a:pt x="2033016" y="2810510"/>
                  </a:lnTo>
                  <a:lnTo>
                    <a:pt x="2104390" y="2788158"/>
                  </a:lnTo>
                  <a:lnTo>
                    <a:pt x="2170048" y="2744724"/>
                  </a:lnTo>
                  <a:lnTo>
                    <a:pt x="2200402" y="2715895"/>
                  </a:lnTo>
                  <a:lnTo>
                    <a:pt x="2228722" y="2682494"/>
                  </a:lnTo>
                  <a:lnTo>
                    <a:pt x="2254758" y="2645156"/>
                  </a:lnTo>
                  <a:lnTo>
                    <a:pt x="2278634" y="2604008"/>
                  </a:lnTo>
                  <a:lnTo>
                    <a:pt x="2299843" y="2559304"/>
                  </a:lnTo>
                  <a:lnTo>
                    <a:pt x="2318385" y="2511298"/>
                  </a:lnTo>
                  <a:lnTo>
                    <a:pt x="2334006" y="2460371"/>
                  </a:lnTo>
                  <a:lnTo>
                    <a:pt x="2346579" y="2406904"/>
                  </a:lnTo>
                  <a:lnTo>
                    <a:pt x="2355849" y="2351024"/>
                  </a:lnTo>
                  <a:lnTo>
                    <a:pt x="2361692" y="2293112"/>
                  </a:lnTo>
                  <a:lnTo>
                    <a:pt x="2363978" y="2233295"/>
                  </a:lnTo>
                  <a:lnTo>
                    <a:pt x="2407031" y="2219833"/>
                  </a:lnTo>
                  <a:lnTo>
                    <a:pt x="2448941" y="2199386"/>
                  </a:lnTo>
                  <a:lnTo>
                    <a:pt x="2489199" y="2172208"/>
                  </a:lnTo>
                  <a:lnTo>
                    <a:pt x="2527681" y="2138426"/>
                  </a:lnTo>
                  <a:lnTo>
                    <a:pt x="2563875" y="2098421"/>
                  </a:lnTo>
                  <a:lnTo>
                    <a:pt x="2589530" y="2064258"/>
                  </a:lnTo>
                  <a:lnTo>
                    <a:pt x="2613279" y="2027428"/>
                  </a:lnTo>
                  <a:lnTo>
                    <a:pt x="2634742" y="1988439"/>
                  </a:lnTo>
                  <a:lnTo>
                    <a:pt x="2654172" y="1947291"/>
                  </a:lnTo>
                  <a:lnTo>
                    <a:pt x="2671445" y="1904365"/>
                  </a:lnTo>
                  <a:lnTo>
                    <a:pt x="2686558" y="1859788"/>
                  </a:lnTo>
                  <a:lnTo>
                    <a:pt x="2699511" y="1813687"/>
                  </a:lnTo>
                  <a:lnTo>
                    <a:pt x="2710307" y="1766443"/>
                  </a:lnTo>
                  <a:lnTo>
                    <a:pt x="2718816" y="1718183"/>
                  </a:lnTo>
                  <a:lnTo>
                    <a:pt x="2725166" y="1669034"/>
                  </a:lnTo>
                  <a:lnTo>
                    <a:pt x="2729230" y="1619377"/>
                  </a:lnTo>
                  <a:lnTo>
                    <a:pt x="2731008" y="1569339"/>
                  </a:lnTo>
                  <a:lnTo>
                    <a:pt x="2730499" y="1519174"/>
                  </a:lnTo>
                  <a:lnTo>
                    <a:pt x="2727833" y="1469136"/>
                  </a:lnTo>
                  <a:lnTo>
                    <a:pt x="2722753" y="1419225"/>
                  </a:lnTo>
                  <a:lnTo>
                    <a:pt x="2715260" y="1369949"/>
                  </a:lnTo>
                  <a:lnTo>
                    <a:pt x="2705481" y="1321308"/>
                  </a:lnTo>
                  <a:lnTo>
                    <a:pt x="2693416" y="1273556"/>
                  </a:lnTo>
                  <a:lnTo>
                    <a:pt x="2678937" y="1226947"/>
                  </a:lnTo>
                  <a:lnTo>
                    <a:pt x="2661920" y="1181735"/>
                  </a:lnTo>
                  <a:lnTo>
                    <a:pt x="2642616" y="1138047"/>
                  </a:lnTo>
                  <a:lnTo>
                    <a:pt x="2647060" y="1120521"/>
                  </a:lnTo>
                  <a:lnTo>
                    <a:pt x="2657983" y="1067053"/>
                  </a:lnTo>
                  <a:lnTo>
                    <a:pt x="2665730" y="1009396"/>
                  </a:lnTo>
                  <a:lnTo>
                    <a:pt x="2669412" y="951864"/>
                  </a:lnTo>
                  <a:lnTo>
                    <a:pt x="2669412" y="894969"/>
                  </a:lnTo>
                  <a:lnTo>
                    <a:pt x="2665603" y="839088"/>
                  </a:lnTo>
                  <a:lnTo>
                    <a:pt x="2658236" y="784478"/>
                  </a:lnTo>
                  <a:lnTo>
                    <a:pt x="2647569" y="731774"/>
                  </a:lnTo>
                  <a:lnTo>
                    <a:pt x="2633598" y="681101"/>
                  </a:lnTo>
                  <a:lnTo>
                    <a:pt x="2616454" y="633095"/>
                  </a:lnTo>
                  <a:lnTo>
                    <a:pt x="2596387" y="588137"/>
                  </a:lnTo>
                  <a:lnTo>
                    <a:pt x="2573528" y="546481"/>
                  </a:lnTo>
                  <a:lnTo>
                    <a:pt x="2547873" y="508762"/>
                  </a:lnTo>
                  <a:lnTo>
                    <a:pt x="2519807" y="475107"/>
                  </a:lnTo>
                  <a:lnTo>
                    <a:pt x="2489199" y="446150"/>
                  </a:lnTo>
                  <a:lnTo>
                    <a:pt x="2421509" y="403733"/>
                  </a:lnTo>
                  <a:lnTo>
                    <a:pt x="2413254" y="348742"/>
                  </a:lnTo>
                  <a:lnTo>
                    <a:pt x="2401188" y="295910"/>
                  </a:lnTo>
                  <a:lnTo>
                    <a:pt x="2385441" y="245872"/>
                  </a:lnTo>
                  <a:lnTo>
                    <a:pt x="2366136" y="199009"/>
                  </a:lnTo>
                  <a:lnTo>
                    <a:pt x="2343658" y="155828"/>
                  </a:lnTo>
                  <a:lnTo>
                    <a:pt x="2318004" y="116839"/>
                  </a:lnTo>
                  <a:lnTo>
                    <a:pt x="2284475" y="77215"/>
                  </a:lnTo>
                  <a:lnTo>
                    <a:pt x="2248788" y="45974"/>
                  </a:lnTo>
                  <a:lnTo>
                    <a:pt x="2211450" y="22860"/>
                  </a:lnTo>
                  <a:lnTo>
                    <a:pt x="2133727" y="1143"/>
                  </a:lnTo>
                  <a:lnTo>
                    <a:pt x="2094610" y="2286"/>
                  </a:lnTo>
                  <a:lnTo>
                    <a:pt x="2017775" y="28321"/>
                  </a:lnTo>
                  <a:lnTo>
                    <a:pt x="1981327" y="53212"/>
                  </a:lnTo>
                  <a:lnTo>
                    <a:pt x="1946783" y="85725"/>
                  </a:lnTo>
                  <a:lnTo>
                    <a:pt x="1914779" y="125857"/>
                  </a:lnTo>
                  <a:lnTo>
                    <a:pt x="1885695" y="173736"/>
                  </a:lnTo>
                  <a:lnTo>
                    <a:pt x="1865248" y="135509"/>
                  </a:lnTo>
                  <a:lnTo>
                    <a:pt x="1842261" y="101219"/>
                  </a:lnTo>
                  <a:lnTo>
                    <a:pt x="1789557" y="46355"/>
                  </a:lnTo>
                  <a:lnTo>
                    <a:pt x="1751837" y="21462"/>
                  </a:lnTo>
                  <a:lnTo>
                    <a:pt x="1713230" y="6223"/>
                  </a:lnTo>
                  <a:lnTo>
                    <a:pt x="167424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64792" y="2321051"/>
              <a:ext cx="2731135" cy="3210560"/>
            </a:xfrm>
            <a:custGeom>
              <a:avLst/>
              <a:gdLst/>
              <a:ahLst/>
              <a:cxnLst/>
              <a:rect l="l" t="t" r="r" b="b"/>
              <a:pathLst>
                <a:path w="2731135" h="3210560">
                  <a:moveTo>
                    <a:pt x="248284" y="1057021"/>
                  </a:moveTo>
                  <a:lnTo>
                    <a:pt x="244856" y="998220"/>
                  </a:lnTo>
                  <a:lnTo>
                    <a:pt x="244601" y="940308"/>
                  </a:lnTo>
                  <a:lnTo>
                    <a:pt x="247395" y="883285"/>
                  </a:lnTo>
                  <a:lnTo>
                    <a:pt x="252983" y="827405"/>
                  </a:lnTo>
                  <a:lnTo>
                    <a:pt x="261493" y="772922"/>
                  </a:lnTo>
                  <a:lnTo>
                    <a:pt x="272669" y="720217"/>
                  </a:lnTo>
                  <a:lnTo>
                    <a:pt x="286384" y="669289"/>
                  </a:lnTo>
                  <a:lnTo>
                    <a:pt x="302640" y="620522"/>
                  </a:lnTo>
                  <a:lnTo>
                    <a:pt x="321309" y="574039"/>
                  </a:lnTo>
                  <a:lnTo>
                    <a:pt x="342138" y="530098"/>
                  </a:lnTo>
                  <a:lnTo>
                    <a:pt x="365125" y="488950"/>
                  </a:lnTo>
                  <a:lnTo>
                    <a:pt x="390144" y="450850"/>
                  </a:lnTo>
                  <a:lnTo>
                    <a:pt x="417194" y="416051"/>
                  </a:lnTo>
                  <a:lnTo>
                    <a:pt x="445896" y="384810"/>
                  </a:lnTo>
                  <a:lnTo>
                    <a:pt x="476376" y="357124"/>
                  </a:lnTo>
                  <a:lnTo>
                    <a:pt x="542035" y="314071"/>
                  </a:lnTo>
                  <a:lnTo>
                    <a:pt x="613282" y="288544"/>
                  </a:lnTo>
                  <a:lnTo>
                    <a:pt x="660653" y="282448"/>
                  </a:lnTo>
                  <a:lnTo>
                    <a:pt x="707770" y="284861"/>
                  </a:lnTo>
                  <a:lnTo>
                    <a:pt x="754380" y="295528"/>
                  </a:lnTo>
                  <a:lnTo>
                    <a:pt x="799972" y="314325"/>
                  </a:lnTo>
                  <a:lnTo>
                    <a:pt x="844041" y="341249"/>
                  </a:lnTo>
                  <a:lnTo>
                    <a:pt x="886332" y="375920"/>
                  </a:lnTo>
                  <a:lnTo>
                    <a:pt x="908431" y="318135"/>
                  </a:lnTo>
                  <a:lnTo>
                    <a:pt x="934338" y="266319"/>
                  </a:lnTo>
                  <a:lnTo>
                    <a:pt x="963421" y="220725"/>
                  </a:lnTo>
                  <a:lnTo>
                    <a:pt x="995426" y="181483"/>
                  </a:lnTo>
                  <a:lnTo>
                    <a:pt x="1029969" y="148971"/>
                  </a:lnTo>
                  <a:lnTo>
                    <a:pt x="1066419" y="123189"/>
                  </a:lnTo>
                  <a:lnTo>
                    <a:pt x="1104391" y="104521"/>
                  </a:lnTo>
                  <a:lnTo>
                    <a:pt x="1183513" y="89281"/>
                  </a:lnTo>
                  <a:lnTo>
                    <a:pt x="1223645" y="92963"/>
                  </a:lnTo>
                  <a:lnTo>
                    <a:pt x="1303274" y="124333"/>
                  </a:lnTo>
                  <a:lnTo>
                    <a:pt x="1341755" y="152400"/>
                  </a:lnTo>
                  <a:lnTo>
                    <a:pt x="1382902" y="193928"/>
                  </a:lnTo>
                  <a:lnTo>
                    <a:pt x="1419987" y="244475"/>
                  </a:lnTo>
                  <a:lnTo>
                    <a:pt x="1440814" y="188213"/>
                  </a:lnTo>
                  <a:lnTo>
                    <a:pt x="1465960" y="138684"/>
                  </a:lnTo>
                  <a:lnTo>
                    <a:pt x="1494790" y="96138"/>
                  </a:lnTo>
                  <a:lnTo>
                    <a:pt x="1526667" y="60960"/>
                  </a:lnTo>
                  <a:lnTo>
                    <a:pt x="1561210" y="33527"/>
                  </a:lnTo>
                  <a:lnTo>
                    <a:pt x="1635506" y="2667"/>
                  </a:lnTo>
                  <a:lnTo>
                    <a:pt x="1674241" y="0"/>
                  </a:lnTo>
                  <a:lnTo>
                    <a:pt x="1713230" y="6223"/>
                  </a:lnTo>
                  <a:lnTo>
                    <a:pt x="1789557" y="46355"/>
                  </a:lnTo>
                  <a:lnTo>
                    <a:pt x="1842261" y="101219"/>
                  </a:lnTo>
                  <a:lnTo>
                    <a:pt x="1865248" y="135509"/>
                  </a:lnTo>
                  <a:lnTo>
                    <a:pt x="1885695" y="173736"/>
                  </a:lnTo>
                  <a:lnTo>
                    <a:pt x="1914779" y="125857"/>
                  </a:lnTo>
                  <a:lnTo>
                    <a:pt x="1946783" y="85725"/>
                  </a:lnTo>
                  <a:lnTo>
                    <a:pt x="1981327" y="53212"/>
                  </a:lnTo>
                  <a:lnTo>
                    <a:pt x="2017775" y="28321"/>
                  </a:lnTo>
                  <a:lnTo>
                    <a:pt x="2094610" y="2286"/>
                  </a:lnTo>
                  <a:lnTo>
                    <a:pt x="2133727" y="1143"/>
                  </a:lnTo>
                  <a:lnTo>
                    <a:pt x="2172970" y="8000"/>
                  </a:lnTo>
                  <a:lnTo>
                    <a:pt x="2248788" y="45974"/>
                  </a:lnTo>
                  <a:lnTo>
                    <a:pt x="2284475" y="77215"/>
                  </a:lnTo>
                  <a:lnTo>
                    <a:pt x="2318004" y="116839"/>
                  </a:lnTo>
                  <a:lnTo>
                    <a:pt x="2343658" y="155828"/>
                  </a:lnTo>
                  <a:lnTo>
                    <a:pt x="2366136" y="199009"/>
                  </a:lnTo>
                  <a:lnTo>
                    <a:pt x="2385441" y="245872"/>
                  </a:lnTo>
                  <a:lnTo>
                    <a:pt x="2401188" y="295910"/>
                  </a:lnTo>
                  <a:lnTo>
                    <a:pt x="2413254" y="348742"/>
                  </a:lnTo>
                  <a:lnTo>
                    <a:pt x="2421509" y="403733"/>
                  </a:lnTo>
                  <a:lnTo>
                    <a:pt x="2456434" y="422275"/>
                  </a:lnTo>
                  <a:lnTo>
                    <a:pt x="2519807" y="475107"/>
                  </a:lnTo>
                  <a:lnTo>
                    <a:pt x="2547873" y="508762"/>
                  </a:lnTo>
                  <a:lnTo>
                    <a:pt x="2573528" y="546481"/>
                  </a:lnTo>
                  <a:lnTo>
                    <a:pt x="2596387" y="588137"/>
                  </a:lnTo>
                  <a:lnTo>
                    <a:pt x="2616454" y="633095"/>
                  </a:lnTo>
                  <a:lnTo>
                    <a:pt x="2633598" y="681101"/>
                  </a:lnTo>
                  <a:lnTo>
                    <a:pt x="2647569" y="731774"/>
                  </a:lnTo>
                  <a:lnTo>
                    <a:pt x="2658236" y="784478"/>
                  </a:lnTo>
                  <a:lnTo>
                    <a:pt x="2665603" y="839088"/>
                  </a:lnTo>
                  <a:lnTo>
                    <a:pt x="2669412" y="894969"/>
                  </a:lnTo>
                  <a:lnTo>
                    <a:pt x="2669412" y="951864"/>
                  </a:lnTo>
                  <a:lnTo>
                    <a:pt x="2665730" y="1009396"/>
                  </a:lnTo>
                  <a:lnTo>
                    <a:pt x="2657983" y="1067053"/>
                  </a:lnTo>
                  <a:lnTo>
                    <a:pt x="2647060" y="1120521"/>
                  </a:lnTo>
                  <a:lnTo>
                    <a:pt x="2642616" y="1138047"/>
                  </a:lnTo>
                  <a:lnTo>
                    <a:pt x="2661920" y="1181735"/>
                  </a:lnTo>
                  <a:lnTo>
                    <a:pt x="2678937" y="1226947"/>
                  </a:lnTo>
                  <a:lnTo>
                    <a:pt x="2693416" y="1273556"/>
                  </a:lnTo>
                  <a:lnTo>
                    <a:pt x="2705481" y="1321308"/>
                  </a:lnTo>
                  <a:lnTo>
                    <a:pt x="2715260" y="1369949"/>
                  </a:lnTo>
                  <a:lnTo>
                    <a:pt x="2722753" y="1419225"/>
                  </a:lnTo>
                  <a:lnTo>
                    <a:pt x="2727833" y="1469136"/>
                  </a:lnTo>
                  <a:lnTo>
                    <a:pt x="2730499" y="1519174"/>
                  </a:lnTo>
                  <a:lnTo>
                    <a:pt x="2731008" y="1569339"/>
                  </a:lnTo>
                  <a:lnTo>
                    <a:pt x="2729230" y="1619377"/>
                  </a:lnTo>
                  <a:lnTo>
                    <a:pt x="2725166" y="1669034"/>
                  </a:lnTo>
                  <a:lnTo>
                    <a:pt x="2718816" y="1718183"/>
                  </a:lnTo>
                  <a:lnTo>
                    <a:pt x="2710307" y="1766443"/>
                  </a:lnTo>
                  <a:lnTo>
                    <a:pt x="2699511" y="1813687"/>
                  </a:lnTo>
                  <a:lnTo>
                    <a:pt x="2686558" y="1859788"/>
                  </a:lnTo>
                  <a:lnTo>
                    <a:pt x="2671445" y="1904365"/>
                  </a:lnTo>
                  <a:lnTo>
                    <a:pt x="2654172" y="1947291"/>
                  </a:lnTo>
                  <a:lnTo>
                    <a:pt x="2634742" y="1988439"/>
                  </a:lnTo>
                  <a:lnTo>
                    <a:pt x="2613279" y="2027428"/>
                  </a:lnTo>
                  <a:lnTo>
                    <a:pt x="2589530" y="2064258"/>
                  </a:lnTo>
                  <a:lnTo>
                    <a:pt x="2563875" y="2098421"/>
                  </a:lnTo>
                  <a:lnTo>
                    <a:pt x="2527681" y="2138426"/>
                  </a:lnTo>
                  <a:lnTo>
                    <a:pt x="2489199" y="2172208"/>
                  </a:lnTo>
                  <a:lnTo>
                    <a:pt x="2448941" y="2199386"/>
                  </a:lnTo>
                  <a:lnTo>
                    <a:pt x="2407031" y="2219833"/>
                  </a:lnTo>
                  <a:lnTo>
                    <a:pt x="2363978" y="2233295"/>
                  </a:lnTo>
                  <a:lnTo>
                    <a:pt x="2361692" y="2293112"/>
                  </a:lnTo>
                  <a:lnTo>
                    <a:pt x="2355849" y="2351024"/>
                  </a:lnTo>
                  <a:lnTo>
                    <a:pt x="2346579" y="2406904"/>
                  </a:lnTo>
                  <a:lnTo>
                    <a:pt x="2334006" y="2460371"/>
                  </a:lnTo>
                  <a:lnTo>
                    <a:pt x="2318385" y="2511298"/>
                  </a:lnTo>
                  <a:lnTo>
                    <a:pt x="2299843" y="2559304"/>
                  </a:lnTo>
                  <a:lnTo>
                    <a:pt x="2278634" y="2604008"/>
                  </a:lnTo>
                  <a:lnTo>
                    <a:pt x="2254758" y="2645156"/>
                  </a:lnTo>
                  <a:lnTo>
                    <a:pt x="2228722" y="2682494"/>
                  </a:lnTo>
                  <a:lnTo>
                    <a:pt x="2200402" y="2715895"/>
                  </a:lnTo>
                  <a:lnTo>
                    <a:pt x="2170048" y="2744724"/>
                  </a:lnTo>
                  <a:lnTo>
                    <a:pt x="2104390" y="2788158"/>
                  </a:lnTo>
                  <a:lnTo>
                    <a:pt x="2033016" y="2810510"/>
                  </a:lnTo>
                  <a:lnTo>
                    <a:pt x="1995678" y="2813050"/>
                  </a:lnTo>
                  <a:lnTo>
                    <a:pt x="1945512" y="2806827"/>
                  </a:lnTo>
                  <a:lnTo>
                    <a:pt x="1896618" y="2789809"/>
                  </a:lnTo>
                  <a:lnTo>
                    <a:pt x="1849500" y="2762250"/>
                  </a:lnTo>
                  <a:lnTo>
                    <a:pt x="1805050" y="2724404"/>
                  </a:lnTo>
                  <a:lnTo>
                    <a:pt x="1792223" y="2783205"/>
                  </a:lnTo>
                  <a:lnTo>
                    <a:pt x="1776348" y="2838958"/>
                  </a:lnTo>
                  <a:lnTo>
                    <a:pt x="1757680" y="2891536"/>
                  </a:lnTo>
                  <a:lnTo>
                    <a:pt x="1736470" y="2940558"/>
                  </a:lnTo>
                  <a:lnTo>
                    <a:pt x="1712848" y="2986151"/>
                  </a:lnTo>
                  <a:lnTo>
                    <a:pt x="1687068" y="3028061"/>
                  </a:lnTo>
                  <a:lnTo>
                    <a:pt x="1659255" y="3065907"/>
                  </a:lnTo>
                  <a:lnTo>
                    <a:pt x="1629536" y="3099943"/>
                  </a:lnTo>
                  <a:lnTo>
                    <a:pt x="1598295" y="3129534"/>
                  </a:lnTo>
                  <a:lnTo>
                    <a:pt x="1565529" y="3154934"/>
                  </a:lnTo>
                  <a:lnTo>
                    <a:pt x="1496441" y="3191891"/>
                  </a:lnTo>
                  <a:lnTo>
                    <a:pt x="1423670" y="3209417"/>
                  </a:lnTo>
                  <a:lnTo>
                    <a:pt x="1386458" y="3210560"/>
                  </a:lnTo>
                  <a:lnTo>
                    <a:pt x="1348866" y="3206369"/>
                  </a:lnTo>
                  <a:lnTo>
                    <a:pt x="1273556" y="3181223"/>
                  </a:lnTo>
                  <a:lnTo>
                    <a:pt x="1233805" y="3158490"/>
                  </a:lnTo>
                  <a:lnTo>
                    <a:pt x="1196085" y="3129661"/>
                  </a:lnTo>
                  <a:lnTo>
                    <a:pt x="1160271" y="3095244"/>
                  </a:lnTo>
                  <a:lnTo>
                    <a:pt x="1126744" y="3055493"/>
                  </a:lnTo>
                  <a:lnTo>
                    <a:pt x="1095883" y="3010535"/>
                  </a:lnTo>
                  <a:lnTo>
                    <a:pt x="1067689" y="2960751"/>
                  </a:lnTo>
                  <a:lnTo>
                    <a:pt x="1042669" y="2906522"/>
                  </a:lnTo>
                  <a:lnTo>
                    <a:pt x="1005713" y="2938907"/>
                  </a:lnTo>
                  <a:lnTo>
                    <a:pt x="967739" y="2965577"/>
                  </a:lnTo>
                  <a:lnTo>
                    <a:pt x="929132" y="2986786"/>
                  </a:lnTo>
                  <a:lnTo>
                    <a:pt x="889888" y="3002534"/>
                  </a:lnTo>
                  <a:lnTo>
                    <a:pt x="810768" y="3017901"/>
                  </a:lnTo>
                  <a:lnTo>
                    <a:pt x="771144" y="3017774"/>
                  </a:lnTo>
                  <a:lnTo>
                    <a:pt x="692912" y="3002153"/>
                  </a:lnTo>
                  <a:lnTo>
                    <a:pt x="617346" y="2966720"/>
                  </a:lnTo>
                  <a:lnTo>
                    <a:pt x="581025" y="2941701"/>
                  </a:lnTo>
                  <a:lnTo>
                    <a:pt x="546100" y="2911983"/>
                  </a:lnTo>
                  <a:lnTo>
                    <a:pt x="512444" y="2877566"/>
                  </a:lnTo>
                  <a:lnTo>
                    <a:pt x="480568" y="2838577"/>
                  </a:lnTo>
                  <a:lnTo>
                    <a:pt x="450595" y="2795143"/>
                  </a:lnTo>
                  <a:lnTo>
                    <a:pt x="422656" y="2747264"/>
                  </a:lnTo>
                  <a:lnTo>
                    <a:pt x="397001" y="2695194"/>
                  </a:lnTo>
                  <a:lnTo>
                    <a:pt x="373760" y="2638679"/>
                  </a:lnTo>
                  <a:lnTo>
                    <a:pt x="372109" y="2633980"/>
                  </a:lnTo>
                  <a:lnTo>
                    <a:pt x="370205" y="2629281"/>
                  </a:lnTo>
                  <a:lnTo>
                    <a:pt x="368681" y="2624582"/>
                  </a:lnTo>
                  <a:lnTo>
                    <a:pt x="331215" y="2627630"/>
                  </a:lnTo>
                  <a:lnTo>
                    <a:pt x="294766" y="2622677"/>
                  </a:lnTo>
                  <a:lnTo>
                    <a:pt x="226187" y="2590800"/>
                  </a:lnTo>
                  <a:lnTo>
                    <a:pt x="194818" y="2564892"/>
                  </a:lnTo>
                  <a:lnTo>
                    <a:pt x="165862" y="2532888"/>
                  </a:lnTo>
                  <a:lnTo>
                    <a:pt x="139700" y="2495296"/>
                  </a:lnTo>
                  <a:lnTo>
                    <a:pt x="116712" y="2452624"/>
                  </a:lnTo>
                  <a:lnTo>
                    <a:pt x="97155" y="2405126"/>
                  </a:lnTo>
                  <a:lnTo>
                    <a:pt x="81406" y="2353437"/>
                  </a:lnTo>
                  <a:lnTo>
                    <a:pt x="69976" y="2297938"/>
                  </a:lnTo>
                  <a:lnTo>
                    <a:pt x="63118" y="2239137"/>
                  </a:lnTo>
                  <a:lnTo>
                    <a:pt x="61213" y="2184146"/>
                  </a:lnTo>
                  <a:lnTo>
                    <a:pt x="63626" y="2129790"/>
                  </a:lnTo>
                  <a:lnTo>
                    <a:pt x="70231" y="2076577"/>
                  </a:lnTo>
                  <a:lnTo>
                    <a:pt x="80771" y="2025142"/>
                  </a:lnTo>
                  <a:lnTo>
                    <a:pt x="95250" y="1976120"/>
                  </a:lnTo>
                  <a:lnTo>
                    <a:pt x="113537" y="1930019"/>
                  </a:lnTo>
                  <a:lnTo>
                    <a:pt x="135508" y="1887474"/>
                  </a:lnTo>
                  <a:lnTo>
                    <a:pt x="106933" y="1856613"/>
                  </a:lnTo>
                  <a:lnTo>
                    <a:pt x="81406" y="1820926"/>
                  </a:lnTo>
                  <a:lnTo>
                    <a:pt x="59308" y="1781175"/>
                  </a:lnTo>
                  <a:lnTo>
                    <a:pt x="40512" y="1737995"/>
                  </a:lnTo>
                  <a:lnTo>
                    <a:pt x="25145" y="1691767"/>
                  </a:lnTo>
                  <a:lnTo>
                    <a:pt x="13334" y="1643126"/>
                  </a:lnTo>
                  <a:lnTo>
                    <a:pt x="5080" y="1592707"/>
                  </a:lnTo>
                  <a:lnTo>
                    <a:pt x="634" y="1540891"/>
                  </a:lnTo>
                  <a:lnTo>
                    <a:pt x="0" y="1488567"/>
                  </a:lnTo>
                  <a:lnTo>
                    <a:pt x="3301" y="1435989"/>
                  </a:lnTo>
                  <a:lnTo>
                    <a:pt x="10540" y="1383792"/>
                  </a:lnTo>
                  <a:lnTo>
                    <a:pt x="21843" y="1332738"/>
                  </a:lnTo>
                  <a:lnTo>
                    <a:pt x="37464" y="1283208"/>
                  </a:lnTo>
                  <a:lnTo>
                    <a:pt x="62230" y="1226058"/>
                  </a:lnTo>
                  <a:lnTo>
                    <a:pt x="91820" y="1176401"/>
                  </a:lnTo>
                  <a:lnTo>
                    <a:pt x="125730" y="1134999"/>
                  </a:lnTo>
                  <a:lnTo>
                    <a:pt x="163068" y="1102487"/>
                  </a:lnTo>
                  <a:lnTo>
                    <a:pt x="203453" y="1079627"/>
                  </a:lnTo>
                  <a:lnTo>
                    <a:pt x="245999" y="1067053"/>
                  </a:lnTo>
                  <a:lnTo>
                    <a:pt x="248284" y="1057021"/>
                  </a:lnTo>
                  <a:close/>
                </a:path>
                <a:path w="2731135" h="3210560">
                  <a:moveTo>
                    <a:pt x="298322" y="1934210"/>
                  </a:moveTo>
                  <a:lnTo>
                    <a:pt x="256666" y="1934337"/>
                  </a:lnTo>
                  <a:lnTo>
                    <a:pt x="215645" y="1924304"/>
                  </a:lnTo>
                  <a:lnTo>
                    <a:pt x="176021" y="1904492"/>
                  </a:lnTo>
                  <a:lnTo>
                    <a:pt x="138556" y="1874901"/>
                  </a:lnTo>
                </a:path>
                <a:path w="2731135" h="3210560">
                  <a:moveTo>
                    <a:pt x="439546" y="2582164"/>
                  </a:moveTo>
                  <a:lnTo>
                    <a:pt x="422528" y="2592070"/>
                  </a:lnTo>
                  <a:lnTo>
                    <a:pt x="405130" y="2600071"/>
                  </a:lnTo>
                  <a:lnTo>
                    <a:pt x="387476" y="2606167"/>
                  </a:lnTo>
                  <a:lnTo>
                    <a:pt x="369569" y="2610485"/>
                  </a:lnTo>
                </a:path>
                <a:path w="2731135" h="3210560">
                  <a:moveTo>
                    <a:pt x="1042543" y="2893568"/>
                  </a:moveTo>
                  <a:lnTo>
                    <a:pt x="1030351" y="2862580"/>
                  </a:lnTo>
                  <a:lnTo>
                    <a:pt x="1019301" y="2830703"/>
                  </a:lnTo>
                  <a:lnTo>
                    <a:pt x="1009269" y="2797937"/>
                  </a:lnTo>
                  <a:lnTo>
                    <a:pt x="1000378" y="2764282"/>
                  </a:lnTo>
                </a:path>
                <a:path w="2731135" h="3210560">
                  <a:moveTo>
                    <a:pt x="1822322" y="2571115"/>
                  </a:moveTo>
                  <a:lnTo>
                    <a:pt x="1819783" y="2607056"/>
                  </a:lnTo>
                  <a:lnTo>
                    <a:pt x="1816227" y="2642743"/>
                  </a:lnTo>
                  <a:lnTo>
                    <a:pt x="1811400" y="2678049"/>
                  </a:lnTo>
                  <a:lnTo>
                    <a:pt x="1805432" y="2712974"/>
                  </a:lnTo>
                </a:path>
                <a:path w="2731135" h="3210560">
                  <a:moveTo>
                    <a:pt x="2157095" y="1694688"/>
                  </a:moveTo>
                  <a:lnTo>
                    <a:pt x="2187702" y="1721612"/>
                  </a:lnTo>
                  <a:lnTo>
                    <a:pt x="2216277" y="1752600"/>
                  </a:lnTo>
                  <a:lnTo>
                    <a:pt x="2242693" y="1787525"/>
                  </a:lnTo>
                  <a:lnTo>
                    <a:pt x="2266822" y="1826006"/>
                  </a:lnTo>
                  <a:lnTo>
                    <a:pt x="2288412" y="1867662"/>
                  </a:lnTo>
                  <a:lnTo>
                    <a:pt x="2307590" y="1912366"/>
                  </a:lnTo>
                  <a:lnTo>
                    <a:pt x="2324099" y="1959610"/>
                  </a:lnTo>
                  <a:lnTo>
                    <a:pt x="2337688" y="2009267"/>
                  </a:lnTo>
                  <a:lnTo>
                    <a:pt x="2348610" y="2060829"/>
                  </a:lnTo>
                  <a:lnTo>
                    <a:pt x="2356358" y="2114296"/>
                  </a:lnTo>
                  <a:lnTo>
                    <a:pt x="2360930" y="2169033"/>
                  </a:lnTo>
                  <a:lnTo>
                    <a:pt x="2362327" y="2224786"/>
                  </a:lnTo>
                </a:path>
                <a:path w="2731135" h="3210560">
                  <a:moveTo>
                    <a:pt x="2641219" y="1130173"/>
                  </a:moveTo>
                  <a:lnTo>
                    <a:pt x="2623947" y="1185926"/>
                  </a:lnTo>
                  <a:lnTo>
                    <a:pt x="2602737" y="1237996"/>
                  </a:lnTo>
                  <a:lnTo>
                    <a:pt x="2577972" y="1285875"/>
                  </a:lnTo>
                  <a:lnTo>
                    <a:pt x="2549906" y="1328928"/>
                  </a:lnTo>
                </a:path>
                <a:path w="2731135" h="3210560">
                  <a:moveTo>
                    <a:pt x="2422017" y="392557"/>
                  </a:moveTo>
                  <a:lnTo>
                    <a:pt x="2424175" y="415925"/>
                  </a:lnTo>
                  <a:lnTo>
                    <a:pt x="2425827" y="439293"/>
                  </a:lnTo>
                  <a:lnTo>
                    <a:pt x="2426716" y="462914"/>
                  </a:lnTo>
                  <a:lnTo>
                    <a:pt x="2426843" y="486410"/>
                  </a:lnTo>
                </a:path>
                <a:path w="2731135" h="3210560">
                  <a:moveTo>
                    <a:pt x="1838197" y="283083"/>
                  </a:moveTo>
                  <a:lnTo>
                    <a:pt x="1847849" y="251206"/>
                  </a:lnTo>
                  <a:lnTo>
                    <a:pt x="1858898" y="220472"/>
                  </a:lnTo>
                  <a:lnTo>
                    <a:pt x="1871218" y="191135"/>
                  </a:lnTo>
                  <a:lnTo>
                    <a:pt x="1884933" y="163322"/>
                  </a:lnTo>
                </a:path>
                <a:path w="2731135" h="3210560">
                  <a:moveTo>
                    <a:pt x="1400175" y="340106"/>
                  </a:moveTo>
                  <a:lnTo>
                    <a:pt x="1404239" y="313436"/>
                  </a:lnTo>
                  <a:lnTo>
                    <a:pt x="1409445" y="287274"/>
                  </a:lnTo>
                  <a:lnTo>
                    <a:pt x="1415541" y="261747"/>
                  </a:lnTo>
                  <a:lnTo>
                    <a:pt x="1422781" y="236855"/>
                  </a:lnTo>
                </a:path>
                <a:path w="2731135" h="3210560">
                  <a:moveTo>
                    <a:pt x="886078" y="375158"/>
                  </a:moveTo>
                  <a:lnTo>
                    <a:pt x="907922" y="397128"/>
                  </a:lnTo>
                  <a:lnTo>
                    <a:pt x="929005" y="421259"/>
                  </a:lnTo>
                  <a:lnTo>
                    <a:pt x="949070" y="447294"/>
                  </a:lnTo>
                  <a:lnTo>
                    <a:pt x="968120" y="475361"/>
                  </a:lnTo>
                </a:path>
                <a:path w="2731135" h="3210560">
                  <a:moveTo>
                    <a:pt x="262635" y="1162558"/>
                  </a:moveTo>
                  <a:lnTo>
                    <a:pt x="258063" y="1136523"/>
                  </a:lnTo>
                  <a:lnTo>
                    <a:pt x="254253" y="1110234"/>
                  </a:lnTo>
                  <a:lnTo>
                    <a:pt x="250951" y="1083818"/>
                  </a:lnTo>
                  <a:lnTo>
                    <a:pt x="248284" y="1057148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2784" y="3078479"/>
              <a:ext cx="798576" cy="4099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85132" y="3439667"/>
              <a:ext cx="455295" cy="407034"/>
            </a:xfrm>
            <a:custGeom>
              <a:avLst/>
              <a:gdLst/>
              <a:ahLst/>
              <a:cxnLst/>
              <a:rect l="l" t="t" r="r" b="b"/>
              <a:pathLst>
                <a:path w="455295" h="407035">
                  <a:moveTo>
                    <a:pt x="227583" y="0"/>
                  </a:moveTo>
                  <a:lnTo>
                    <a:pt x="175387" y="5334"/>
                  </a:lnTo>
                  <a:lnTo>
                    <a:pt x="127507" y="20701"/>
                  </a:lnTo>
                  <a:lnTo>
                    <a:pt x="85216" y="44704"/>
                  </a:lnTo>
                  <a:lnTo>
                    <a:pt x="50037" y="76200"/>
                  </a:lnTo>
                  <a:lnTo>
                    <a:pt x="23113" y="113919"/>
                  </a:lnTo>
                  <a:lnTo>
                    <a:pt x="5968" y="156718"/>
                  </a:lnTo>
                  <a:lnTo>
                    <a:pt x="0" y="203200"/>
                  </a:lnTo>
                  <a:lnTo>
                    <a:pt x="5968" y="249809"/>
                  </a:lnTo>
                  <a:lnTo>
                    <a:pt x="23113" y="292608"/>
                  </a:lnTo>
                  <a:lnTo>
                    <a:pt x="50037" y="330327"/>
                  </a:lnTo>
                  <a:lnTo>
                    <a:pt x="85216" y="361823"/>
                  </a:lnTo>
                  <a:lnTo>
                    <a:pt x="127507" y="385826"/>
                  </a:lnTo>
                  <a:lnTo>
                    <a:pt x="175387" y="401193"/>
                  </a:lnTo>
                  <a:lnTo>
                    <a:pt x="227583" y="406527"/>
                  </a:lnTo>
                  <a:lnTo>
                    <a:pt x="279780" y="401193"/>
                  </a:lnTo>
                  <a:lnTo>
                    <a:pt x="327659" y="385826"/>
                  </a:lnTo>
                  <a:lnTo>
                    <a:pt x="369950" y="361823"/>
                  </a:lnTo>
                  <a:lnTo>
                    <a:pt x="405256" y="330327"/>
                  </a:lnTo>
                  <a:lnTo>
                    <a:pt x="432053" y="292608"/>
                  </a:lnTo>
                  <a:lnTo>
                    <a:pt x="449198" y="249809"/>
                  </a:lnTo>
                  <a:lnTo>
                    <a:pt x="455294" y="203200"/>
                  </a:lnTo>
                  <a:lnTo>
                    <a:pt x="449198" y="156718"/>
                  </a:lnTo>
                  <a:lnTo>
                    <a:pt x="432053" y="113919"/>
                  </a:lnTo>
                  <a:lnTo>
                    <a:pt x="405256" y="76200"/>
                  </a:lnTo>
                  <a:lnTo>
                    <a:pt x="369950" y="44704"/>
                  </a:lnTo>
                  <a:lnTo>
                    <a:pt x="327659" y="20701"/>
                  </a:lnTo>
                  <a:lnTo>
                    <a:pt x="279780" y="5334"/>
                  </a:lnTo>
                  <a:lnTo>
                    <a:pt x="2275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85132" y="3439667"/>
              <a:ext cx="455295" cy="407034"/>
            </a:xfrm>
            <a:custGeom>
              <a:avLst/>
              <a:gdLst/>
              <a:ahLst/>
              <a:cxnLst/>
              <a:rect l="l" t="t" r="r" b="b"/>
              <a:pathLst>
                <a:path w="455295" h="407035">
                  <a:moveTo>
                    <a:pt x="455294" y="203200"/>
                  </a:moveTo>
                  <a:lnTo>
                    <a:pt x="449198" y="249809"/>
                  </a:lnTo>
                  <a:lnTo>
                    <a:pt x="432053" y="292608"/>
                  </a:lnTo>
                  <a:lnTo>
                    <a:pt x="405256" y="330327"/>
                  </a:lnTo>
                  <a:lnTo>
                    <a:pt x="369950" y="361823"/>
                  </a:lnTo>
                  <a:lnTo>
                    <a:pt x="327659" y="385826"/>
                  </a:lnTo>
                  <a:lnTo>
                    <a:pt x="279780" y="401193"/>
                  </a:lnTo>
                  <a:lnTo>
                    <a:pt x="227583" y="406527"/>
                  </a:lnTo>
                  <a:lnTo>
                    <a:pt x="175387" y="401193"/>
                  </a:lnTo>
                  <a:lnTo>
                    <a:pt x="127507" y="385826"/>
                  </a:lnTo>
                  <a:lnTo>
                    <a:pt x="85216" y="361823"/>
                  </a:lnTo>
                  <a:lnTo>
                    <a:pt x="50037" y="330327"/>
                  </a:lnTo>
                  <a:lnTo>
                    <a:pt x="23113" y="292608"/>
                  </a:lnTo>
                  <a:lnTo>
                    <a:pt x="5968" y="249809"/>
                  </a:lnTo>
                  <a:lnTo>
                    <a:pt x="0" y="203200"/>
                  </a:lnTo>
                  <a:lnTo>
                    <a:pt x="5968" y="156718"/>
                  </a:lnTo>
                  <a:lnTo>
                    <a:pt x="23113" y="113919"/>
                  </a:lnTo>
                  <a:lnTo>
                    <a:pt x="50037" y="76200"/>
                  </a:lnTo>
                  <a:lnTo>
                    <a:pt x="85216" y="44704"/>
                  </a:lnTo>
                  <a:lnTo>
                    <a:pt x="127507" y="20701"/>
                  </a:lnTo>
                  <a:lnTo>
                    <a:pt x="175387" y="5334"/>
                  </a:lnTo>
                  <a:lnTo>
                    <a:pt x="227583" y="0"/>
                  </a:lnTo>
                  <a:lnTo>
                    <a:pt x="279780" y="5334"/>
                  </a:lnTo>
                  <a:lnTo>
                    <a:pt x="327659" y="20701"/>
                  </a:lnTo>
                  <a:lnTo>
                    <a:pt x="369950" y="44704"/>
                  </a:lnTo>
                  <a:lnTo>
                    <a:pt x="405256" y="76200"/>
                  </a:lnTo>
                  <a:lnTo>
                    <a:pt x="432053" y="113919"/>
                  </a:lnTo>
                  <a:lnTo>
                    <a:pt x="449198" y="156718"/>
                  </a:lnTo>
                  <a:lnTo>
                    <a:pt x="455294" y="203200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7191" y="3389376"/>
            <a:ext cx="166115" cy="14782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170932" y="3400044"/>
            <a:ext cx="315595" cy="283845"/>
            <a:chOff x="5170932" y="3400044"/>
            <a:chExt cx="315595" cy="283845"/>
          </a:xfrm>
        </p:grpSpPr>
        <p:sp>
          <p:nvSpPr>
            <p:cNvPr id="13" name="object 13"/>
            <p:cNvSpPr/>
            <p:nvPr/>
          </p:nvSpPr>
          <p:spPr>
            <a:xfrm>
              <a:off x="5177028" y="3406140"/>
              <a:ext cx="303530" cy="271780"/>
            </a:xfrm>
            <a:custGeom>
              <a:avLst/>
              <a:gdLst/>
              <a:ahLst/>
              <a:cxnLst/>
              <a:rect l="l" t="t" r="r" b="b"/>
              <a:pathLst>
                <a:path w="303529" h="271779">
                  <a:moveTo>
                    <a:pt x="151511" y="0"/>
                  </a:moveTo>
                  <a:lnTo>
                    <a:pt x="103632" y="6858"/>
                  </a:lnTo>
                  <a:lnTo>
                    <a:pt x="61975" y="26162"/>
                  </a:lnTo>
                  <a:lnTo>
                    <a:pt x="29210" y="55499"/>
                  </a:lnTo>
                  <a:lnTo>
                    <a:pt x="7747" y="92710"/>
                  </a:lnTo>
                  <a:lnTo>
                    <a:pt x="0" y="135509"/>
                  </a:lnTo>
                  <a:lnTo>
                    <a:pt x="7747" y="178435"/>
                  </a:lnTo>
                  <a:lnTo>
                    <a:pt x="29210" y="215773"/>
                  </a:lnTo>
                  <a:lnTo>
                    <a:pt x="61975" y="245110"/>
                  </a:lnTo>
                  <a:lnTo>
                    <a:pt x="103632" y="264414"/>
                  </a:lnTo>
                  <a:lnTo>
                    <a:pt x="151511" y="271272"/>
                  </a:lnTo>
                  <a:lnTo>
                    <a:pt x="199517" y="264414"/>
                  </a:lnTo>
                  <a:lnTo>
                    <a:pt x="241046" y="245110"/>
                  </a:lnTo>
                  <a:lnTo>
                    <a:pt x="273938" y="215773"/>
                  </a:lnTo>
                  <a:lnTo>
                    <a:pt x="295401" y="178435"/>
                  </a:lnTo>
                  <a:lnTo>
                    <a:pt x="303149" y="135509"/>
                  </a:lnTo>
                  <a:lnTo>
                    <a:pt x="295401" y="92710"/>
                  </a:lnTo>
                  <a:lnTo>
                    <a:pt x="273938" y="55499"/>
                  </a:lnTo>
                  <a:lnTo>
                    <a:pt x="241046" y="26162"/>
                  </a:lnTo>
                  <a:lnTo>
                    <a:pt x="199517" y="6858"/>
                  </a:lnTo>
                  <a:lnTo>
                    <a:pt x="15151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77028" y="3406140"/>
              <a:ext cx="303530" cy="271780"/>
            </a:xfrm>
            <a:custGeom>
              <a:avLst/>
              <a:gdLst/>
              <a:ahLst/>
              <a:cxnLst/>
              <a:rect l="l" t="t" r="r" b="b"/>
              <a:pathLst>
                <a:path w="303529" h="271779">
                  <a:moveTo>
                    <a:pt x="303149" y="135509"/>
                  </a:moveTo>
                  <a:lnTo>
                    <a:pt x="295401" y="178435"/>
                  </a:lnTo>
                  <a:lnTo>
                    <a:pt x="273938" y="215773"/>
                  </a:lnTo>
                  <a:lnTo>
                    <a:pt x="241046" y="245110"/>
                  </a:lnTo>
                  <a:lnTo>
                    <a:pt x="199517" y="264414"/>
                  </a:lnTo>
                  <a:lnTo>
                    <a:pt x="151511" y="271272"/>
                  </a:lnTo>
                  <a:lnTo>
                    <a:pt x="103632" y="264414"/>
                  </a:lnTo>
                  <a:lnTo>
                    <a:pt x="61975" y="245110"/>
                  </a:lnTo>
                  <a:lnTo>
                    <a:pt x="29210" y="215773"/>
                  </a:lnTo>
                  <a:lnTo>
                    <a:pt x="7747" y="178435"/>
                  </a:lnTo>
                  <a:lnTo>
                    <a:pt x="0" y="135509"/>
                  </a:lnTo>
                  <a:lnTo>
                    <a:pt x="7747" y="92710"/>
                  </a:lnTo>
                  <a:lnTo>
                    <a:pt x="29210" y="55499"/>
                  </a:lnTo>
                  <a:lnTo>
                    <a:pt x="61975" y="26162"/>
                  </a:lnTo>
                  <a:lnTo>
                    <a:pt x="103632" y="6858"/>
                  </a:lnTo>
                  <a:lnTo>
                    <a:pt x="151511" y="0"/>
                  </a:lnTo>
                  <a:lnTo>
                    <a:pt x="199517" y="6858"/>
                  </a:lnTo>
                  <a:lnTo>
                    <a:pt x="241046" y="26162"/>
                  </a:lnTo>
                  <a:lnTo>
                    <a:pt x="273938" y="55499"/>
                  </a:lnTo>
                  <a:lnTo>
                    <a:pt x="295401" y="92710"/>
                  </a:lnTo>
                  <a:lnTo>
                    <a:pt x="303149" y="135509"/>
                  </a:lnTo>
                  <a:close/>
                </a:path>
              </a:pathLst>
            </a:custGeom>
            <a:ln w="12191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00476" y="3178301"/>
            <a:ext cx="474980" cy="715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CAR</a:t>
            </a:r>
            <a:endParaRPr sz="16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1595"/>
              </a:spcBef>
            </a:pPr>
            <a:r>
              <a:rPr sz="1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CAR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88107" y="3526535"/>
            <a:ext cx="848994" cy="1221105"/>
            <a:chOff x="2388107" y="3526535"/>
            <a:chExt cx="848994" cy="122110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8107" y="3526535"/>
              <a:ext cx="810768" cy="3718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09087" y="4000499"/>
              <a:ext cx="627888" cy="2956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34995" y="4428743"/>
              <a:ext cx="601980" cy="31851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254755" y="4091685"/>
            <a:ext cx="562610" cy="66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BIKE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BIKE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79692" y="3805428"/>
            <a:ext cx="3768725" cy="1217295"/>
            <a:chOff x="6679692" y="3805428"/>
            <a:chExt cx="3768725" cy="1217295"/>
          </a:xfrm>
        </p:grpSpPr>
        <p:sp>
          <p:nvSpPr>
            <p:cNvPr id="22" name="object 22"/>
            <p:cNvSpPr/>
            <p:nvPr/>
          </p:nvSpPr>
          <p:spPr>
            <a:xfrm>
              <a:off x="6685788" y="3811524"/>
              <a:ext cx="3756660" cy="1205230"/>
            </a:xfrm>
            <a:custGeom>
              <a:avLst/>
              <a:gdLst/>
              <a:ahLst/>
              <a:cxnLst/>
              <a:rect l="l" t="t" r="r" b="b"/>
              <a:pathLst>
                <a:path w="3756659" h="1205229">
                  <a:moveTo>
                    <a:pt x="2352675" y="126"/>
                  </a:moveTo>
                  <a:lnTo>
                    <a:pt x="2294381" y="0"/>
                  </a:lnTo>
                  <a:lnTo>
                    <a:pt x="2236088" y="762"/>
                  </a:lnTo>
                  <a:lnTo>
                    <a:pt x="2177795" y="2539"/>
                  </a:lnTo>
                  <a:lnTo>
                    <a:pt x="2119883" y="5333"/>
                  </a:lnTo>
                  <a:lnTo>
                    <a:pt x="2062098" y="9017"/>
                  </a:lnTo>
                  <a:lnTo>
                    <a:pt x="2004694" y="13715"/>
                  </a:lnTo>
                  <a:lnTo>
                    <a:pt x="1947798" y="19431"/>
                  </a:lnTo>
                  <a:lnTo>
                    <a:pt x="1891410" y="26034"/>
                  </a:lnTo>
                  <a:lnTo>
                    <a:pt x="1835530" y="33655"/>
                  </a:lnTo>
                  <a:lnTo>
                    <a:pt x="1780285" y="42290"/>
                  </a:lnTo>
                  <a:lnTo>
                    <a:pt x="1725929" y="51815"/>
                  </a:lnTo>
                  <a:lnTo>
                    <a:pt x="1672208" y="62230"/>
                  </a:lnTo>
                  <a:lnTo>
                    <a:pt x="1619503" y="73659"/>
                  </a:lnTo>
                  <a:lnTo>
                    <a:pt x="1567687" y="86106"/>
                  </a:lnTo>
                  <a:lnTo>
                    <a:pt x="1517014" y="99440"/>
                  </a:lnTo>
                  <a:lnTo>
                    <a:pt x="1467357" y="113792"/>
                  </a:lnTo>
                  <a:lnTo>
                    <a:pt x="1418970" y="129031"/>
                  </a:lnTo>
                  <a:lnTo>
                    <a:pt x="1371727" y="145287"/>
                  </a:lnTo>
                  <a:lnTo>
                    <a:pt x="1326006" y="162432"/>
                  </a:lnTo>
                  <a:lnTo>
                    <a:pt x="1281556" y="180594"/>
                  </a:lnTo>
                  <a:lnTo>
                    <a:pt x="1238630" y="199644"/>
                  </a:lnTo>
                  <a:lnTo>
                    <a:pt x="0" y="23621"/>
                  </a:lnTo>
                  <a:lnTo>
                    <a:pt x="955039" y="396875"/>
                  </a:lnTo>
                  <a:lnTo>
                    <a:pt x="927607" y="431673"/>
                  </a:lnTo>
                  <a:lnTo>
                    <a:pt x="905382" y="466725"/>
                  </a:lnTo>
                  <a:lnTo>
                    <a:pt x="888491" y="502157"/>
                  </a:lnTo>
                  <a:lnTo>
                    <a:pt x="876680" y="537718"/>
                  </a:lnTo>
                  <a:lnTo>
                    <a:pt x="869950" y="573277"/>
                  </a:lnTo>
                  <a:lnTo>
                    <a:pt x="868426" y="608711"/>
                  </a:lnTo>
                  <a:lnTo>
                    <a:pt x="871727" y="644144"/>
                  </a:lnTo>
                  <a:lnTo>
                    <a:pt x="893317" y="714120"/>
                  </a:lnTo>
                  <a:lnTo>
                    <a:pt x="934338" y="782574"/>
                  </a:lnTo>
                  <a:lnTo>
                    <a:pt x="962025" y="815975"/>
                  </a:lnTo>
                  <a:lnTo>
                    <a:pt x="994282" y="848613"/>
                  </a:lnTo>
                  <a:lnTo>
                    <a:pt x="1031239" y="880490"/>
                  </a:lnTo>
                  <a:lnTo>
                    <a:pt x="1072768" y="911606"/>
                  </a:lnTo>
                  <a:lnTo>
                    <a:pt x="1118742" y="941577"/>
                  </a:lnTo>
                  <a:lnTo>
                    <a:pt x="1169161" y="970661"/>
                  </a:lnTo>
                  <a:lnTo>
                    <a:pt x="1224152" y="998601"/>
                  </a:lnTo>
                  <a:lnTo>
                    <a:pt x="1283334" y="1025144"/>
                  </a:lnTo>
                  <a:lnTo>
                    <a:pt x="1346834" y="1050544"/>
                  </a:lnTo>
                  <a:lnTo>
                    <a:pt x="1394332" y="1067562"/>
                  </a:lnTo>
                  <a:lnTo>
                    <a:pt x="1443101" y="1083690"/>
                  </a:lnTo>
                  <a:lnTo>
                    <a:pt x="1493011" y="1098677"/>
                  </a:lnTo>
                  <a:lnTo>
                    <a:pt x="1543938" y="1112774"/>
                  </a:lnTo>
                  <a:lnTo>
                    <a:pt x="1596008" y="1125855"/>
                  </a:lnTo>
                  <a:lnTo>
                    <a:pt x="1648967" y="1137920"/>
                  </a:lnTo>
                  <a:lnTo>
                    <a:pt x="1702815" y="1148969"/>
                  </a:lnTo>
                  <a:lnTo>
                    <a:pt x="1757426" y="1159002"/>
                  </a:lnTo>
                  <a:lnTo>
                    <a:pt x="1812797" y="1168019"/>
                  </a:lnTo>
                  <a:lnTo>
                    <a:pt x="1868804" y="1176020"/>
                  </a:lnTo>
                  <a:lnTo>
                    <a:pt x="1925319" y="1183132"/>
                  </a:lnTo>
                  <a:lnTo>
                    <a:pt x="1982342" y="1189227"/>
                  </a:lnTo>
                  <a:lnTo>
                    <a:pt x="2039873" y="1194308"/>
                  </a:lnTo>
                  <a:lnTo>
                    <a:pt x="2097658" y="1198371"/>
                  </a:lnTo>
                  <a:lnTo>
                    <a:pt x="2155697" y="1201546"/>
                  </a:lnTo>
                  <a:lnTo>
                    <a:pt x="2213990" y="1203706"/>
                  </a:lnTo>
                  <a:lnTo>
                    <a:pt x="2272283" y="1204849"/>
                  </a:lnTo>
                  <a:lnTo>
                    <a:pt x="2330704" y="1204976"/>
                  </a:lnTo>
                  <a:lnTo>
                    <a:pt x="2388996" y="1204214"/>
                  </a:lnTo>
                  <a:lnTo>
                    <a:pt x="2447162" y="1202436"/>
                  </a:lnTo>
                  <a:lnTo>
                    <a:pt x="2505202" y="1199642"/>
                  </a:lnTo>
                  <a:lnTo>
                    <a:pt x="2562859" y="1195958"/>
                  </a:lnTo>
                  <a:lnTo>
                    <a:pt x="2620263" y="1191259"/>
                  </a:lnTo>
                  <a:lnTo>
                    <a:pt x="2677159" y="1185545"/>
                  </a:lnTo>
                  <a:lnTo>
                    <a:pt x="2733675" y="1178940"/>
                  </a:lnTo>
                  <a:lnTo>
                    <a:pt x="2789428" y="1171320"/>
                  </a:lnTo>
                  <a:lnTo>
                    <a:pt x="2844672" y="1162812"/>
                  </a:lnTo>
                  <a:lnTo>
                    <a:pt x="2899155" y="1153159"/>
                  </a:lnTo>
                  <a:lnTo>
                    <a:pt x="2952750" y="1142745"/>
                  </a:lnTo>
                  <a:lnTo>
                    <a:pt x="3005454" y="1131315"/>
                  </a:lnTo>
                  <a:lnTo>
                    <a:pt x="3057270" y="1118870"/>
                  </a:lnTo>
                  <a:lnTo>
                    <a:pt x="3108070" y="1105534"/>
                  </a:lnTo>
                  <a:lnTo>
                    <a:pt x="3157601" y="1091183"/>
                  </a:lnTo>
                  <a:lnTo>
                    <a:pt x="3206114" y="1075944"/>
                  </a:lnTo>
                  <a:lnTo>
                    <a:pt x="3253231" y="1059688"/>
                  </a:lnTo>
                  <a:lnTo>
                    <a:pt x="3299079" y="1042543"/>
                  </a:lnTo>
                  <a:lnTo>
                    <a:pt x="3343402" y="1024382"/>
                  </a:lnTo>
                  <a:lnTo>
                    <a:pt x="3386328" y="1005332"/>
                  </a:lnTo>
                  <a:lnTo>
                    <a:pt x="3439413" y="979296"/>
                  </a:lnTo>
                  <a:lnTo>
                    <a:pt x="3488435" y="952373"/>
                  </a:lnTo>
                  <a:lnTo>
                    <a:pt x="3533266" y="924559"/>
                  </a:lnTo>
                  <a:lnTo>
                    <a:pt x="3573906" y="896112"/>
                  </a:lnTo>
                  <a:lnTo>
                    <a:pt x="3610482" y="866901"/>
                  </a:lnTo>
                  <a:lnTo>
                    <a:pt x="3642994" y="837183"/>
                  </a:lnTo>
                  <a:lnTo>
                    <a:pt x="3671315" y="806957"/>
                  </a:lnTo>
                  <a:lnTo>
                    <a:pt x="3715892" y="745108"/>
                  </a:lnTo>
                  <a:lnTo>
                    <a:pt x="3744213" y="682117"/>
                  </a:lnTo>
                  <a:lnTo>
                    <a:pt x="3756152" y="618363"/>
                  </a:lnTo>
                  <a:lnTo>
                    <a:pt x="3756152" y="586486"/>
                  </a:lnTo>
                  <a:lnTo>
                    <a:pt x="3744086" y="522986"/>
                  </a:lnTo>
                  <a:lnTo>
                    <a:pt x="3715892" y="460120"/>
                  </a:lnTo>
                  <a:lnTo>
                    <a:pt x="3671823" y="398652"/>
                  </a:lnTo>
                  <a:lnTo>
                    <a:pt x="3643883" y="368681"/>
                  </a:lnTo>
                  <a:lnTo>
                    <a:pt x="3611879" y="339217"/>
                  </a:lnTo>
                  <a:lnTo>
                    <a:pt x="3575938" y="310388"/>
                  </a:lnTo>
                  <a:lnTo>
                    <a:pt x="3536187" y="282194"/>
                  </a:lnTo>
                  <a:lnTo>
                    <a:pt x="3492372" y="254762"/>
                  </a:lnTo>
                  <a:lnTo>
                    <a:pt x="3444620" y="228345"/>
                  </a:lnTo>
                  <a:lnTo>
                    <a:pt x="3393058" y="202692"/>
                  </a:lnTo>
                  <a:lnTo>
                    <a:pt x="3337559" y="178053"/>
                  </a:lnTo>
                  <a:lnTo>
                    <a:pt x="3278123" y="154431"/>
                  </a:lnTo>
                  <a:lnTo>
                    <a:pt x="3230626" y="137413"/>
                  </a:lnTo>
                  <a:lnTo>
                    <a:pt x="3181984" y="121284"/>
                  </a:lnTo>
                  <a:lnTo>
                    <a:pt x="3132073" y="106299"/>
                  </a:lnTo>
                  <a:lnTo>
                    <a:pt x="3081019" y="92201"/>
                  </a:lnTo>
                  <a:lnTo>
                    <a:pt x="3028950" y="79120"/>
                  </a:lnTo>
                  <a:lnTo>
                    <a:pt x="2975990" y="67182"/>
                  </a:lnTo>
                  <a:lnTo>
                    <a:pt x="2922142" y="56133"/>
                  </a:lnTo>
                  <a:lnTo>
                    <a:pt x="2867532" y="46100"/>
                  </a:lnTo>
                  <a:lnTo>
                    <a:pt x="2812160" y="36956"/>
                  </a:lnTo>
                  <a:lnTo>
                    <a:pt x="2756154" y="28956"/>
                  </a:lnTo>
                  <a:lnTo>
                    <a:pt x="2699638" y="21843"/>
                  </a:lnTo>
                  <a:lnTo>
                    <a:pt x="2642615" y="15748"/>
                  </a:lnTo>
                  <a:lnTo>
                    <a:pt x="2585084" y="10668"/>
                  </a:lnTo>
                  <a:lnTo>
                    <a:pt x="2527300" y="6603"/>
                  </a:lnTo>
                  <a:lnTo>
                    <a:pt x="2469260" y="3428"/>
                  </a:lnTo>
                  <a:lnTo>
                    <a:pt x="2411094" y="1269"/>
                  </a:lnTo>
                  <a:lnTo>
                    <a:pt x="2352675" y="126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85788" y="3811524"/>
              <a:ext cx="3756660" cy="1205230"/>
            </a:xfrm>
            <a:custGeom>
              <a:avLst/>
              <a:gdLst/>
              <a:ahLst/>
              <a:cxnLst/>
              <a:rect l="l" t="t" r="r" b="b"/>
              <a:pathLst>
                <a:path w="3756659" h="1205229">
                  <a:moveTo>
                    <a:pt x="0" y="23621"/>
                  </a:moveTo>
                  <a:lnTo>
                    <a:pt x="1238630" y="199644"/>
                  </a:lnTo>
                  <a:lnTo>
                    <a:pt x="1281556" y="180594"/>
                  </a:lnTo>
                  <a:lnTo>
                    <a:pt x="1326006" y="162432"/>
                  </a:lnTo>
                  <a:lnTo>
                    <a:pt x="1371727" y="145287"/>
                  </a:lnTo>
                  <a:lnTo>
                    <a:pt x="1418970" y="129031"/>
                  </a:lnTo>
                  <a:lnTo>
                    <a:pt x="1467357" y="113792"/>
                  </a:lnTo>
                  <a:lnTo>
                    <a:pt x="1517014" y="99440"/>
                  </a:lnTo>
                  <a:lnTo>
                    <a:pt x="1567687" y="86106"/>
                  </a:lnTo>
                  <a:lnTo>
                    <a:pt x="1619503" y="73659"/>
                  </a:lnTo>
                  <a:lnTo>
                    <a:pt x="1672208" y="62230"/>
                  </a:lnTo>
                  <a:lnTo>
                    <a:pt x="1725929" y="51815"/>
                  </a:lnTo>
                  <a:lnTo>
                    <a:pt x="1780285" y="42290"/>
                  </a:lnTo>
                  <a:lnTo>
                    <a:pt x="1835530" y="33655"/>
                  </a:lnTo>
                  <a:lnTo>
                    <a:pt x="1891410" y="26034"/>
                  </a:lnTo>
                  <a:lnTo>
                    <a:pt x="1947798" y="19431"/>
                  </a:lnTo>
                  <a:lnTo>
                    <a:pt x="2004694" y="13715"/>
                  </a:lnTo>
                  <a:lnTo>
                    <a:pt x="2062098" y="9017"/>
                  </a:lnTo>
                  <a:lnTo>
                    <a:pt x="2119883" y="5333"/>
                  </a:lnTo>
                  <a:lnTo>
                    <a:pt x="2177795" y="2539"/>
                  </a:lnTo>
                  <a:lnTo>
                    <a:pt x="2236088" y="762"/>
                  </a:lnTo>
                  <a:lnTo>
                    <a:pt x="2294381" y="0"/>
                  </a:lnTo>
                  <a:lnTo>
                    <a:pt x="2352675" y="126"/>
                  </a:lnTo>
                  <a:lnTo>
                    <a:pt x="2411094" y="1269"/>
                  </a:lnTo>
                  <a:lnTo>
                    <a:pt x="2469260" y="3428"/>
                  </a:lnTo>
                  <a:lnTo>
                    <a:pt x="2527300" y="6603"/>
                  </a:lnTo>
                  <a:lnTo>
                    <a:pt x="2585084" y="10668"/>
                  </a:lnTo>
                  <a:lnTo>
                    <a:pt x="2642615" y="15748"/>
                  </a:lnTo>
                  <a:lnTo>
                    <a:pt x="2699638" y="21843"/>
                  </a:lnTo>
                  <a:lnTo>
                    <a:pt x="2756154" y="28956"/>
                  </a:lnTo>
                  <a:lnTo>
                    <a:pt x="2812160" y="36956"/>
                  </a:lnTo>
                  <a:lnTo>
                    <a:pt x="2867532" y="46100"/>
                  </a:lnTo>
                  <a:lnTo>
                    <a:pt x="2922142" y="56133"/>
                  </a:lnTo>
                  <a:lnTo>
                    <a:pt x="2975990" y="67182"/>
                  </a:lnTo>
                  <a:lnTo>
                    <a:pt x="3028950" y="79120"/>
                  </a:lnTo>
                  <a:lnTo>
                    <a:pt x="3081019" y="92201"/>
                  </a:lnTo>
                  <a:lnTo>
                    <a:pt x="3132073" y="106299"/>
                  </a:lnTo>
                  <a:lnTo>
                    <a:pt x="3181984" y="121284"/>
                  </a:lnTo>
                  <a:lnTo>
                    <a:pt x="3230626" y="137413"/>
                  </a:lnTo>
                  <a:lnTo>
                    <a:pt x="3278123" y="154431"/>
                  </a:lnTo>
                  <a:lnTo>
                    <a:pt x="3337559" y="178053"/>
                  </a:lnTo>
                  <a:lnTo>
                    <a:pt x="3393058" y="202692"/>
                  </a:lnTo>
                  <a:lnTo>
                    <a:pt x="3444620" y="228345"/>
                  </a:lnTo>
                  <a:lnTo>
                    <a:pt x="3492372" y="254762"/>
                  </a:lnTo>
                  <a:lnTo>
                    <a:pt x="3536187" y="282194"/>
                  </a:lnTo>
                  <a:lnTo>
                    <a:pt x="3575938" y="310388"/>
                  </a:lnTo>
                  <a:lnTo>
                    <a:pt x="3611879" y="339217"/>
                  </a:lnTo>
                  <a:lnTo>
                    <a:pt x="3643883" y="368681"/>
                  </a:lnTo>
                  <a:lnTo>
                    <a:pt x="3671823" y="398652"/>
                  </a:lnTo>
                  <a:lnTo>
                    <a:pt x="3715892" y="460120"/>
                  </a:lnTo>
                  <a:lnTo>
                    <a:pt x="3744086" y="522986"/>
                  </a:lnTo>
                  <a:lnTo>
                    <a:pt x="3756152" y="586486"/>
                  </a:lnTo>
                  <a:lnTo>
                    <a:pt x="3756152" y="618363"/>
                  </a:lnTo>
                  <a:lnTo>
                    <a:pt x="3732021" y="713739"/>
                  </a:lnTo>
                  <a:lnTo>
                    <a:pt x="3695700" y="776224"/>
                  </a:lnTo>
                  <a:lnTo>
                    <a:pt x="3642994" y="837183"/>
                  </a:lnTo>
                  <a:lnTo>
                    <a:pt x="3610482" y="866901"/>
                  </a:lnTo>
                  <a:lnTo>
                    <a:pt x="3573906" y="896112"/>
                  </a:lnTo>
                  <a:lnTo>
                    <a:pt x="3533266" y="924559"/>
                  </a:lnTo>
                  <a:lnTo>
                    <a:pt x="3488435" y="952373"/>
                  </a:lnTo>
                  <a:lnTo>
                    <a:pt x="3439413" y="979296"/>
                  </a:lnTo>
                  <a:lnTo>
                    <a:pt x="3386328" y="1005332"/>
                  </a:lnTo>
                  <a:lnTo>
                    <a:pt x="3343402" y="1024382"/>
                  </a:lnTo>
                  <a:lnTo>
                    <a:pt x="3299079" y="1042543"/>
                  </a:lnTo>
                  <a:lnTo>
                    <a:pt x="3253231" y="1059688"/>
                  </a:lnTo>
                  <a:lnTo>
                    <a:pt x="3206114" y="1075944"/>
                  </a:lnTo>
                  <a:lnTo>
                    <a:pt x="3157601" y="1091183"/>
                  </a:lnTo>
                  <a:lnTo>
                    <a:pt x="3108070" y="1105534"/>
                  </a:lnTo>
                  <a:lnTo>
                    <a:pt x="3057270" y="1118870"/>
                  </a:lnTo>
                  <a:lnTo>
                    <a:pt x="3005454" y="1131315"/>
                  </a:lnTo>
                  <a:lnTo>
                    <a:pt x="2952750" y="1142745"/>
                  </a:lnTo>
                  <a:lnTo>
                    <a:pt x="2899155" y="1153159"/>
                  </a:lnTo>
                  <a:lnTo>
                    <a:pt x="2844672" y="1162812"/>
                  </a:lnTo>
                  <a:lnTo>
                    <a:pt x="2789428" y="1171320"/>
                  </a:lnTo>
                  <a:lnTo>
                    <a:pt x="2733675" y="1178940"/>
                  </a:lnTo>
                  <a:lnTo>
                    <a:pt x="2677159" y="1185545"/>
                  </a:lnTo>
                  <a:lnTo>
                    <a:pt x="2620263" y="1191259"/>
                  </a:lnTo>
                  <a:lnTo>
                    <a:pt x="2562859" y="1195958"/>
                  </a:lnTo>
                  <a:lnTo>
                    <a:pt x="2505202" y="1199642"/>
                  </a:lnTo>
                  <a:lnTo>
                    <a:pt x="2447162" y="1202436"/>
                  </a:lnTo>
                  <a:lnTo>
                    <a:pt x="2388996" y="1204214"/>
                  </a:lnTo>
                  <a:lnTo>
                    <a:pt x="2330704" y="1204976"/>
                  </a:lnTo>
                  <a:lnTo>
                    <a:pt x="2272283" y="1204849"/>
                  </a:lnTo>
                  <a:lnTo>
                    <a:pt x="2213990" y="1203706"/>
                  </a:lnTo>
                  <a:lnTo>
                    <a:pt x="2155697" y="1201546"/>
                  </a:lnTo>
                  <a:lnTo>
                    <a:pt x="2097658" y="1198371"/>
                  </a:lnTo>
                  <a:lnTo>
                    <a:pt x="2039873" y="1194308"/>
                  </a:lnTo>
                  <a:lnTo>
                    <a:pt x="1982342" y="1189227"/>
                  </a:lnTo>
                  <a:lnTo>
                    <a:pt x="1925319" y="1183132"/>
                  </a:lnTo>
                  <a:lnTo>
                    <a:pt x="1868804" y="1176020"/>
                  </a:lnTo>
                  <a:lnTo>
                    <a:pt x="1812797" y="1168019"/>
                  </a:lnTo>
                  <a:lnTo>
                    <a:pt x="1757426" y="1159002"/>
                  </a:lnTo>
                  <a:lnTo>
                    <a:pt x="1702815" y="1148969"/>
                  </a:lnTo>
                  <a:lnTo>
                    <a:pt x="1648967" y="1137920"/>
                  </a:lnTo>
                  <a:lnTo>
                    <a:pt x="1596008" y="1125855"/>
                  </a:lnTo>
                  <a:lnTo>
                    <a:pt x="1543938" y="1112774"/>
                  </a:lnTo>
                  <a:lnTo>
                    <a:pt x="1493011" y="1098677"/>
                  </a:lnTo>
                  <a:lnTo>
                    <a:pt x="1443101" y="1083690"/>
                  </a:lnTo>
                  <a:lnTo>
                    <a:pt x="1394332" y="1067562"/>
                  </a:lnTo>
                  <a:lnTo>
                    <a:pt x="1346834" y="1050544"/>
                  </a:lnTo>
                  <a:lnTo>
                    <a:pt x="1283334" y="1025144"/>
                  </a:lnTo>
                  <a:lnTo>
                    <a:pt x="1224152" y="998601"/>
                  </a:lnTo>
                  <a:lnTo>
                    <a:pt x="1169161" y="970661"/>
                  </a:lnTo>
                  <a:lnTo>
                    <a:pt x="1118742" y="941577"/>
                  </a:lnTo>
                  <a:lnTo>
                    <a:pt x="1072768" y="911606"/>
                  </a:lnTo>
                  <a:lnTo>
                    <a:pt x="1031239" y="880490"/>
                  </a:lnTo>
                  <a:lnTo>
                    <a:pt x="994282" y="848613"/>
                  </a:lnTo>
                  <a:lnTo>
                    <a:pt x="962025" y="815975"/>
                  </a:lnTo>
                  <a:lnTo>
                    <a:pt x="934338" y="782574"/>
                  </a:lnTo>
                  <a:lnTo>
                    <a:pt x="911478" y="748664"/>
                  </a:lnTo>
                  <a:lnTo>
                    <a:pt x="880109" y="679323"/>
                  </a:lnTo>
                  <a:lnTo>
                    <a:pt x="868426" y="608711"/>
                  </a:lnTo>
                  <a:lnTo>
                    <a:pt x="869950" y="573277"/>
                  </a:lnTo>
                  <a:lnTo>
                    <a:pt x="888491" y="502157"/>
                  </a:lnTo>
                  <a:lnTo>
                    <a:pt x="905382" y="466725"/>
                  </a:lnTo>
                  <a:lnTo>
                    <a:pt x="927607" y="431673"/>
                  </a:lnTo>
                  <a:lnTo>
                    <a:pt x="955039" y="396875"/>
                  </a:lnTo>
                  <a:lnTo>
                    <a:pt x="0" y="23621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229727" y="4225797"/>
            <a:ext cx="1460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CAR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333D50"/>
                </a:solidFill>
              </a:rPr>
              <a:t>Let</a:t>
            </a:r>
            <a:r>
              <a:rPr sz="4400" spc="-18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us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ask</a:t>
            </a:r>
            <a:r>
              <a:rPr sz="4400" spc="-180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the</a:t>
            </a:r>
            <a:r>
              <a:rPr sz="4400" spc="-18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same</a:t>
            </a:r>
            <a:r>
              <a:rPr sz="4400" spc="-190" dirty="0">
                <a:solidFill>
                  <a:srgbClr val="333D50"/>
                </a:solidFill>
              </a:rPr>
              <a:t> </a:t>
            </a:r>
            <a:r>
              <a:rPr sz="4400" spc="-35" dirty="0">
                <a:solidFill>
                  <a:srgbClr val="333D50"/>
                </a:solidFill>
              </a:rPr>
              <a:t>question</a:t>
            </a:r>
            <a:r>
              <a:rPr sz="4400" spc="-204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to</a:t>
            </a:r>
            <a:r>
              <a:rPr sz="4400" spc="-160" dirty="0">
                <a:solidFill>
                  <a:srgbClr val="333D50"/>
                </a:solidFill>
              </a:rPr>
              <a:t> </a:t>
            </a:r>
            <a:r>
              <a:rPr sz="4400" spc="-25" dirty="0">
                <a:solidFill>
                  <a:srgbClr val="333D50"/>
                </a:solidFill>
              </a:rPr>
              <a:t>him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4664" y="1051560"/>
            <a:ext cx="1769364" cy="12451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456432" y="1837944"/>
            <a:ext cx="2351405" cy="916305"/>
            <a:chOff x="3456432" y="1837944"/>
            <a:chExt cx="2351405" cy="9163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432" y="2539365"/>
              <a:ext cx="253872" cy="2145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8235" y="1837944"/>
              <a:ext cx="2149475" cy="844550"/>
            </a:xfrm>
            <a:custGeom>
              <a:avLst/>
              <a:gdLst/>
              <a:ahLst/>
              <a:cxnLst/>
              <a:rect l="l" t="t" r="r" b="b"/>
              <a:pathLst>
                <a:path w="2149475" h="844550">
                  <a:moveTo>
                    <a:pt x="2123186" y="0"/>
                  </a:moveTo>
                  <a:lnTo>
                    <a:pt x="0" y="773048"/>
                  </a:lnTo>
                  <a:lnTo>
                    <a:pt x="26035" y="844422"/>
                  </a:lnTo>
                  <a:lnTo>
                    <a:pt x="2149348" y="71500"/>
                  </a:lnTo>
                  <a:lnTo>
                    <a:pt x="212318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55390" y="1467739"/>
            <a:ext cx="1303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1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this?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208" y="2359151"/>
            <a:ext cx="27686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333D50"/>
                </a:solidFill>
              </a:rPr>
              <a:t>Let</a:t>
            </a:r>
            <a:r>
              <a:rPr sz="4400" spc="-18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us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ask</a:t>
            </a:r>
            <a:r>
              <a:rPr sz="4400" spc="-180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the</a:t>
            </a:r>
            <a:r>
              <a:rPr sz="4400" spc="-18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same</a:t>
            </a:r>
            <a:r>
              <a:rPr sz="4400" spc="-190" dirty="0">
                <a:solidFill>
                  <a:srgbClr val="333D50"/>
                </a:solidFill>
              </a:rPr>
              <a:t> </a:t>
            </a:r>
            <a:r>
              <a:rPr sz="4400" spc="-35" dirty="0">
                <a:solidFill>
                  <a:srgbClr val="333D50"/>
                </a:solidFill>
              </a:rPr>
              <a:t>question</a:t>
            </a:r>
            <a:r>
              <a:rPr sz="4400" spc="-204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to</a:t>
            </a:r>
            <a:r>
              <a:rPr sz="4400" spc="-160" dirty="0">
                <a:solidFill>
                  <a:srgbClr val="333D50"/>
                </a:solidFill>
              </a:rPr>
              <a:t> </a:t>
            </a:r>
            <a:r>
              <a:rPr sz="4400" spc="-25" dirty="0">
                <a:solidFill>
                  <a:srgbClr val="333D50"/>
                </a:solidFill>
              </a:rPr>
              <a:t>him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4664" y="1051560"/>
            <a:ext cx="1769364" cy="12451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456432" y="1837944"/>
            <a:ext cx="2351405" cy="916305"/>
            <a:chOff x="3456432" y="1837944"/>
            <a:chExt cx="2351405" cy="9163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432" y="2539365"/>
              <a:ext cx="253872" cy="2145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58235" y="1837944"/>
              <a:ext cx="2149475" cy="844550"/>
            </a:xfrm>
            <a:custGeom>
              <a:avLst/>
              <a:gdLst/>
              <a:ahLst/>
              <a:cxnLst/>
              <a:rect l="l" t="t" r="r" b="b"/>
              <a:pathLst>
                <a:path w="2149475" h="844550">
                  <a:moveTo>
                    <a:pt x="2123186" y="0"/>
                  </a:moveTo>
                  <a:lnTo>
                    <a:pt x="0" y="773048"/>
                  </a:lnTo>
                  <a:lnTo>
                    <a:pt x="26035" y="844422"/>
                  </a:lnTo>
                  <a:lnTo>
                    <a:pt x="2149348" y="71500"/>
                  </a:lnTo>
                  <a:lnTo>
                    <a:pt x="212318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55390" y="1467739"/>
            <a:ext cx="1303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1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this?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208" y="2359151"/>
            <a:ext cx="2768600" cy="208280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22960" y="1380744"/>
            <a:ext cx="1424940" cy="717550"/>
            <a:chOff x="822960" y="1380744"/>
            <a:chExt cx="1424940" cy="717550"/>
          </a:xfrm>
        </p:grpSpPr>
        <p:sp>
          <p:nvSpPr>
            <p:cNvPr id="10" name="object 10"/>
            <p:cNvSpPr/>
            <p:nvPr/>
          </p:nvSpPr>
          <p:spPr>
            <a:xfrm>
              <a:off x="829056" y="1386840"/>
              <a:ext cx="1412875" cy="705485"/>
            </a:xfrm>
            <a:custGeom>
              <a:avLst/>
              <a:gdLst/>
              <a:ahLst/>
              <a:cxnLst/>
              <a:rect l="l" t="t" r="r" b="b"/>
              <a:pathLst>
                <a:path w="1412875" h="705485">
                  <a:moveTo>
                    <a:pt x="967232" y="0"/>
                  </a:moveTo>
                  <a:lnTo>
                    <a:pt x="749554" y="141732"/>
                  </a:lnTo>
                  <a:lnTo>
                    <a:pt x="635888" y="61595"/>
                  </a:lnTo>
                  <a:lnTo>
                    <a:pt x="559181" y="208407"/>
                  </a:lnTo>
                  <a:lnTo>
                    <a:pt x="294424" y="118237"/>
                  </a:lnTo>
                  <a:lnTo>
                    <a:pt x="351320" y="255270"/>
                  </a:lnTo>
                  <a:lnTo>
                    <a:pt x="76644" y="269875"/>
                  </a:lnTo>
                  <a:lnTo>
                    <a:pt x="257340" y="378460"/>
                  </a:lnTo>
                  <a:lnTo>
                    <a:pt x="0" y="420370"/>
                  </a:lnTo>
                  <a:lnTo>
                    <a:pt x="217766" y="501776"/>
                  </a:lnTo>
                  <a:lnTo>
                    <a:pt x="84035" y="581913"/>
                  </a:lnTo>
                  <a:lnTo>
                    <a:pt x="314248" y="595502"/>
                  </a:lnTo>
                  <a:lnTo>
                    <a:pt x="321576" y="705104"/>
                  </a:lnTo>
                  <a:lnTo>
                    <a:pt x="492252" y="591693"/>
                  </a:lnTo>
                  <a:lnTo>
                    <a:pt x="568960" y="643382"/>
                  </a:lnTo>
                  <a:lnTo>
                    <a:pt x="645668" y="567055"/>
                  </a:lnTo>
                  <a:lnTo>
                    <a:pt x="759332" y="615188"/>
                  </a:lnTo>
                  <a:lnTo>
                    <a:pt x="796544" y="520192"/>
                  </a:lnTo>
                  <a:lnTo>
                    <a:pt x="977138" y="567055"/>
                  </a:lnTo>
                  <a:lnTo>
                    <a:pt x="957452" y="468375"/>
                  </a:lnTo>
                  <a:lnTo>
                    <a:pt x="1234567" y="510286"/>
                  </a:lnTo>
                  <a:lnTo>
                    <a:pt x="1071245" y="401827"/>
                  </a:lnTo>
                  <a:lnTo>
                    <a:pt x="1194816" y="368554"/>
                  </a:lnTo>
                  <a:lnTo>
                    <a:pt x="1110742" y="306832"/>
                  </a:lnTo>
                  <a:lnTo>
                    <a:pt x="1412620" y="216915"/>
                  </a:lnTo>
                  <a:lnTo>
                    <a:pt x="1071245" y="213233"/>
                  </a:lnTo>
                  <a:lnTo>
                    <a:pt x="1177670" y="103505"/>
                  </a:lnTo>
                  <a:lnTo>
                    <a:pt x="949832" y="188595"/>
                  </a:lnTo>
                  <a:lnTo>
                    <a:pt x="967232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9056" y="1386840"/>
              <a:ext cx="1412875" cy="705485"/>
            </a:xfrm>
            <a:custGeom>
              <a:avLst/>
              <a:gdLst/>
              <a:ahLst/>
              <a:cxnLst/>
              <a:rect l="l" t="t" r="r" b="b"/>
              <a:pathLst>
                <a:path w="1412875" h="705485">
                  <a:moveTo>
                    <a:pt x="749554" y="141732"/>
                  </a:moveTo>
                  <a:lnTo>
                    <a:pt x="967232" y="0"/>
                  </a:lnTo>
                  <a:lnTo>
                    <a:pt x="949832" y="188595"/>
                  </a:lnTo>
                  <a:lnTo>
                    <a:pt x="1177670" y="103505"/>
                  </a:lnTo>
                  <a:lnTo>
                    <a:pt x="1071245" y="213233"/>
                  </a:lnTo>
                  <a:lnTo>
                    <a:pt x="1412620" y="216915"/>
                  </a:lnTo>
                  <a:lnTo>
                    <a:pt x="1110742" y="306832"/>
                  </a:lnTo>
                  <a:lnTo>
                    <a:pt x="1194816" y="368554"/>
                  </a:lnTo>
                  <a:lnTo>
                    <a:pt x="1071245" y="401827"/>
                  </a:lnTo>
                  <a:lnTo>
                    <a:pt x="1234567" y="510286"/>
                  </a:lnTo>
                  <a:lnTo>
                    <a:pt x="957452" y="468375"/>
                  </a:lnTo>
                  <a:lnTo>
                    <a:pt x="977138" y="567055"/>
                  </a:lnTo>
                  <a:lnTo>
                    <a:pt x="796544" y="520192"/>
                  </a:lnTo>
                  <a:lnTo>
                    <a:pt x="759332" y="615188"/>
                  </a:lnTo>
                  <a:lnTo>
                    <a:pt x="645668" y="567055"/>
                  </a:lnTo>
                  <a:lnTo>
                    <a:pt x="568960" y="643382"/>
                  </a:lnTo>
                  <a:lnTo>
                    <a:pt x="492252" y="591693"/>
                  </a:lnTo>
                  <a:lnTo>
                    <a:pt x="321576" y="705104"/>
                  </a:lnTo>
                  <a:lnTo>
                    <a:pt x="314248" y="595502"/>
                  </a:lnTo>
                  <a:lnTo>
                    <a:pt x="84035" y="581913"/>
                  </a:lnTo>
                  <a:lnTo>
                    <a:pt x="217766" y="501776"/>
                  </a:lnTo>
                  <a:lnTo>
                    <a:pt x="0" y="420370"/>
                  </a:lnTo>
                  <a:lnTo>
                    <a:pt x="257340" y="378460"/>
                  </a:lnTo>
                  <a:lnTo>
                    <a:pt x="76644" y="269875"/>
                  </a:lnTo>
                  <a:lnTo>
                    <a:pt x="351320" y="255270"/>
                  </a:lnTo>
                  <a:lnTo>
                    <a:pt x="294424" y="118237"/>
                  </a:lnTo>
                  <a:lnTo>
                    <a:pt x="559181" y="208407"/>
                  </a:lnTo>
                  <a:lnTo>
                    <a:pt x="635888" y="61595"/>
                  </a:lnTo>
                  <a:lnTo>
                    <a:pt x="749554" y="141732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5410" y="1456436"/>
            <a:ext cx="229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65164" y="3223260"/>
            <a:ext cx="3477260" cy="3312795"/>
            <a:chOff x="6265164" y="3223260"/>
            <a:chExt cx="3477260" cy="3312795"/>
          </a:xfrm>
        </p:grpSpPr>
        <p:sp>
          <p:nvSpPr>
            <p:cNvPr id="14" name="object 14"/>
            <p:cNvSpPr/>
            <p:nvPr/>
          </p:nvSpPr>
          <p:spPr>
            <a:xfrm>
              <a:off x="6271260" y="3229356"/>
              <a:ext cx="3465195" cy="3300729"/>
            </a:xfrm>
            <a:custGeom>
              <a:avLst/>
              <a:gdLst/>
              <a:ahLst/>
              <a:cxnLst/>
              <a:rect l="l" t="t" r="r" b="b"/>
              <a:pathLst>
                <a:path w="3465195" h="3300729">
                  <a:moveTo>
                    <a:pt x="2105279" y="0"/>
                  </a:moveTo>
                  <a:lnTo>
                    <a:pt x="2063876" y="4699"/>
                  </a:lnTo>
                  <a:lnTo>
                    <a:pt x="2023490" y="15621"/>
                  </a:lnTo>
                  <a:lnTo>
                    <a:pt x="1984247" y="32639"/>
                  </a:lnTo>
                  <a:lnTo>
                    <a:pt x="1946910" y="55499"/>
                  </a:lnTo>
                  <a:lnTo>
                    <a:pt x="1911731" y="84074"/>
                  </a:lnTo>
                  <a:lnTo>
                    <a:pt x="1879091" y="118110"/>
                  </a:lnTo>
                  <a:lnTo>
                    <a:pt x="1849628" y="157480"/>
                  </a:lnTo>
                  <a:lnTo>
                    <a:pt x="1823719" y="201930"/>
                  </a:lnTo>
                  <a:lnTo>
                    <a:pt x="1801621" y="251333"/>
                  </a:lnTo>
                  <a:lnTo>
                    <a:pt x="1778889" y="224155"/>
                  </a:lnTo>
                  <a:lnTo>
                    <a:pt x="1729105" y="176784"/>
                  </a:lnTo>
                  <a:lnTo>
                    <a:pt x="1662684" y="132588"/>
                  </a:lnTo>
                  <a:lnTo>
                    <a:pt x="1622170" y="114173"/>
                  </a:lnTo>
                  <a:lnTo>
                    <a:pt x="1581149" y="101346"/>
                  </a:lnTo>
                  <a:lnTo>
                    <a:pt x="1539747" y="93853"/>
                  </a:lnTo>
                  <a:lnTo>
                    <a:pt x="1498345" y="91694"/>
                  </a:lnTo>
                  <a:lnTo>
                    <a:pt x="1457197" y="94869"/>
                  </a:lnTo>
                  <a:lnTo>
                    <a:pt x="1416558" y="102997"/>
                  </a:lnTo>
                  <a:lnTo>
                    <a:pt x="1376934" y="116205"/>
                  </a:lnTo>
                  <a:lnTo>
                    <a:pt x="1338325" y="134112"/>
                  </a:lnTo>
                  <a:lnTo>
                    <a:pt x="1301114" y="156845"/>
                  </a:lnTo>
                  <a:lnTo>
                    <a:pt x="1265682" y="184277"/>
                  </a:lnTo>
                  <a:lnTo>
                    <a:pt x="1232281" y="216154"/>
                  </a:lnTo>
                  <a:lnTo>
                    <a:pt x="1201292" y="252349"/>
                  </a:lnTo>
                  <a:lnTo>
                    <a:pt x="1172717" y="292989"/>
                  </a:lnTo>
                  <a:lnTo>
                    <a:pt x="1147064" y="337693"/>
                  </a:lnTo>
                  <a:lnTo>
                    <a:pt x="1124712" y="386334"/>
                  </a:lnTo>
                  <a:lnTo>
                    <a:pt x="1078864" y="355346"/>
                  </a:lnTo>
                  <a:lnTo>
                    <a:pt x="1031239" y="330200"/>
                  </a:lnTo>
                  <a:lnTo>
                    <a:pt x="982217" y="311023"/>
                  </a:lnTo>
                  <a:lnTo>
                    <a:pt x="932053" y="298069"/>
                  </a:lnTo>
                  <a:lnTo>
                    <a:pt x="881125" y="291211"/>
                  </a:lnTo>
                  <a:lnTo>
                    <a:pt x="829690" y="290703"/>
                  </a:lnTo>
                  <a:lnTo>
                    <a:pt x="778256" y="296545"/>
                  </a:lnTo>
                  <a:lnTo>
                    <a:pt x="738378" y="305562"/>
                  </a:lnTo>
                  <a:lnTo>
                    <a:pt x="699769" y="318135"/>
                  </a:lnTo>
                  <a:lnTo>
                    <a:pt x="662432" y="334137"/>
                  </a:lnTo>
                  <a:lnTo>
                    <a:pt x="626490" y="353314"/>
                  </a:lnTo>
                  <a:lnTo>
                    <a:pt x="591946" y="375666"/>
                  </a:lnTo>
                  <a:lnTo>
                    <a:pt x="559054" y="401066"/>
                  </a:lnTo>
                  <a:lnTo>
                    <a:pt x="527685" y="429260"/>
                  </a:lnTo>
                  <a:lnTo>
                    <a:pt x="498093" y="460121"/>
                  </a:lnTo>
                  <a:lnTo>
                    <a:pt x="470281" y="493522"/>
                  </a:lnTo>
                  <a:lnTo>
                    <a:pt x="444499" y="529209"/>
                  </a:lnTo>
                  <a:lnTo>
                    <a:pt x="420623" y="567055"/>
                  </a:lnTo>
                  <a:lnTo>
                    <a:pt x="398780" y="607060"/>
                  </a:lnTo>
                  <a:lnTo>
                    <a:pt x="379094" y="648970"/>
                  </a:lnTo>
                  <a:lnTo>
                    <a:pt x="361822" y="692658"/>
                  </a:lnTo>
                  <a:lnTo>
                    <a:pt x="346710" y="737870"/>
                  </a:lnTo>
                  <a:lnTo>
                    <a:pt x="334137" y="784606"/>
                  </a:lnTo>
                  <a:lnTo>
                    <a:pt x="324104" y="832612"/>
                  </a:lnTo>
                  <a:lnTo>
                    <a:pt x="316738" y="881761"/>
                  </a:lnTo>
                  <a:lnTo>
                    <a:pt x="312038" y="931799"/>
                  </a:lnTo>
                  <a:lnTo>
                    <a:pt x="310134" y="982726"/>
                  </a:lnTo>
                  <a:lnTo>
                    <a:pt x="311149" y="1034415"/>
                  </a:lnTo>
                  <a:lnTo>
                    <a:pt x="315087" y="1086612"/>
                  </a:lnTo>
                  <a:lnTo>
                    <a:pt x="312165" y="1096899"/>
                  </a:lnTo>
                  <a:lnTo>
                    <a:pt x="265811" y="1107313"/>
                  </a:lnTo>
                  <a:lnTo>
                    <a:pt x="221361" y="1125601"/>
                  </a:lnTo>
                  <a:lnTo>
                    <a:pt x="179450" y="1151255"/>
                  </a:lnTo>
                  <a:lnTo>
                    <a:pt x="140588" y="1183894"/>
                  </a:lnTo>
                  <a:lnTo>
                    <a:pt x="105282" y="1223010"/>
                  </a:lnTo>
                  <a:lnTo>
                    <a:pt x="74040" y="1268222"/>
                  </a:lnTo>
                  <a:lnTo>
                    <a:pt x="47498" y="1319149"/>
                  </a:lnTo>
                  <a:lnTo>
                    <a:pt x="29082" y="1366266"/>
                  </a:lnTo>
                  <a:lnTo>
                    <a:pt x="15112" y="1414907"/>
                  </a:lnTo>
                  <a:lnTo>
                    <a:pt x="5714" y="1464564"/>
                  </a:lnTo>
                  <a:lnTo>
                    <a:pt x="762" y="1514602"/>
                  </a:lnTo>
                  <a:lnTo>
                    <a:pt x="0" y="1564767"/>
                  </a:lnTo>
                  <a:lnTo>
                    <a:pt x="3555" y="1614424"/>
                  </a:lnTo>
                  <a:lnTo>
                    <a:pt x="11175" y="1663192"/>
                  </a:lnTo>
                  <a:lnTo>
                    <a:pt x="22732" y="1710690"/>
                  </a:lnTo>
                  <a:lnTo>
                    <a:pt x="38353" y="1756283"/>
                  </a:lnTo>
                  <a:lnTo>
                    <a:pt x="57785" y="1799463"/>
                  </a:lnTo>
                  <a:lnTo>
                    <a:pt x="80899" y="1839976"/>
                  </a:lnTo>
                  <a:lnTo>
                    <a:pt x="107823" y="1877314"/>
                  </a:lnTo>
                  <a:lnTo>
                    <a:pt x="138175" y="1910842"/>
                  </a:lnTo>
                  <a:lnTo>
                    <a:pt x="171957" y="1940179"/>
                  </a:lnTo>
                  <a:lnTo>
                    <a:pt x="147319" y="1978152"/>
                  </a:lnTo>
                  <a:lnTo>
                    <a:pt x="126364" y="2019046"/>
                  </a:lnTo>
                  <a:lnTo>
                    <a:pt x="108838" y="2062480"/>
                  </a:lnTo>
                  <a:lnTo>
                    <a:pt x="95250" y="2107819"/>
                  </a:lnTo>
                  <a:lnTo>
                    <a:pt x="85343" y="2154936"/>
                  </a:lnTo>
                  <a:lnTo>
                    <a:pt x="79501" y="2203196"/>
                  </a:lnTo>
                  <a:lnTo>
                    <a:pt x="77724" y="2252218"/>
                  </a:lnTo>
                  <a:lnTo>
                    <a:pt x="80137" y="2301748"/>
                  </a:lnTo>
                  <a:lnTo>
                    <a:pt x="87249" y="2353691"/>
                  </a:lnTo>
                  <a:lnTo>
                    <a:pt x="98678" y="2403259"/>
                  </a:lnTo>
                  <a:lnTo>
                    <a:pt x="114045" y="2450045"/>
                  </a:lnTo>
                  <a:lnTo>
                    <a:pt x="133350" y="2493784"/>
                  </a:lnTo>
                  <a:lnTo>
                    <a:pt x="155955" y="2534170"/>
                  </a:lnTo>
                  <a:lnTo>
                    <a:pt x="181863" y="2570911"/>
                  </a:lnTo>
                  <a:lnTo>
                    <a:pt x="210565" y="2603715"/>
                  </a:lnTo>
                  <a:lnTo>
                    <a:pt x="241808" y="2632278"/>
                  </a:lnTo>
                  <a:lnTo>
                    <a:pt x="275463" y="2656293"/>
                  </a:lnTo>
                  <a:lnTo>
                    <a:pt x="311022" y="2675483"/>
                  </a:lnTo>
                  <a:lnTo>
                    <a:pt x="348361" y="2689542"/>
                  </a:lnTo>
                  <a:lnTo>
                    <a:pt x="387095" y="2698165"/>
                  </a:lnTo>
                  <a:lnTo>
                    <a:pt x="426973" y="2701061"/>
                  </a:lnTo>
                  <a:lnTo>
                    <a:pt x="467740" y="2697937"/>
                  </a:lnTo>
                  <a:lnTo>
                    <a:pt x="474217" y="2712427"/>
                  </a:lnTo>
                  <a:lnTo>
                    <a:pt x="498347" y="2760662"/>
                  </a:lnTo>
                  <a:lnTo>
                    <a:pt x="524510" y="2805938"/>
                  </a:lnTo>
                  <a:lnTo>
                    <a:pt x="552831" y="2848190"/>
                  </a:lnTo>
                  <a:lnTo>
                    <a:pt x="583057" y="2887370"/>
                  </a:lnTo>
                  <a:lnTo>
                    <a:pt x="614934" y="2923451"/>
                  </a:lnTo>
                  <a:lnTo>
                    <a:pt x="648462" y="2956369"/>
                  </a:lnTo>
                  <a:lnTo>
                    <a:pt x="683387" y="2986074"/>
                  </a:lnTo>
                  <a:lnTo>
                    <a:pt x="719709" y="3012541"/>
                  </a:lnTo>
                  <a:lnTo>
                    <a:pt x="757046" y="3035706"/>
                  </a:lnTo>
                  <a:lnTo>
                    <a:pt x="795528" y="3055531"/>
                  </a:lnTo>
                  <a:lnTo>
                    <a:pt x="834897" y="3071952"/>
                  </a:lnTo>
                  <a:lnTo>
                    <a:pt x="874903" y="3084944"/>
                  </a:lnTo>
                  <a:lnTo>
                    <a:pt x="915542" y="3094456"/>
                  </a:lnTo>
                  <a:lnTo>
                    <a:pt x="956690" y="3100438"/>
                  </a:lnTo>
                  <a:lnTo>
                    <a:pt x="998092" y="3102838"/>
                  </a:lnTo>
                  <a:lnTo>
                    <a:pt x="1039621" y="3101606"/>
                  </a:lnTo>
                  <a:lnTo>
                    <a:pt x="1081150" y="3096717"/>
                  </a:lnTo>
                  <a:lnTo>
                    <a:pt x="1122680" y="3088106"/>
                  </a:lnTo>
                  <a:lnTo>
                    <a:pt x="1163828" y="3075736"/>
                  </a:lnTo>
                  <a:lnTo>
                    <a:pt x="1204594" y="3059557"/>
                  </a:lnTo>
                  <a:lnTo>
                    <a:pt x="1244726" y="3039516"/>
                  </a:lnTo>
                  <a:lnTo>
                    <a:pt x="1284223" y="3015576"/>
                  </a:lnTo>
                  <a:lnTo>
                    <a:pt x="1322959" y="2987675"/>
                  </a:lnTo>
                  <a:lnTo>
                    <a:pt x="1350517" y="3036760"/>
                  </a:lnTo>
                  <a:lnTo>
                    <a:pt x="1381251" y="3082302"/>
                  </a:lnTo>
                  <a:lnTo>
                    <a:pt x="1414653" y="3124111"/>
                  </a:lnTo>
                  <a:lnTo>
                    <a:pt x="1450593" y="3161982"/>
                  </a:lnTo>
                  <a:lnTo>
                    <a:pt x="1488947" y="3195713"/>
                  </a:lnTo>
                  <a:lnTo>
                    <a:pt x="1529334" y="3225126"/>
                  </a:lnTo>
                  <a:lnTo>
                    <a:pt x="1571751" y="3249993"/>
                  </a:lnTo>
                  <a:lnTo>
                    <a:pt x="1615820" y="3270123"/>
                  </a:lnTo>
                  <a:lnTo>
                    <a:pt x="1656841" y="3284029"/>
                  </a:lnTo>
                  <a:lnTo>
                    <a:pt x="1697863" y="3293656"/>
                  </a:lnTo>
                  <a:lnTo>
                    <a:pt x="1738757" y="3299091"/>
                  </a:lnTo>
                  <a:lnTo>
                    <a:pt x="1779396" y="3300450"/>
                  </a:lnTo>
                  <a:lnTo>
                    <a:pt x="1819656" y="3297834"/>
                  </a:lnTo>
                  <a:lnTo>
                    <a:pt x="1859534" y="3291344"/>
                  </a:lnTo>
                  <a:lnTo>
                    <a:pt x="1898522" y="3281083"/>
                  </a:lnTo>
                  <a:lnTo>
                    <a:pt x="1936876" y="3267176"/>
                  </a:lnTo>
                  <a:lnTo>
                    <a:pt x="1974088" y="3249701"/>
                  </a:lnTo>
                  <a:lnTo>
                    <a:pt x="2010283" y="3228771"/>
                  </a:lnTo>
                  <a:lnTo>
                    <a:pt x="2045081" y="3204489"/>
                  </a:lnTo>
                  <a:lnTo>
                    <a:pt x="2078609" y="3176968"/>
                  </a:lnTo>
                  <a:lnTo>
                    <a:pt x="2110359" y="3146310"/>
                  </a:lnTo>
                  <a:lnTo>
                    <a:pt x="2140458" y="3112617"/>
                  </a:lnTo>
                  <a:lnTo>
                    <a:pt x="2168779" y="3075990"/>
                  </a:lnTo>
                  <a:lnTo>
                    <a:pt x="2194941" y="3036531"/>
                  </a:lnTo>
                  <a:lnTo>
                    <a:pt x="2218943" y="2994355"/>
                  </a:lnTo>
                  <a:lnTo>
                    <a:pt x="2240661" y="2949562"/>
                  </a:lnTo>
                  <a:lnTo>
                    <a:pt x="2259965" y="2902254"/>
                  </a:lnTo>
                  <a:lnTo>
                    <a:pt x="2276474" y="2852534"/>
                  </a:lnTo>
                  <a:lnTo>
                    <a:pt x="2290317" y="2800515"/>
                  </a:lnTo>
                  <a:lnTo>
                    <a:pt x="2335021" y="2832455"/>
                  </a:lnTo>
                  <a:lnTo>
                    <a:pt x="2382139" y="2857703"/>
                  </a:lnTo>
                  <a:lnTo>
                    <a:pt x="2430907" y="2876092"/>
                  </a:lnTo>
                  <a:lnTo>
                    <a:pt x="2480944" y="2887472"/>
                  </a:lnTo>
                  <a:lnTo>
                    <a:pt x="2531998" y="2891650"/>
                  </a:lnTo>
                  <a:lnTo>
                    <a:pt x="2574163" y="2889643"/>
                  </a:lnTo>
                  <a:lnTo>
                    <a:pt x="2615311" y="2882849"/>
                  </a:lnTo>
                  <a:lnTo>
                    <a:pt x="2655316" y="2871482"/>
                  </a:lnTo>
                  <a:lnTo>
                    <a:pt x="2693923" y="2855747"/>
                  </a:lnTo>
                  <a:lnTo>
                    <a:pt x="2731008" y="2835884"/>
                  </a:lnTo>
                  <a:lnTo>
                    <a:pt x="2766441" y="2812072"/>
                  </a:lnTo>
                  <a:lnTo>
                    <a:pt x="2799968" y="2784525"/>
                  </a:lnTo>
                  <a:lnTo>
                    <a:pt x="2831465" y="2753474"/>
                  </a:lnTo>
                  <a:lnTo>
                    <a:pt x="2860801" y="2719108"/>
                  </a:lnTo>
                  <a:lnTo>
                    <a:pt x="2887853" y="2681643"/>
                  </a:lnTo>
                  <a:lnTo>
                    <a:pt x="2912237" y="2641295"/>
                  </a:lnTo>
                  <a:lnTo>
                    <a:pt x="2934081" y="2598280"/>
                  </a:lnTo>
                  <a:lnTo>
                    <a:pt x="2953004" y="2552788"/>
                  </a:lnTo>
                  <a:lnTo>
                    <a:pt x="2968879" y="2505049"/>
                  </a:lnTo>
                  <a:lnTo>
                    <a:pt x="2981579" y="2455265"/>
                  </a:lnTo>
                  <a:lnTo>
                    <a:pt x="2991104" y="2403640"/>
                  </a:lnTo>
                  <a:lnTo>
                    <a:pt x="2996945" y="2350389"/>
                  </a:lnTo>
                  <a:lnTo>
                    <a:pt x="2999232" y="2295779"/>
                  </a:lnTo>
                  <a:lnTo>
                    <a:pt x="3044951" y="2284603"/>
                  </a:lnTo>
                  <a:lnTo>
                    <a:pt x="3089529" y="2268601"/>
                  </a:lnTo>
                  <a:lnTo>
                    <a:pt x="3132963" y="2247646"/>
                  </a:lnTo>
                  <a:lnTo>
                    <a:pt x="3174745" y="2221992"/>
                  </a:lnTo>
                  <a:lnTo>
                    <a:pt x="3214878" y="2191766"/>
                  </a:lnTo>
                  <a:lnTo>
                    <a:pt x="3252850" y="2157095"/>
                  </a:lnTo>
                  <a:lnTo>
                    <a:pt x="3284092" y="2123567"/>
                  </a:lnTo>
                  <a:lnTo>
                    <a:pt x="3312921" y="2087626"/>
                  </a:lnTo>
                  <a:lnTo>
                    <a:pt x="3339338" y="2049653"/>
                  </a:lnTo>
                  <a:lnTo>
                    <a:pt x="3363214" y="2009521"/>
                  </a:lnTo>
                  <a:lnTo>
                    <a:pt x="3384676" y="1967738"/>
                  </a:lnTo>
                  <a:lnTo>
                    <a:pt x="3403599" y="1924431"/>
                  </a:lnTo>
                  <a:lnTo>
                    <a:pt x="3420110" y="1879600"/>
                  </a:lnTo>
                  <a:lnTo>
                    <a:pt x="3434080" y="1833626"/>
                  </a:lnTo>
                  <a:lnTo>
                    <a:pt x="3445383" y="1786636"/>
                  </a:lnTo>
                  <a:lnTo>
                    <a:pt x="3454272" y="1738757"/>
                  </a:lnTo>
                  <a:lnTo>
                    <a:pt x="3460495" y="1690243"/>
                  </a:lnTo>
                  <a:lnTo>
                    <a:pt x="3464051" y="1641348"/>
                  </a:lnTo>
                  <a:lnTo>
                    <a:pt x="3465067" y="1592199"/>
                  </a:lnTo>
                  <a:lnTo>
                    <a:pt x="3463416" y="1542923"/>
                  </a:lnTo>
                  <a:lnTo>
                    <a:pt x="3459098" y="1493901"/>
                  </a:lnTo>
                  <a:lnTo>
                    <a:pt x="3452114" y="1445006"/>
                  </a:lnTo>
                  <a:lnTo>
                    <a:pt x="3442462" y="1396746"/>
                  </a:lnTo>
                  <a:lnTo>
                    <a:pt x="3430016" y="1349248"/>
                  </a:lnTo>
                  <a:lnTo>
                    <a:pt x="3414775" y="1302512"/>
                  </a:lnTo>
                  <a:lnTo>
                    <a:pt x="3396868" y="1256919"/>
                  </a:lnTo>
                  <a:lnTo>
                    <a:pt x="3376167" y="1212596"/>
                  </a:lnTo>
                  <a:lnTo>
                    <a:pt x="3352672" y="1169797"/>
                  </a:lnTo>
                  <a:lnTo>
                    <a:pt x="3358388" y="1151890"/>
                  </a:lnTo>
                  <a:lnTo>
                    <a:pt x="3372358" y="1096899"/>
                  </a:lnTo>
                  <a:lnTo>
                    <a:pt x="3381374" y="1044575"/>
                  </a:lnTo>
                  <a:lnTo>
                    <a:pt x="3386328" y="992378"/>
                  </a:lnTo>
                  <a:lnTo>
                    <a:pt x="3387470" y="940562"/>
                  </a:lnTo>
                  <a:lnTo>
                    <a:pt x="3384931" y="889381"/>
                  </a:lnTo>
                  <a:lnTo>
                    <a:pt x="3378708" y="839216"/>
                  </a:lnTo>
                  <a:lnTo>
                    <a:pt x="3369183" y="790321"/>
                  </a:lnTo>
                  <a:lnTo>
                    <a:pt x="3356229" y="742823"/>
                  </a:lnTo>
                  <a:lnTo>
                    <a:pt x="3340226" y="697230"/>
                  </a:lnTo>
                  <a:lnTo>
                    <a:pt x="3321049" y="653669"/>
                  </a:lnTo>
                  <a:lnTo>
                    <a:pt x="3298951" y="612521"/>
                  </a:lnTo>
                  <a:lnTo>
                    <a:pt x="3274060" y="574040"/>
                  </a:lnTo>
                  <a:lnTo>
                    <a:pt x="3246373" y="538480"/>
                  </a:lnTo>
                  <a:lnTo>
                    <a:pt x="3216147" y="506095"/>
                  </a:lnTo>
                  <a:lnTo>
                    <a:pt x="3183636" y="477393"/>
                  </a:lnTo>
                  <a:lnTo>
                    <a:pt x="3148584" y="452374"/>
                  </a:lnTo>
                  <a:lnTo>
                    <a:pt x="3111499" y="431419"/>
                  </a:lnTo>
                  <a:lnTo>
                    <a:pt x="3072384" y="414909"/>
                  </a:lnTo>
                  <a:lnTo>
                    <a:pt x="3063620" y="366395"/>
                  </a:lnTo>
                  <a:lnTo>
                    <a:pt x="3051301" y="319405"/>
                  </a:lnTo>
                  <a:lnTo>
                    <a:pt x="3035681" y="274447"/>
                  </a:lnTo>
                  <a:lnTo>
                    <a:pt x="3016631" y="231648"/>
                  </a:lnTo>
                  <a:lnTo>
                    <a:pt x="2994406" y="191516"/>
                  </a:lnTo>
                  <a:lnTo>
                    <a:pt x="2969133" y="154178"/>
                  </a:lnTo>
                  <a:lnTo>
                    <a:pt x="2941066" y="120142"/>
                  </a:lnTo>
                  <a:lnTo>
                    <a:pt x="2907157" y="86868"/>
                  </a:lnTo>
                  <a:lnTo>
                    <a:pt x="2871469" y="59055"/>
                  </a:lnTo>
                  <a:lnTo>
                    <a:pt x="2834386" y="36830"/>
                  </a:lnTo>
                  <a:lnTo>
                    <a:pt x="2796032" y="19812"/>
                  </a:lnTo>
                  <a:lnTo>
                    <a:pt x="2756916" y="8255"/>
                  </a:lnTo>
                  <a:lnTo>
                    <a:pt x="2717165" y="1905"/>
                  </a:lnTo>
                  <a:lnTo>
                    <a:pt x="2677287" y="889"/>
                  </a:lnTo>
                  <a:lnTo>
                    <a:pt x="2637663" y="5080"/>
                  </a:lnTo>
                  <a:lnTo>
                    <a:pt x="2598546" y="14605"/>
                  </a:lnTo>
                  <a:lnTo>
                    <a:pt x="2560192" y="29210"/>
                  </a:lnTo>
                  <a:lnTo>
                    <a:pt x="2522982" y="48895"/>
                  </a:lnTo>
                  <a:lnTo>
                    <a:pt x="2487294" y="73787"/>
                  </a:lnTo>
                  <a:lnTo>
                    <a:pt x="2453513" y="103759"/>
                  </a:lnTo>
                  <a:lnTo>
                    <a:pt x="2421763" y="138684"/>
                  </a:lnTo>
                  <a:lnTo>
                    <a:pt x="2392680" y="178689"/>
                  </a:lnTo>
                  <a:lnTo>
                    <a:pt x="2366644" y="139192"/>
                  </a:lnTo>
                  <a:lnTo>
                    <a:pt x="2337435" y="104140"/>
                  </a:lnTo>
                  <a:lnTo>
                    <a:pt x="2305304" y="73533"/>
                  </a:lnTo>
                  <a:lnTo>
                    <a:pt x="2270633" y="47752"/>
                  </a:lnTo>
                  <a:lnTo>
                    <a:pt x="2230119" y="25400"/>
                  </a:lnTo>
                  <a:lnTo>
                    <a:pt x="2188844" y="10160"/>
                  </a:lnTo>
                  <a:lnTo>
                    <a:pt x="2147062" y="1778"/>
                  </a:lnTo>
                  <a:lnTo>
                    <a:pt x="21052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1260" y="3229356"/>
              <a:ext cx="3465195" cy="3300729"/>
            </a:xfrm>
            <a:custGeom>
              <a:avLst/>
              <a:gdLst/>
              <a:ahLst/>
              <a:cxnLst/>
              <a:rect l="l" t="t" r="r" b="b"/>
              <a:pathLst>
                <a:path w="3465195" h="3300729">
                  <a:moveTo>
                    <a:pt x="315087" y="1086612"/>
                  </a:moveTo>
                  <a:lnTo>
                    <a:pt x="311149" y="1034415"/>
                  </a:lnTo>
                  <a:lnTo>
                    <a:pt x="310134" y="982726"/>
                  </a:lnTo>
                  <a:lnTo>
                    <a:pt x="312038" y="931799"/>
                  </a:lnTo>
                  <a:lnTo>
                    <a:pt x="316738" y="881761"/>
                  </a:lnTo>
                  <a:lnTo>
                    <a:pt x="324104" y="832612"/>
                  </a:lnTo>
                  <a:lnTo>
                    <a:pt x="334137" y="784606"/>
                  </a:lnTo>
                  <a:lnTo>
                    <a:pt x="346710" y="737870"/>
                  </a:lnTo>
                  <a:lnTo>
                    <a:pt x="361822" y="692658"/>
                  </a:lnTo>
                  <a:lnTo>
                    <a:pt x="379094" y="648970"/>
                  </a:lnTo>
                  <a:lnTo>
                    <a:pt x="398780" y="607060"/>
                  </a:lnTo>
                  <a:lnTo>
                    <a:pt x="420623" y="567055"/>
                  </a:lnTo>
                  <a:lnTo>
                    <a:pt x="444499" y="529209"/>
                  </a:lnTo>
                  <a:lnTo>
                    <a:pt x="470281" y="493522"/>
                  </a:lnTo>
                  <a:lnTo>
                    <a:pt x="498093" y="460121"/>
                  </a:lnTo>
                  <a:lnTo>
                    <a:pt x="527685" y="429260"/>
                  </a:lnTo>
                  <a:lnTo>
                    <a:pt x="559054" y="401066"/>
                  </a:lnTo>
                  <a:lnTo>
                    <a:pt x="591946" y="375666"/>
                  </a:lnTo>
                  <a:lnTo>
                    <a:pt x="626490" y="353314"/>
                  </a:lnTo>
                  <a:lnTo>
                    <a:pt x="662432" y="334137"/>
                  </a:lnTo>
                  <a:lnTo>
                    <a:pt x="699769" y="318135"/>
                  </a:lnTo>
                  <a:lnTo>
                    <a:pt x="738378" y="305562"/>
                  </a:lnTo>
                  <a:lnTo>
                    <a:pt x="778256" y="296545"/>
                  </a:lnTo>
                  <a:lnTo>
                    <a:pt x="829690" y="290703"/>
                  </a:lnTo>
                  <a:lnTo>
                    <a:pt x="881125" y="291211"/>
                  </a:lnTo>
                  <a:lnTo>
                    <a:pt x="932053" y="298069"/>
                  </a:lnTo>
                  <a:lnTo>
                    <a:pt x="982217" y="311023"/>
                  </a:lnTo>
                  <a:lnTo>
                    <a:pt x="1031239" y="330200"/>
                  </a:lnTo>
                  <a:lnTo>
                    <a:pt x="1078864" y="355346"/>
                  </a:lnTo>
                  <a:lnTo>
                    <a:pt x="1124712" y="386334"/>
                  </a:lnTo>
                  <a:lnTo>
                    <a:pt x="1147064" y="337693"/>
                  </a:lnTo>
                  <a:lnTo>
                    <a:pt x="1172717" y="292989"/>
                  </a:lnTo>
                  <a:lnTo>
                    <a:pt x="1201292" y="252349"/>
                  </a:lnTo>
                  <a:lnTo>
                    <a:pt x="1232281" y="216154"/>
                  </a:lnTo>
                  <a:lnTo>
                    <a:pt x="1265682" y="184277"/>
                  </a:lnTo>
                  <a:lnTo>
                    <a:pt x="1301114" y="156845"/>
                  </a:lnTo>
                  <a:lnTo>
                    <a:pt x="1338325" y="134112"/>
                  </a:lnTo>
                  <a:lnTo>
                    <a:pt x="1376934" y="116205"/>
                  </a:lnTo>
                  <a:lnTo>
                    <a:pt x="1416558" y="102997"/>
                  </a:lnTo>
                  <a:lnTo>
                    <a:pt x="1457197" y="94869"/>
                  </a:lnTo>
                  <a:lnTo>
                    <a:pt x="1498345" y="91694"/>
                  </a:lnTo>
                  <a:lnTo>
                    <a:pt x="1539747" y="93853"/>
                  </a:lnTo>
                  <a:lnTo>
                    <a:pt x="1581149" y="101346"/>
                  </a:lnTo>
                  <a:lnTo>
                    <a:pt x="1622170" y="114173"/>
                  </a:lnTo>
                  <a:lnTo>
                    <a:pt x="1662684" y="132588"/>
                  </a:lnTo>
                  <a:lnTo>
                    <a:pt x="1702308" y="156718"/>
                  </a:lnTo>
                  <a:lnTo>
                    <a:pt x="1754632" y="199263"/>
                  </a:lnTo>
                  <a:lnTo>
                    <a:pt x="1801621" y="251333"/>
                  </a:lnTo>
                  <a:lnTo>
                    <a:pt x="1823719" y="201930"/>
                  </a:lnTo>
                  <a:lnTo>
                    <a:pt x="1849628" y="157480"/>
                  </a:lnTo>
                  <a:lnTo>
                    <a:pt x="1879091" y="118110"/>
                  </a:lnTo>
                  <a:lnTo>
                    <a:pt x="1911731" y="84074"/>
                  </a:lnTo>
                  <a:lnTo>
                    <a:pt x="1946910" y="55499"/>
                  </a:lnTo>
                  <a:lnTo>
                    <a:pt x="1984247" y="32639"/>
                  </a:lnTo>
                  <a:lnTo>
                    <a:pt x="2023490" y="15621"/>
                  </a:lnTo>
                  <a:lnTo>
                    <a:pt x="2063876" y="4699"/>
                  </a:lnTo>
                  <a:lnTo>
                    <a:pt x="2105279" y="0"/>
                  </a:lnTo>
                  <a:lnTo>
                    <a:pt x="2147062" y="1778"/>
                  </a:lnTo>
                  <a:lnTo>
                    <a:pt x="2188844" y="10160"/>
                  </a:lnTo>
                  <a:lnTo>
                    <a:pt x="2230119" y="25400"/>
                  </a:lnTo>
                  <a:lnTo>
                    <a:pt x="2270633" y="47752"/>
                  </a:lnTo>
                  <a:lnTo>
                    <a:pt x="2305304" y="73533"/>
                  </a:lnTo>
                  <a:lnTo>
                    <a:pt x="2337435" y="104140"/>
                  </a:lnTo>
                  <a:lnTo>
                    <a:pt x="2366644" y="139192"/>
                  </a:lnTo>
                  <a:lnTo>
                    <a:pt x="2392680" y="178689"/>
                  </a:lnTo>
                  <a:lnTo>
                    <a:pt x="2421763" y="138684"/>
                  </a:lnTo>
                  <a:lnTo>
                    <a:pt x="2453513" y="103759"/>
                  </a:lnTo>
                  <a:lnTo>
                    <a:pt x="2487294" y="73787"/>
                  </a:lnTo>
                  <a:lnTo>
                    <a:pt x="2522982" y="48895"/>
                  </a:lnTo>
                  <a:lnTo>
                    <a:pt x="2560192" y="29210"/>
                  </a:lnTo>
                  <a:lnTo>
                    <a:pt x="2598546" y="14605"/>
                  </a:lnTo>
                  <a:lnTo>
                    <a:pt x="2637663" y="5080"/>
                  </a:lnTo>
                  <a:lnTo>
                    <a:pt x="2677287" y="889"/>
                  </a:lnTo>
                  <a:lnTo>
                    <a:pt x="2717165" y="1905"/>
                  </a:lnTo>
                  <a:lnTo>
                    <a:pt x="2756916" y="8255"/>
                  </a:lnTo>
                  <a:lnTo>
                    <a:pt x="2796032" y="19812"/>
                  </a:lnTo>
                  <a:lnTo>
                    <a:pt x="2834386" y="36830"/>
                  </a:lnTo>
                  <a:lnTo>
                    <a:pt x="2871469" y="59055"/>
                  </a:lnTo>
                  <a:lnTo>
                    <a:pt x="2907157" y="86868"/>
                  </a:lnTo>
                  <a:lnTo>
                    <a:pt x="2941066" y="120142"/>
                  </a:lnTo>
                  <a:lnTo>
                    <a:pt x="2969133" y="154178"/>
                  </a:lnTo>
                  <a:lnTo>
                    <a:pt x="2994406" y="191516"/>
                  </a:lnTo>
                  <a:lnTo>
                    <a:pt x="3016631" y="231648"/>
                  </a:lnTo>
                  <a:lnTo>
                    <a:pt x="3035681" y="274447"/>
                  </a:lnTo>
                  <a:lnTo>
                    <a:pt x="3051301" y="319405"/>
                  </a:lnTo>
                  <a:lnTo>
                    <a:pt x="3063620" y="366395"/>
                  </a:lnTo>
                  <a:lnTo>
                    <a:pt x="3072384" y="414909"/>
                  </a:lnTo>
                  <a:lnTo>
                    <a:pt x="3111499" y="431419"/>
                  </a:lnTo>
                  <a:lnTo>
                    <a:pt x="3148584" y="452374"/>
                  </a:lnTo>
                  <a:lnTo>
                    <a:pt x="3183636" y="477393"/>
                  </a:lnTo>
                  <a:lnTo>
                    <a:pt x="3216147" y="506095"/>
                  </a:lnTo>
                  <a:lnTo>
                    <a:pt x="3246373" y="538480"/>
                  </a:lnTo>
                  <a:lnTo>
                    <a:pt x="3274060" y="574040"/>
                  </a:lnTo>
                  <a:lnTo>
                    <a:pt x="3298951" y="612521"/>
                  </a:lnTo>
                  <a:lnTo>
                    <a:pt x="3321049" y="653669"/>
                  </a:lnTo>
                  <a:lnTo>
                    <a:pt x="3340226" y="697230"/>
                  </a:lnTo>
                  <a:lnTo>
                    <a:pt x="3356229" y="742823"/>
                  </a:lnTo>
                  <a:lnTo>
                    <a:pt x="3369183" y="790321"/>
                  </a:lnTo>
                  <a:lnTo>
                    <a:pt x="3378708" y="839216"/>
                  </a:lnTo>
                  <a:lnTo>
                    <a:pt x="3384931" y="889381"/>
                  </a:lnTo>
                  <a:lnTo>
                    <a:pt x="3387470" y="940562"/>
                  </a:lnTo>
                  <a:lnTo>
                    <a:pt x="3386328" y="992378"/>
                  </a:lnTo>
                  <a:lnTo>
                    <a:pt x="3381374" y="1044575"/>
                  </a:lnTo>
                  <a:lnTo>
                    <a:pt x="3372358" y="1096899"/>
                  </a:lnTo>
                  <a:lnTo>
                    <a:pt x="3358388" y="1151890"/>
                  </a:lnTo>
                  <a:lnTo>
                    <a:pt x="3352672" y="1169797"/>
                  </a:lnTo>
                  <a:lnTo>
                    <a:pt x="3376167" y="1212596"/>
                  </a:lnTo>
                  <a:lnTo>
                    <a:pt x="3396868" y="1256919"/>
                  </a:lnTo>
                  <a:lnTo>
                    <a:pt x="3414775" y="1302512"/>
                  </a:lnTo>
                  <a:lnTo>
                    <a:pt x="3430016" y="1349248"/>
                  </a:lnTo>
                  <a:lnTo>
                    <a:pt x="3442462" y="1396746"/>
                  </a:lnTo>
                  <a:lnTo>
                    <a:pt x="3452114" y="1445006"/>
                  </a:lnTo>
                  <a:lnTo>
                    <a:pt x="3459098" y="1493901"/>
                  </a:lnTo>
                  <a:lnTo>
                    <a:pt x="3463416" y="1542923"/>
                  </a:lnTo>
                  <a:lnTo>
                    <a:pt x="3465067" y="1592199"/>
                  </a:lnTo>
                  <a:lnTo>
                    <a:pt x="3464051" y="1641348"/>
                  </a:lnTo>
                  <a:lnTo>
                    <a:pt x="3460495" y="1690243"/>
                  </a:lnTo>
                  <a:lnTo>
                    <a:pt x="3454272" y="1738757"/>
                  </a:lnTo>
                  <a:lnTo>
                    <a:pt x="3445383" y="1786636"/>
                  </a:lnTo>
                  <a:lnTo>
                    <a:pt x="3434080" y="1833626"/>
                  </a:lnTo>
                  <a:lnTo>
                    <a:pt x="3420110" y="1879600"/>
                  </a:lnTo>
                  <a:lnTo>
                    <a:pt x="3403599" y="1924431"/>
                  </a:lnTo>
                  <a:lnTo>
                    <a:pt x="3384676" y="1967738"/>
                  </a:lnTo>
                  <a:lnTo>
                    <a:pt x="3363214" y="2009521"/>
                  </a:lnTo>
                  <a:lnTo>
                    <a:pt x="3339338" y="2049653"/>
                  </a:lnTo>
                  <a:lnTo>
                    <a:pt x="3312921" y="2087626"/>
                  </a:lnTo>
                  <a:lnTo>
                    <a:pt x="3284092" y="2123567"/>
                  </a:lnTo>
                  <a:lnTo>
                    <a:pt x="3252850" y="2157095"/>
                  </a:lnTo>
                  <a:lnTo>
                    <a:pt x="3214878" y="2191766"/>
                  </a:lnTo>
                  <a:lnTo>
                    <a:pt x="3174745" y="2221992"/>
                  </a:lnTo>
                  <a:lnTo>
                    <a:pt x="3132963" y="2247646"/>
                  </a:lnTo>
                  <a:lnTo>
                    <a:pt x="3089529" y="2268601"/>
                  </a:lnTo>
                  <a:lnTo>
                    <a:pt x="3044951" y="2284603"/>
                  </a:lnTo>
                  <a:lnTo>
                    <a:pt x="2999232" y="2295779"/>
                  </a:lnTo>
                  <a:lnTo>
                    <a:pt x="2996945" y="2350389"/>
                  </a:lnTo>
                  <a:lnTo>
                    <a:pt x="2991104" y="2403640"/>
                  </a:lnTo>
                  <a:lnTo>
                    <a:pt x="2981579" y="2455265"/>
                  </a:lnTo>
                  <a:lnTo>
                    <a:pt x="2968879" y="2505049"/>
                  </a:lnTo>
                  <a:lnTo>
                    <a:pt x="2953004" y="2552788"/>
                  </a:lnTo>
                  <a:lnTo>
                    <a:pt x="2934081" y="2598280"/>
                  </a:lnTo>
                  <a:lnTo>
                    <a:pt x="2912237" y="2641295"/>
                  </a:lnTo>
                  <a:lnTo>
                    <a:pt x="2887853" y="2681643"/>
                  </a:lnTo>
                  <a:lnTo>
                    <a:pt x="2860801" y="2719108"/>
                  </a:lnTo>
                  <a:lnTo>
                    <a:pt x="2831465" y="2753474"/>
                  </a:lnTo>
                  <a:lnTo>
                    <a:pt x="2799968" y="2784525"/>
                  </a:lnTo>
                  <a:lnTo>
                    <a:pt x="2766441" y="2812072"/>
                  </a:lnTo>
                  <a:lnTo>
                    <a:pt x="2731008" y="2835884"/>
                  </a:lnTo>
                  <a:lnTo>
                    <a:pt x="2693923" y="2855747"/>
                  </a:lnTo>
                  <a:lnTo>
                    <a:pt x="2655316" y="2871482"/>
                  </a:lnTo>
                  <a:lnTo>
                    <a:pt x="2615311" y="2882849"/>
                  </a:lnTo>
                  <a:lnTo>
                    <a:pt x="2574163" y="2889643"/>
                  </a:lnTo>
                  <a:lnTo>
                    <a:pt x="2531998" y="2891650"/>
                  </a:lnTo>
                  <a:lnTo>
                    <a:pt x="2480944" y="2887472"/>
                  </a:lnTo>
                  <a:lnTo>
                    <a:pt x="2430907" y="2876092"/>
                  </a:lnTo>
                  <a:lnTo>
                    <a:pt x="2382139" y="2857703"/>
                  </a:lnTo>
                  <a:lnTo>
                    <a:pt x="2335021" y="2832455"/>
                  </a:lnTo>
                  <a:lnTo>
                    <a:pt x="2290317" y="2800515"/>
                  </a:lnTo>
                  <a:lnTo>
                    <a:pt x="2276474" y="2852534"/>
                  </a:lnTo>
                  <a:lnTo>
                    <a:pt x="2259965" y="2902254"/>
                  </a:lnTo>
                  <a:lnTo>
                    <a:pt x="2240661" y="2949562"/>
                  </a:lnTo>
                  <a:lnTo>
                    <a:pt x="2218943" y="2994355"/>
                  </a:lnTo>
                  <a:lnTo>
                    <a:pt x="2194941" y="3036531"/>
                  </a:lnTo>
                  <a:lnTo>
                    <a:pt x="2168779" y="3075990"/>
                  </a:lnTo>
                  <a:lnTo>
                    <a:pt x="2140458" y="3112617"/>
                  </a:lnTo>
                  <a:lnTo>
                    <a:pt x="2110359" y="3146310"/>
                  </a:lnTo>
                  <a:lnTo>
                    <a:pt x="2078609" y="3176968"/>
                  </a:lnTo>
                  <a:lnTo>
                    <a:pt x="2045081" y="3204489"/>
                  </a:lnTo>
                  <a:lnTo>
                    <a:pt x="2010283" y="3228771"/>
                  </a:lnTo>
                  <a:lnTo>
                    <a:pt x="1974088" y="3249701"/>
                  </a:lnTo>
                  <a:lnTo>
                    <a:pt x="1936876" y="3267176"/>
                  </a:lnTo>
                  <a:lnTo>
                    <a:pt x="1898522" y="3281083"/>
                  </a:lnTo>
                  <a:lnTo>
                    <a:pt x="1859534" y="3291344"/>
                  </a:lnTo>
                  <a:lnTo>
                    <a:pt x="1819656" y="3297834"/>
                  </a:lnTo>
                  <a:lnTo>
                    <a:pt x="1779396" y="3300450"/>
                  </a:lnTo>
                  <a:lnTo>
                    <a:pt x="1738757" y="3299091"/>
                  </a:lnTo>
                  <a:lnTo>
                    <a:pt x="1697863" y="3293656"/>
                  </a:lnTo>
                  <a:lnTo>
                    <a:pt x="1656841" y="3284029"/>
                  </a:lnTo>
                  <a:lnTo>
                    <a:pt x="1615820" y="3270123"/>
                  </a:lnTo>
                  <a:lnTo>
                    <a:pt x="1571751" y="3249993"/>
                  </a:lnTo>
                  <a:lnTo>
                    <a:pt x="1529334" y="3225126"/>
                  </a:lnTo>
                  <a:lnTo>
                    <a:pt x="1488947" y="3195713"/>
                  </a:lnTo>
                  <a:lnTo>
                    <a:pt x="1450593" y="3161982"/>
                  </a:lnTo>
                  <a:lnTo>
                    <a:pt x="1414653" y="3124111"/>
                  </a:lnTo>
                  <a:lnTo>
                    <a:pt x="1381251" y="3082302"/>
                  </a:lnTo>
                  <a:lnTo>
                    <a:pt x="1350517" y="3036760"/>
                  </a:lnTo>
                  <a:lnTo>
                    <a:pt x="1322959" y="2987675"/>
                  </a:lnTo>
                  <a:lnTo>
                    <a:pt x="1284223" y="3015576"/>
                  </a:lnTo>
                  <a:lnTo>
                    <a:pt x="1244726" y="3039516"/>
                  </a:lnTo>
                  <a:lnTo>
                    <a:pt x="1204594" y="3059557"/>
                  </a:lnTo>
                  <a:lnTo>
                    <a:pt x="1163828" y="3075736"/>
                  </a:lnTo>
                  <a:lnTo>
                    <a:pt x="1122680" y="3088106"/>
                  </a:lnTo>
                  <a:lnTo>
                    <a:pt x="1081150" y="3096717"/>
                  </a:lnTo>
                  <a:lnTo>
                    <a:pt x="1039621" y="3101606"/>
                  </a:lnTo>
                  <a:lnTo>
                    <a:pt x="998092" y="3102838"/>
                  </a:lnTo>
                  <a:lnTo>
                    <a:pt x="956690" y="3100438"/>
                  </a:lnTo>
                  <a:lnTo>
                    <a:pt x="915542" y="3094456"/>
                  </a:lnTo>
                  <a:lnTo>
                    <a:pt x="874903" y="3084944"/>
                  </a:lnTo>
                  <a:lnTo>
                    <a:pt x="834897" y="3071952"/>
                  </a:lnTo>
                  <a:lnTo>
                    <a:pt x="795528" y="3055531"/>
                  </a:lnTo>
                  <a:lnTo>
                    <a:pt x="757046" y="3035706"/>
                  </a:lnTo>
                  <a:lnTo>
                    <a:pt x="719709" y="3012541"/>
                  </a:lnTo>
                  <a:lnTo>
                    <a:pt x="683387" y="2986074"/>
                  </a:lnTo>
                  <a:lnTo>
                    <a:pt x="648462" y="2956369"/>
                  </a:lnTo>
                  <a:lnTo>
                    <a:pt x="614934" y="2923451"/>
                  </a:lnTo>
                  <a:lnTo>
                    <a:pt x="583057" y="2887370"/>
                  </a:lnTo>
                  <a:lnTo>
                    <a:pt x="552831" y="2848190"/>
                  </a:lnTo>
                  <a:lnTo>
                    <a:pt x="524510" y="2805938"/>
                  </a:lnTo>
                  <a:lnTo>
                    <a:pt x="498347" y="2760662"/>
                  </a:lnTo>
                  <a:lnTo>
                    <a:pt x="474217" y="2712427"/>
                  </a:lnTo>
                  <a:lnTo>
                    <a:pt x="467740" y="2697937"/>
                  </a:lnTo>
                  <a:lnTo>
                    <a:pt x="426973" y="2701061"/>
                  </a:lnTo>
                  <a:lnTo>
                    <a:pt x="387095" y="2698165"/>
                  </a:lnTo>
                  <a:lnTo>
                    <a:pt x="348361" y="2689542"/>
                  </a:lnTo>
                  <a:lnTo>
                    <a:pt x="311022" y="2675483"/>
                  </a:lnTo>
                  <a:lnTo>
                    <a:pt x="275463" y="2656293"/>
                  </a:lnTo>
                  <a:lnTo>
                    <a:pt x="241808" y="2632278"/>
                  </a:lnTo>
                  <a:lnTo>
                    <a:pt x="210565" y="2603715"/>
                  </a:lnTo>
                  <a:lnTo>
                    <a:pt x="181863" y="2570911"/>
                  </a:lnTo>
                  <a:lnTo>
                    <a:pt x="155955" y="2534170"/>
                  </a:lnTo>
                  <a:lnTo>
                    <a:pt x="133350" y="2493784"/>
                  </a:lnTo>
                  <a:lnTo>
                    <a:pt x="114045" y="2450045"/>
                  </a:lnTo>
                  <a:lnTo>
                    <a:pt x="98678" y="2403259"/>
                  </a:lnTo>
                  <a:lnTo>
                    <a:pt x="87249" y="2353691"/>
                  </a:lnTo>
                  <a:lnTo>
                    <a:pt x="80137" y="2301748"/>
                  </a:lnTo>
                  <a:lnTo>
                    <a:pt x="77724" y="2252218"/>
                  </a:lnTo>
                  <a:lnTo>
                    <a:pt x="79501" y="2203196"/>
                  </a:lnTo>
                  <a:lnTo>
                    <a:pt x="85343" y="2154936"/>
                  </a:lnTo>
                  <a:lnTo>
                    <a:pt x="95250" y="2107819"/>
                  </a:lnTo>
                  <a:lnTo>
                    <a:pt x="108838" y="2062480"/>
                  </a:lnTo>
                  <a:lnTo>
                    <a:pt x="126364" y="2019046"/>
                  </a:lnTo>
                  <a:lnTo>
                    <a:pt x="147319" y="1978152"/>
                  </a:lnTo>
                  <a:lnTo>
                    <a:pt x="171957" y="1940179"/>
                  </a:lnTo>
                  <a:lnTo>
                    <a:pt x="138175" y="1910842"/>
                  </a:lnTo>
                  <a:lnTo>
                    <a:pt x="107823" y="1877314"/>
                  </a:lnTo>
                  <a:lnTo>
                    <a:pt x="80899" y="1839976"/>
                  </a:lnTo>
                  <a:lnTo>
                    <a:pt x="57785" y="1799463"/>
                  </a:lnTo>
                  <a:lnTo>
                    <a:pt x="38353" y="1756283"/>
                  </a:lnTo>
                  <a:lnTo>
                    <a:pt x="22732" y="1710690"/>
                  </a:lnTo>
                  <a:lnTo>
                    <a:pt x="11175" y="1663192"/>
                  </a:lnTo>
                  <a:lnTo>
                    <a:pt x="3555" y="1614424"/>
                  </a:lnTo>
                  <a:lnTo>
                    <a:pt x="0" y="1564767"/>
                  </a:lnTo>
                  <a:lnTo>
                    <a:pt x="762" y="1514602"/>
                  </a:lnTo>
                  <a:lnTo>
                    <a:pt x="5714" y="1464564"/>
                  </a:lnTo>
                  <a:lnTo>
                    <a:pt x="15112" y="1414907"/>
                  </a:lnTo>
                  <a:lnTo>
                    <a:pt x="29082" y="1366266"/>
                  </a:lnTo>
                  <a:lnTo>
                    <a:pt x="47498" y="1319149"/>
                  </a:lnTo>
                  <a:lnTo>
                    <a:pt x="74040" y="1268222"/>
                  </a:lnTo>
                  <a:lnTo>
                    <a:pt x="105282" y="1223010"/>
                  </a:lnTo>
                  <a:lnTo>
                    <a:pt x="140588" y="1183894"/>
                  </a:lnTo>
                  <a:lnTo>
                    <a:pt x="179450" y="1151255"/>
                  </a:lnTo>
                  <a:lnTo>
                    <a:pt x="221361" y="1125601"/>
                  </a:lnTo>
                  <a:lnTo>
                    <a:pt x="265811" y="1107313"/>
                  </a:lnTo>
                  <a:lnTo>
                    <a:pt x="312165" y="1096899"/>
                  </a:lnTo>
                  <a:lnTo>
                    <a:pt x="315087" y="1086612"/>
                  </a:lnTo>
                  <a:close/>
                </a:path>
                <a:path w="3465195" h="3300729">
                  <a:moveTo>
                    <a:pt x="378587" y="1988312"/>
                  </a:moveTo>
                  <a:lnTo>
                    <a:pt x="325628" y="1988312"/>
                  </a:lnTo>
                  <a:lnTo>
                    <a:pt x="273558" y="1978025"/>
                  </a:lnTo>
                  <a:lnTo>
                    <a:pt x="223392" y="1957705"/>
                  </a:lnTo>
                  <a:lnTo>
                    <a:pt x="175767" y="1927352"/>
                  </a:lnTo>
                </a:path>
                <a:path w="3465195" h="3300729">
                  <a:moveTo>
                    <a:pt x="557657" y="2654325"/>
                  </a:moveTo>
                  <a:lnTo>
                    <a:pt x="536066" y="2664434"/>
                  </a:lnTo>
                  <a:lnTo>
                    <a:pt x="513968" y="2672676"/>
                  </a:lnTo>
                  <a:lnTo>
                    <a:pt x="491616" y="2679026"/>
                  </a:lnTo>
                  <a:lnTo>
                    <a:pt x="468884" y="2683459"/>
                  </a:lnTo>
                </a:path>
                <a:path w="3465195" h="3300729">
                  <a:moveTo>
                    <a:pt x="1322832" y="2974390"/>
                  </a:moveTo>
                  <a:lnTo>
                    <a:pt x="1307338" y="2942590"/>
                  </a:lnTo>
                  <a:lnTo>
                    <a:pt x="1293240" y="2909798"/>
                  </a:lnTo>
                  <a:lnTo>
                    <a:pt x="1280540" y="2876080"/>
                  </a:lnTo>
                  <a:lnTo>
                    <a:pt x="1269364" y="2841510"/>
                  </a:lnTo>
                </a:path>
                <a:path w="3465195" h="3300729">
                  <a:moveTo>
                    <a:pt x="2312035" y="2643035"/>
                  </a:moveTo>
                  <a:lnTo>
                    <a:pt x="2308860" y="2679992"/>
                  </a:lnTo>
                  <a:lnTo>
                    <a:pt x="2304288" y="2716657"/>
                  </a:lnTo>
                  <a:lnTo>
                    <a:pt x="2298191" y="2752966"/>
                  </a:lnTo>
                  <a:lnTo>
                    <a:pt x="2290698" y="2788831"/>
                  </a:lnTo>
                </a:path>
                <a:path w="3465195" h="3300729">
                  <a:moveTo>
                    <a:pt x="2736849" y="1742059"/>
                  </a:moveTo>
                  <a:lnTo>
                    <a:pt x="2772791" y="1767459"/>
                  </a:lnTo>
                  <a:lnTo>
                    <a:pt x="2806572" y="1796415"/>
                  </a:lnTo>
                  <a:lnTo>
                    <a:pt x="2837941" y="1828800"/>
                  </a:lnTo>
                  <a:lnTo>
                    <a:pt x="2866897" y="1864487"/>
                  </a:lnTo>
                  <a:lnTo>
                    <a:pt x="2893314" y="1902968"/>
                  </a:lnTo>
                  <a:lnTo>
                    <a:pt x="2916936" y="1944243"/>
                  </a:lnTo>
                  <a:lnTo>
                    <a:pt x="2937891" y="1987931"/>
                  </a:lnTo>
                  <a:lnTo>
                    <a:pt x="2955797" y="2033778"/>
                  </a:lnTo>
                  <a:lnTo>
                    <a:pt x="2970657" y="2081530"/>
                  </a:lnTo>
                  <a:lnTo>
                    <a:pt x="2982341" y="2131060"/>
                  </a:lnTo>
                  <a:lnTo>
                    <a:pt x="2990722" y="2181987"/>
                  </a:lnTo>
                  <a:lnTo>
                    <a:pt x="2995803" y="2234057"/>
                  </a:lnTo>
                  <a:lnTo>
                    <a:pt x="2997326" y="2287143"/>
                  </a:lnTo>
                </a:path>
                <a:path w="3465195" h="3300729">
                  <a:moveTo>
                    <a:pt x="3351148" y="1161796"/>
                  </a:moveTo>
                  <a:lnTo>
                    <a:pt x="3334004" y="1207897"/>
                  </a:lnTo>
                  <a:lnTo>
                    <a:pt x="3313557" y="1251712"/>
                  </a:lnTo>
                  <a:lnTo>
                    <a:pt x="3290189" y="1292860"/>
                  </a:lnTo>
                  <a:lnTo>
                    <a:pt x="3264026" y="1331087"/>
                  </a:lnTo>
                  <a:lnTo>
                    <a:pt x="3235070" y="1366139"/>
                  </a:lnTo>
                </a:path>
                <a:path w="3465195" h="3300729">
                  <a:moveTo>
                    <a:pt x="3072891" y="403479"/>
                  </a:moveTo>
                  <a:lnTo>
                    <a:pt x="3075686" y="427482"/>
                  </a:lnTo>
                  <a:lnTo>
                    <a:pt x="3077717" y="451612"/>
                  </a:lnTo>
                  <a:lnTo>
                    <a:pt x="3078734" y="475742"/>
                  </a:lnTo>
                  <a:lnTo>
                    <a:pt x="3078988" y="499999"/>
                  </a:lnTo>
                </a:path>
                <a:path w="3465195" h="3300729">
                  <a:moveTo>
                    <a:pt x="2332100" y="290957"/>
                  </a:moveTo>
                  <a:lnTo>
                    <a:pt x="2344292" y="258191"/>
                  </a:lnTo>
                  <a:lnTo>
                    <a:pt x="2358390" y="226695"/>
                  </a:lnTo>
                  <a:lnTo>
                    <a:pt x="2374138" y="196596"/>
                  </a:lnTo>
                  <a:lnTo>
                    <a:pt x="2391537" y="168021"/>
                  </a:lnTo>
                </a:path>
                <a:path w="3465195" h="3300729">
                  <a:moveTo>
                    <a:pt x="1776348" y="349631"/>
                  </a:moveTo>
                  <a:lnTo>
                    <a:pt x="1781683" y="322326"/>
                  </a:lnTo>
                  <a:lnTo>
                    <a:pt x="1788287" y="295402"/>
                  </a:lnTo>
                  <a:lnTo>
                    <a:pt x="1796161" y="269113"/>
                  </a:lnTo>
                  <a:lnTo>
                    <a:pt x="1805178" y="243586"/>
                  </a:lnTo>
                </a:path>
                <a:path w="3465195" h="3300729">
                  <a:moveTo>
                    <a:pt x="1124331" y="385572"/>
                  </a:moveTo>
                  <a:lnTo>
                    <a:pt x="1152016" y="408305"/>
                  </a:lnTo>
                  <a:lnTo>
                    <a:pt x="1178687" y="433070"/>
                  </a:lnTo>
                  <a:lnTo>
                    <a:pt x="1204214" y="459867"/>
                  </a:lnTo>
                  <a:lnTo>
                    <a:pt x="1228470" y="488569"/>
                  </a:lnTo>
                </a:path>
                <a:path w="3465195" h="3300729">
                  <a:moveTo>
                    <a:pt x="333247" y="1194943"/>
                  </a:moveTo>
                  <a:lnTo>
                    <a:pt x="327533" y="1168146"/>
                  </a:lnTo>
                  <a:lnTo>
                    <a:pt x="322580" y="1141222"/>
                  </a:lnTo>
                  <a:lnTo>
                    <a:pt x="318388" y="1114044"/>
                  </a:lnTo>
                  <a:lnTo>
                    <a:pt x="315087" y="1086612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3448" y="4322063"/>
              <a:ext cx="1981200" cy="14843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5052" y="3773424"/>
              <a:ext cx="617220" cy="4343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536942" y="3774186"/>
              <a:ext cx="809625" cy="435609"/>
            </a:xfrm>
            <a:custGeom>
              <a:avLst/>
              <a:gdLst/>
              <a:ahLst/>
              <a:cxnLst/>
              <a:rect l="l" t="t" r="r" b="b"/>
              <a:pathLst>
                <a:path w="809625" h="435610">
                  <a:moveTo>
                    <a:pt x="0" y="0"/>
                  </a:moveTo>
                  <a:lnTo>
                    <a:pt x="809243" y="435482"/>
                  </a:lnTo>
                </a:path>
                <a:path w="809625" h="435610">
                  <a:moveTo>
                    <a:pt x="737615" y="0"/>
                  </a:moveTo>
                  <a:lnTo>
                    <a:pt x="47243" y="43548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61944" y="3140964"/>
            <a:ext cx="195072" cy="196596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187952" y="3378708"/>
            <a:ext cx="379095" cy="379095"/>
            <a:chOff x="4187952" y="3378708"/>
            <a:chExt cx="379095" cy="379095"/>
          </a:xfrm>
        </p:grpSpPr>
        <p:sp>
          <p:nvSpPr>
            <p:cNvPr id="21" name="object 21"/>
            <p:cNvSpPr/>
            <p:nvPr/>
          </p:nvSpPr>
          <p:spPr>
            <a:xfrm>
              <a:off x="4194048" y="3384804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29">
                  <a:moveTo>
                    <a:pt x="183387" y="0"/>
                  </a:moveTo>
                  <a:lnTo>
                    <a:pt x="134619" y="6604"/>
                  </a:lnTo>
                  <a:lnTo>
                    <a:pt x="90804" y="25019"/>
                  </a:lnTo>
                  <a:lnTo>
                    <a:pt x="53721" y="53721"/>
                  </a:lnTo>
                  <a:lnTo>
                    <a:pt x="25018" y="90805"/>
                  </a:lnTo>
                  <a:lnTo>
                    <a:pt x="6603" y="134620"/>
                  </a:lnTo>
                  <a:lnTo>
                    <a:pt x="0" y="183387"/>
                  </a:lnTo>
                  <a:lnTo>
                    <a:pt x="6603" y="232156"/>
                  </a:lnTo>
                  <a:lnTo>
                    <a:pt x="25018" y="276098"/>
                  </a:lnTo>
                  <a:lnTo>
                    <a:pt x="53721" y="313182"/>
                  </a:lnTo>
                  <a:lnTo>
                    <a:pt x="90804" y="341884"/>
                  </a:lnTo>
                  <a:lnTo>
                    <a:pt x="134619" y="360299"/>
                  </a:lnTo>
                  <a:lnTo>
                    <a:pt x="183387" y="366903"/>
                  </a:lnTo>
                  <a:lnTo>
                    <a:pt x="232155" y="360299"/>
                  </a:lnTo>
                  <a:lnTo>
                    <a:pt x="275971" y="341884"/>
                  </a:lnTo>
                  <a:lnTo>
                    <a:pt x="313054" y="313182"/>
                  </a:lnTo>
                  <a:lnTo>
                    <a:pt x="341756" y="276098"/>
                  </a:lnTo>
                  <a:lnTo>
                    <a:pt x="360172" y="232156"/>
                  </a:lnTo>
                  <a:lnTo>
                    <a:pt x="366775" y="183387"/>
                  </a:lnTo>
                  <a:lnTo>
                    <a:pt x="360172" y="134620"/>
                  </a:lnTo>
                  <a:lnTo>
                    <a:pt x="341756" y="90805"/>
                  </a:lnTo>
                  <a:lnTo>
                    <a:pt x="313054" y="53721"/>
                  </a:lnTo>
                  <a:lnTo>
                    <a:pt x="275971" y="25019"/>
                  </a:lnTo>
                  <a:lnTo>
                    <a:pt x="232155" y="6604"/>
                  </a:lnTo>
                  <a:lnTo>
                    <a:pt x="18338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94048" y="3384804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29">
                  <a:moveTo>
                    <a:pt x="366775" y="183387"/>
                  </a:moveTo>
                  <a:lnTo>
                    <a:pt x="360172" y="232156"/>
                  </a:lnTo>
                  <a:lnTo>
                    <a:pt x="341756" y="276098"/>
                  </a:lnTo>
                  <a:lnTo>
                    <a:pt x="313054" y="313182"/>
                  </a:lnTo>
                  <a:lnTo>
                    <a:pt x="275971" y="341884"/>
                  </a:lnTo>
                  <a:lnTo>
                    <a:pt x="232155" y="360299"/>
                  </a:lnTo>
                  <a:lnTo>
                    <a:pt x="183387" y="366903"/>
                  </a:lnTo>
                  <a:lnTo>
                    <a:pt x="134619" y="360299"/>
                  </a:lnTo>
                  <a:lnTo>
                    <a:pt x="90804" y="341884"/>
                  </a:lnTo>
                  <a:lnTo>
                    <a:pt x="53721" y="313182"/>
                  </a:lnTo>
                  <a:lnTo>
                    <a:pt x="25018" y="276098"/>
                  </a:lnTo>
                  <a:lnTo>
                    <a:pt x="6603" y="232156"/>
                  </a:lnTo>
                  <a:lnTo>
                    <a:pt x="0" y="183387"/>
                  </a:lnTo>
                  <a:lnTo>
                    <a:pt x="6603" y="134620"/>
                  </a:lnTo>
                  <a:lnTo>
                    <a:pt x="25018" y="90805"/>
                  </a:lnTo>
                  <a:lnTo>
                    <a:pt x="53721" y="53721"/>
                  </a:lnTo>
                  <a:lnTo>
                    <a:pt x="90804" y="25019"/>
                  </a:lnTo>
                  <a:lnTo>
                    <a:pt x="134619" y="6604"/>
                  </a:lnTo>
                  <a:lnTo>
                    <a:pt x="183387" y="0"/>
                  </a:lnTo>
                  <a:lnTo>
                    <a:pt x="232155" y="6604"/>
                  </a:lnTo>
                  <a:lnTo>
                    <a:pt x="275971" y="25019"/>
                  </a:lnTo>
                  <a:lnTo>
                    <a:pt x="313054" y="53721"/>
                  </a:lnTo>
                  <a:lnTo>
                    <a:pt x="341756" y="90805"/>
                  </a:lnTo>
                  <a:lnTo>
                    <a:pt x="360172" y="134620"/>
                  </a:lnTo>
                  <a:lnTo>
                    <a:pt x="366775" y="183387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186171" y="3677411"/>
            <a:ext cx="562610" cy="562610"/>
            <a:chOff x="5186171" y="3677411"/>
            <a:chExt cx="562610" cy="562610"/>
          </a:xfrm>
        </p:grpSpPr>
        <p:sp>
          <p:nvSpPr>
            <p:cNvPr id="24" name="object 24"/>
            <p:cNvSpPr/>
            <p:nvPr/>
          </p:nvSpPr>
          <p:spPr>
            <a:xfrm>
              <a:off x="5192267" y="3683507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5">
                  <a:moveTo>
                    <a:pt x="275082" y="0"/>
                  </a:moveTo>
                  <a:lnTo>
                    <a:pt x="225679" y="4445"/>
                  </a:lnTo>
                  <a:lnTo>
                    <a:pt x="179070" y="17145"/>
                  </a:lnTo>
                  <a:lnTo>
                    <a:pt x="136271" y="37592"/>
                  </a:lnTo>
                  <a:lnTo>
                    <a:pt x="97790" y="64643"/>
                  </a:lnTo>
                  <a:lnTo>
                    <a:pt x="64643" y="97790"/>
                  </a:lnTo>
                  <a:lnTo>
                    <a:pt x="37592" y="136271"/>
                  </a:lnTo>
                  <a:lnTo>
                    <a:pt x="17145" y="179070"/>
                  </a:lnTo>
                  <a:lnTo>
                    <a:pt x="4445" y="225679"/>
                  </a:lnTo>
                  <a:lnTo>
                    <a:pt x="0" y="275082"/>
                  </a:lnTo>
                  <a:lnTo>
                    <a:pt x="4445" y="324485"/>
                  </a:lnTo>
                  <a:lnTo>
                    <a:pt x="17145" y="371094"/>
                  </a:lnTo>
                  <a:lnTo>
                    <a:pt x="37592" y="413893"/>
                  </a:lnTo>
                  <a:lnTo>
                    <a:pt x="64643" y="452374"/>
                  </a:lnTo>
                  <a:lnTo>
                    <a:pt x="97790" y="485521"/>
                  </a:lnTo>
                  <a:lnTo>
                    <a:pt x="136271" y="512572"/>
                  </a:lnTo>
                  <a:lnTo>
                    <a:pt x="179070" y="533019"/>
                  </a:lnTo>
                  <a:lnTo>
                    <a:pt x="225679" y="545719"/>
                  </a:lnTo>
                  <a:lnTo>
                    <a:pt x="275082" y="550164"/>
                  </a:lnTo>
                  <a:lnTo>
                    <a:pt x="324485" y="545719"/>
                  </a:lnTo>
                  <a:lnTo>
                    <a:pt x="371094" y="533019"/>
                  </a:lnTo>
                  <a:lnTo>
                    <a:pt x="413893" y="512572"/>
                  </a:lnTo>
                  <a:lnTo>
                    <a:pt x="452374" y="485521"/>
                  </a:lnTo>
                  <a:lnTo>
                    <a:pt x="485521" y="452374"/>
                  </a:lnTo>
                  <a:lnTo>
                    <a:pt x="512572" y="413893"/>
                  </a:lnTo>
                  <a:lnTo>
                    <a:pt x="533019" y="371094"/>
                  </a:lnTo>
                  <a:lnTo>
                    <a:pt x="545719" y="324485"/>
                  </a:lnTo>
                  <a:lnTo>
                    <a:pt x="550164" y="275082"/>
                  </a:lnTo>
                  <a:lnTo>
                    <a:pt x="545719" y="225679"/>
                  </a:lnTo>
                  <a:lnTo>
                    <a:pt x="533019" y="179070"/>
                  </a:lnTo>
                  <a:lnTo>
                    <a:pt x="512572" y="136271"/>
                  </a:lnTo>
                  <a:lnTo>
                    <a:pt x="485521" y="97790"/>
                  </a:lnTo>
                  <a:lnTo>
                    <a:pt x="452374" y="64643"/>
                  </a:lnTo>
                  <a:lnTo>
                    <a:pt x="413893" y="37592"/>
                  </a:lnTo>
                  <a:lnTo>
                    <a:pt x="371094" y="17145"/>
                  </a:lnTo>
                  <a:lnTo>
                    <a:pt x="324485" y="4445"/>
                  </a:lnTo>
                  <a:lnTo>
                    <a:pt x="27508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92267" y="3683507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5">
                  <a:moveTo>
                    <a:pt x="550164" y="275082"/>
                  </a:moveTo>
                  <a:lnTo>
                    <a:pt x="545719" y="324485"/>
                  </a:lnTo>
                  <a:lnTo>
                    <a:pt x="533019" y="371094"/>
                  </a:lnTo>
                  <a:lnTo>
                    <a:pt x="512572" y="413893"/>
                  </a:lnTo>
                  <a:lnTo>
                    <a:pt x="485521" y="452374"/>
                  </a:lnTo>
                  <a:lnTo>
                    <a:pt x="452374" y="485521"/>
                  </a:lnTo>
                  <a:lnTo>
                    <a:pt x="413893" y="512572"/>
                  </a:lnTo>
                  <a:lnTo>
                    <a:pt x="371094" y="533019"/>
                  </a:lnTo>
                  <a:lnTo>
                    <a:pt x="324485" y="545719"/>
                  </a:lnTo>
                  <a:lnTo>
                    <a:pt x="275082" y="550164"/>
                  </a:lnTo>
                  <a:lnTo>
                    <a:pt x="225679" y="545719"/>
                  </a:lnTo>
                  <a:lnTo>
                    <a:pt x="179070" y="533019"/>
                  </a:lnTo>
                  <a:lnTo>
                    <a:pt x="136271" y="512572"/>
                  </a:lnTo>
                  <a:lnTo>
                    <a:pt x="97790" y="485521"/>
                  </a:lnTo>
                  <a:lnTo>
                    <a:pt x="64643" y="452374"/>
                  </a:lnTo>
                  <a:lnTo>
                    <a:pt x="37592" y="413893"/>
                  </a:lnTo>
                  <a:lnTo>
                    <a:pt x="17145" y="371094"/>
                  </a:lnTo>
                  <a:lnTo>
                    <a:pt x="4445" y="324485"/>
                  </a:lnTo>
                  <a:lnTo>
                    <a:pt x="0" y="275082"/>
                  </a:lnTo>
                  <a:lnTo>
                    <a:pt x="4445" y="225679"/>
                  </a:lnTo>
                  <a:lnTo>
                    <a:pt x="17145" y="179070"/>
                  </a:lnTo>
                  <a:lnTo>
                    <a:pt x="37592" y="136271"/>
                  </a:lnTo>
                  <a:lnTo>
                    <a:pt x="64643" y="97790"/>
                  </a:lnTo>
                  <a:lnTo>
                    <a:pt x="97790" y="64643"/>
                  </a:lnTo>
                  <a:lnTo>
                    <a:pt x="136271" y="37592"/>
                  </a:lnTo>
                  <a:lnTo>
                    <a:pt x="179070" y="17145"/>
                  </a:lnTo>
                  <a:lnTo>
                    <a:pt x="225679" y="4445"/>
                  </a:lnTo>
                  <a:lnTo>
                    <a:pt x="275082" y="0"/>
                  </a:lnTo>
                  <a:lnTo>
                    <a:pt x="324485" y="4445"/>
                  </a:lnTo>
                  <a:lnTo>
                    <a:pt x="371094" y="17145"/>
                  </a:lnTo>
                  <a:lnTo>
                    <a:pt x="413893" y="37592"/>
                  </a:lnTo>
                  <a:lnTo>
                    <a:pt x="452374" y="64643"/>
                  </a:lnTo>
                  <a:lnTo>
                    <a:pt x="485521" y="97790"/>
                  </a:lnTo>
                  <a:lnTo>
                    <a:pt x="512572" y="136271"/>
                  </a:lnTo>
                  <a:lnTo>
                    <a:pt x="533019" y="179070"/>
                  </a:lnTo>
                  <a:lnTo>
                    <a:pt x="545719" y="225679"/>
                  </a:lnTo>
                  <a:lnTo>
                    <a:pt x="550164" y="275082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4437" y="2210257"/>
            <a:ext cx="10346690" cy="130683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5"/>
              </a:spcBef>
            </a:pPr>
            <a:r>
              <a:rPr sz="4400" dirty="0">
                <a:solidFill>
                  <a:srgbClr val="C00000"/>
                </a:solidFill>
              </a:rPr>
              <a:t>[</a:t>
            </a:r>
            <a:r>
              <a:rPr sz="4400" spc="-135" dirty="0">
                <a:solidFill>
                  <a:srgbClr val="C00000"/>
                </a:solidFill>
              </a:rPr>
              <a:t> </a:t>
            </a:r>
            <a:r>
              <a:rPr sz="4400" dirty="0">
                <a:solidFill>
                  <a:srgbClr val="C00000"/>
                </a:solidFill>
              </a:rPr>
              <a:t>But,</a:t>
            </a:r>
            <a:r>
              <a:rPr sz="4400" spc="-170" dirty="0">
                <a:solidFill>
                  <a:srgbClr val="C00000"/>
                </a:solidFill>
              </a:rPr>
              <a:t> </a:t>
            </a:r>
            <a:r>
              <a:rPr sz="4400" dirty="0">
                <a:solidFill>
                  <a:srgbClr val="C00000"/>
                </a:solidFill>
              </a:rPr>
              <a:t>he</a:t>
            </a:r>
            <a:r>
              <a:rPr sz="4400" spc="-165" dirty="0">
                <a:solidFill>
                  <a:srgbClr val="C00000"/>
                </a:solidFill>
              </a:rPr>
              <a:t> </a:t>
            </a:r>
            <a:r>
              <a:rPr sz="4400" dirty="0">
                <a:solidFill>
                  <a:srgbClr val="C00000"/>
                </a:solidFill>
              </a:rPr>
              <a:t>is</a:t>
            </a:r>
            <a:r>
              <a:rPr sz="4400" spc="-150" dirty="0">
                <a:solidFill>
                  <a:srgbClr val="C00000"/>
                </a:solidFill>
              </a:rPr>
              <a:t> </a:t>
            </a:r>
            <a:r>
              <a:rPr sz="4400" dirty="0">
                <a:solidFill>
                  <a:srgbClr val="C00000"/>
                </a:solidFill>
              </a:rPr>
              <a:t>a</a:t>
            </a:r>
            <a:r>
              <a:rPr sz="4400" spc="-165" dirty="0">
                <a:solidFill>
                  <a:srgbClr val="C00000"/>
                </a:solidFill>
              </a:rPr>
              <a:t> </a:t>
            </a:r>
            <a:r>
              <a:rPr sz="4400" spc="-10" dirty="0">
                <a:solidFill>
                  <a:srgbClr val="C00000"/>
                </a:solidFill>
              </a:rPr>
              <a:t>human</a:t>
            </a:r>
            <a:r>
              <a:rPr sz="4400" spc="-204" dirty="0">
                <a:solidFill>
                  <a:srgbClr val="C00000"/>
                </a:solidFill>
              </a:rPr>
              <a:t> </a:t>
            </a:r>
            <a:r>
              <a:rPr sz="4400" dirty="0">
                <a:solidFill>
                  <a:srgbClr val="C00000"/>
                </a:solidFill>
              </a:rPr>
              <a:t>being.</a:t>
            </a:r>
            <a:r>
              <a:rPr sz="4400" spc="-195" dirty="0">
                <a:solidFill>
                  <a:srgbClr val="C00000"/>
                </a:solidFill>
              </a:rPr>
              <a:t> </a:t>
            </a:r>
            <a:r>
              <a:rPr sz="4400" dirty="0">
                <a:solidFill>
                  <a:srgbClr val="C00000"/>
                </a:solidFill>
              </a:rPr>
              <a:t>He</a:t>
            </a:r>
            <a:r>
              <a:rPr sz="4400" spc="-175" dirty="0">
                <a:solidFill>
                  <a:srgbClr val="C00000"/>
                </a:solidFill>
              </a:rPr>
              <a:t> </a:t>
            </a:r>
            <a:r>
              <a:rPr sz="4400" dirty="0">
                <a:solidFill>
                  <a:srgbClr val="C00000"/>
                </a:solidFill>
              </a:rPr>
              <a:t>can</a:t>
            </a:r>
            <a:r>
              <a:rPr sz="4400" spc="-185" dirty="0">
                <a:solidFill>
                  <a:srgbClr val="C00000"/>
                </a:solidFill>
              </a:rPr>
              <a:t> </a:t>
            </a:r>
            <a:r>
              <a:rPr sz="4400" spc="-20" dirty="0">
                <a:solidFill>
                  <a:srgbClr val="C00000"/>
                </a:solidFill>
              </a:rPr>
              <a:t>observe</a:t>
            </a:r>
            <a:r>
              <a:rPr sz="4400" spc="-215" dirty="0">
                <a:solidFill>
                  <a:srgbClr val="C00000"/>
                </a:solidFill>
              </a:rPr>
              <a:t> </a:t>
            </a:r>
            <a:r>
              <a:rPr sz="4400" spc="-25" dirty="0">
                <a:solidFill>
                  <a:srgbClr val="C00000"/>
                </a:solidFill>
              </a:rPr>
              <a:t>and </a:t>
            </a:r>
            <a:r>
              <a:rPr sz="4400" dirty="0">
                <a:solidFill>
                  <a:srgbClr val="C00000"/>
                </a:solidFill>
              </a:rPr>
              <a:t>learn</a:t>
            </a:r>
            <a:r>
              <a:rPr sz="4400" spc="-254" dirty="0">
                <a:solidFill>
                  <a:srgbClr val="C00000"/>
                </a:solidFill>
              </a:rPr>
              <a:t> </a:t>
            </a:r>
            <a:r>
              <a:rPr sz="4400" spc="-50" dirty="0">
                <a:solidFill>
                  <a:srgbClr val="C00000"/>
                </a:solidFill>
              </a:rPr>
              <a:t>]</a:t>
            </a:r>
            <a:endParaRPr sz="4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0440" y="2324100"/>
            <a:ext cx="2351405" cy="916305"/>
            <a:chOff x="3520440" y="2324100"/>
            <a:chExt cx="2351405" cy="916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0440" y="3025520"/>
              <a:ext cx="253873" cy="21450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22243" y="2324100"/>
              <a:ext cx="2149475" cy="844550"/>
            </a:xfrm>
            <a:custGeom>
              <a:avLst/>
              <a:gdLst/>
              <a:ahLst/>
              <a:cxnLst/>
              <a:rect l="l" t="t" r="r" b="b"/>
              <a:pathLst>
                <a:path w="2149475" h="844550">
                  <a:moveTo>
                    <a:pt x="2123186" y="0"/>
                  </a:moveTo>
                  <a:lnTo>
                    <a:pt x="0" y="773049"/>
                  </a:lnTo>
                  <a:lnTo>
                    <a:pt x="26035" y="844423"/>
                  </a:lnTo>
                  <a:lnTo>
                    <a:pt x="2149348" y="71500"/>
                  </a:lnTo>
                  <a:lnTo>
                    <a:pt x="212318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957954" y="2323846"/>
            <a:ext cx="949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show</a:t>
            </a:r>
            <a:r>
              <a:rPr sz="1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him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208" y="2359151"/>
            <a:ext cx="2768600" cy="2082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38671" y="1537716"/>
            <a:ext cx="1769364" cy="12466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38671" y="2900172"/>
            <a:ext cx="1795272" cy="11277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9400" y="4340352"/>
            <a:ext cx="1367027" cy="8976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87311" y="5638800"/>
            <a:ext cx="1327403" cy="9662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0440" y="2324100"/>
            <a:ext cx="2351405" cy="916305"/>
            <a:chOff x="3520440" y="2324100"/>
            <a:chExt cx="2351405" cy="916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0440" y="3025520"/>
              <a:ext cx="253873" cy="21450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22243" y="2324100"/>
              <a:ext cx="2149475" cy="844550"/>
            </a:xfrm>
            <a:custGeom>
              <a:avLst/>
              <a:gdLst/>
              <a:ahLst/>
              <a:cxnLst/>
              <a:rect l="l" t="t" r="r" b="b"/>
              <a:pathLst>
                <a:path w="2149475" h="844550">
                  <a:moveTo>
                    <a:pt x="2123186" y="0"/>
                  </a:moveTo>
                  <a:lnTo>
                    <a:pt x="0" y="773049"/>
                  </a:lnTo>
                  <a:lnTo>
                    <a:pt x="26035" y="844423"/>
                  </a:lnTo>
                  <a:lnTo>
                    <a:pt x="2149348" y="71500"/>
                  </a:lnTo>
                  <a:lnTo>
                    <a:pt x="212318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957954" y="2323846"/>
            <a:ext cx="949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show</a:t>
            </a:r>
            <a:r>
              <a:rPr sz="1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him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208" y="2359151"/>
            <a:ext cx="2768600" cy="2082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38671" y="1537716"/>
            <a:ext cx="1769364" cy="124663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280018" y="1802638"/>
            <a:ext cx="510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23326" y="3148329"/>
            <a:ext cx="510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63255" y="4580382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38671" y="2900172"/>
            <a:ext cx="1795272" cy="11277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9400" y="4340352"/>
            <a:ext cx="1367027" cy="8976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87311" y="5638800"/>
            <a:ext cx="1327403" cy="96621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167243" y="5781852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4664" y="1051560"/>
            <a:ext cx="1769364" cy="124510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456432" y="1837944"/>
            <a:ext cx="2351405" cy="916305"/>
            <a:chOff x="3456432" y="1837944"/>
            <a:chExt cx="2351405" cy="9163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432" y="2539365"/>
              <a:ext cx="253872" cy="2145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58235" y="1837944"/>
              <a:ext cx="2149475" cy="844550"/>
            </a:xfrm>
            <a:custGeom>
              <a:avLst/>
              <a:gdLst/>
              <a:ahLst/>
              <a:cxnLst/>
              <a:rect l="l" t="t" r="r" b="b"/>
              <a:pathLst>
                <a:path w="2149475" h="844550">
                  <a:moveTo>
                    <a:pt x="2123186" y="0"/>
                  </a:moveTo>
                  <a:lnTo>
                    <a:pt x="0" y="773048"/>
                  </a:lnTo>
                  <a:lnTo>
                    <a:pt x="26035" y="844422"/>
                  </a:lnTo>
                  <a:lnTo>
                    <a:pt x="2149348" y="71500"/>
                  </a:lnTo>
                  <a:lnTo>
                    <a:pt x="212318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55390" y="1467739"/>
            <a:ext cx="1303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1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this?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208" y="2359151"/>
            <a:ext cx="2768600" cy="20828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94846" y="6423761"/>
            <a:ext cx="172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29055" y="4619244"/>
            <a:ext cx="727075" cy="818515"/>
            <a:chOff x="829055" y="4619244"/>
            <a:chExt cx="727075" cy="81851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55" y="4619244"/>
              <a:ext cx="716280" cy="4099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055" y="5067300"/>
              <a:ext cx="726948" cy="37033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96592" y="4719065"/>
            <a:ext cx="563245" cy="153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600">
              <a:latin typeface="Times New Roman"/>
              <a:cs typeface="Times New Roman"/>
            </a:endParaRPr>
          </a:p>
          <a:p>
            <a:pPr marL="12700" marR="5080" indent="62230" algn="just">
              <a:lnSpc>
                <a:spcPct val="167200"/>
              </a:lnSpc>
              <a:spcBef>
                <a:spcPts val="305"/>
              </a:spcBef>
            </a:pPr>
            <a:r>
              <a:rPr sz="1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 </a:t>
            </a:r>
            <a:r>
              <a:rPr sz="1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 BIKE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5541264"/>
            <a:ext cx="551688" cy="2956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1560" y="5967984"/>
            <a:ext cx="536447" cy="31851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87679" y="6355791"/>
            <a:ext cx="1433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Past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experience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72200" y="3229355"/>
            <a:ext cx="3463925" cy="3300729"/>
          </a:xfrm>
          <a:custGeom>
            <a:avLst/>
            <a:gdLst/>
            <a:ahLst/>
            <a:cxnLst/>
            <a:rect l="l" t="t" r="r" b="b"/>
            <a:pathLst>
              <a:path w="3463925" h="3300729">
                <a:moveTo>
                  <a:pt x="2104517" y="0"/>
                </a:moveTo>
                <a:lnTo>
                  <a:pt x="2063242" y="4699"/>
                </a:lnTo>
                <a:lnTo>
                  <a:pt x="2022728" y="15621"/>
                </a:lnTo>
                <a:lnTo>
                  <a:pt x="1983613" y="32639"/>
                </a:lnTo>
                <a:lnTo>
                  <a:pt x="1946275" y="55499"/>
                </a:lnTo>
                <a:lnTo>
                  <a:pt x="1911096" y="84074"/>
                </a:lnTo>
                <a:lnTo>
                  <a:pt x="1878456" y="118110"/>
                </a:lnTo>
                <a:lnTo>
                  <a:pt x="1848993" y="157480"/>
                </a:lnTo>
                <a:lnTo>
                  <a:pt x="1823084" y="201930"/>
                </a:lnTo>
                <a:lnTo>
                  <a:pt x="1801114" y="251333"/>
                </a:lnTo>
                <a:lnTo>
                  <a:pt x="1778253" y="224155"/>
                </a:lnTo>
                <a:lnTo>
                  <a:pt x="1728470" y="176784"/>
                </a:lnTo>
                <a:lnTo>
                  <a:pt x="1662176" y="132588"/>
                </a:lnTo>
                <a:lnTo>
                  <a:pt x="1621663" y="114173"/>
                </a:lnTo>
                <a:lnTo>
                  <a:pt x="1580642" y="101346"/>
                </a:lnTo>
                <a:lnTo>
                  <a:pt x="1539240" y="93853"/>
                </a:lnTo>
                <a:lnTo>
                  <a:pt x="1497838" y="91694"/>
                </a:lnTo>
                <a:lnTo>
                  <a:pt x="1456690" y="94869"/>
                </a:lnTo>
                <a:lnTo>
                  <a:pt x="1416177" y="102997"/>
                </a:lnTo>
                <a:lnTo>
                  <a:pt x="1376426" y="116205"/>
                </a:lnTo>
                <a:lnTo>
                  <a:pt x="1337818" y="134112"/>
                </a:lnTo>
                <a:lnTo>
                  <a:pt x="1300733" y="156845"/>
                </a:lnTo>
                <a:lnTo>
                  <a:pt x="1265301" y="184277"/>
                </a:lnTo>
                <a:lnTo>
                  <a:pt x="1231900" y="216154"/>
                </a:lnTo>
                <a:lnTo>
                  <a:pt x="1200784" y="252349"/>
                </a:lnTo>
                <a:lnTo>
                  <a:pt x="1172336" y="292989"/>
                </a:lnTo>
                <a:lnTo>
                  <a:pt x="1146682" y="337693"/>
                </a:lnTo>
                <a:lnTo>
                  <a:pt x="1124330" y="386334"/>
                </a:lnTo>
                <a:lnTo>
                  <a:pt x="1078483" y="355346"/>
                </a:lnTo>
                <a:lnTo>
                  <a:pt x="1030985" y="330200"/>
                </a:lnTo>
                <a:lnTo>
                  <a:pt x="981964" y="311023"/>
                </a:lnTo>
                <a:lnTo>
                  <a:pt x="931799" y="298069"/>
                </a:lnTo>
                <a:lnTo>
                  <a:pt x="880872" y="291211"/>
                </a:lnTo>
                <a:lnTo>
                  <a:pt x="829564" y="290703"/>
                </a:lnTo>
                <a:lnTo>
                  <a:pt x="778001" y="296545"/>
                </a:lnTo>
                <a:lnTo>
                  <a:pt x="738251" y="305562"/>
                </a:lnTo>
                <a:lnTo>
                  <a:pt x="699643" y="318135"/>
                </a:lnTo>
                <a:lnTo>
                  <a:pt x="662304" y="334137"/>
                </a:lnTo>
                <a:lnTo>
                  <a:pt x="626364" y="353314"/>
                </a:lnTo>
                <a:lnTo>
                  <a:pt x="591820" y="375666"/>
                </a:lnTo>
                <a:lnTo>
                  <a:pt x="558926" y="401066"/>
                </a:lnTo>
                <a:lnTo>
                  <a:pt x="527557" y="429260"/>
                </a:lnTo>
                <a:lnTo>
                  <a:pt x="497967" y="460121"/>
                </a:lnTo>
                <a:lnTo>
                  <a:pt x="470153" y="493522"/>
                </a:lnTo>
                <a:lnTo>
                  <a:pt x="444246" y="529209"/>
                </a:lnTo>
                <a:lnTo>
                  <a:pt x="420370" y="567055"/>
                </a:lnTo>
                <a:lnTo>
                  <a:pt x="398652" y="607060"/>
                </a:lnTo>
                <a:lnTo>
                  <a:pt x="378968" y="648970"/>
                </a:lnTo>
                <a:lnTo>
                  <a:pt x="361696" y="692658"/>
                </a:lnTo>
                <a:lnTo>
                  <a:pt x="346582" y="737870"/>
                </a:lnTo>
                <a:lnTo>
                  <a:pt x="334136" y="784606"/>
                </a:lnTo>
                <a:lnTo>
                  <a:pt x="324103" y="832612"/>
                </a:lnTo>
                <a:lnTo>
                  <a:pt x="316611" y="881761"/>
                </a:lnTo>
                <a:lnTo>
                  <a:pt x="311912" y="931799"/>
                </a:lnTo>
                <a:lnTo>
                  <a:pt x="310007" y="982726"/>
                </a:lnTo>
                <a:lnTo>
                  <a:pt x="311023" y="1034415"/>
                </a:lnTo>
                <a:lnTo>
                  <a:pt x="314960" y="1086612"/>
                </a:lnTo>
                <a:lnTo>
                  <a:pt x="312038" y="1096899"/>
                </a:lnTo>
                <a:lnTo>
                  <a:pt x="265684" y="1107313"/>
                </a:lnTo>
                <a:lnTo>
                  <a:pt x="221234" y="1125601"/>
                </a:lnTo>
                <a:lnTo>
                  <a:pt x="179324" y="1151255"/>
                </a:lnTo>
                <a:lnTo>
                  <a:pt x="140462" y="1183894"/>
                </a:lnTo>
                <a:lnTo>
                  <a:pt x="105155" y="1223010"/>
                </a:lnTo>
                <a:lnTo>
                  <a:pt x="74040" y="1268222"/>
                </a:lnTo>
                <a:lnTo>
                  <a:pt x="47498" y="1319149"/>
                </a:lnTo>
                <a:lnTo>
                  <a:pt x="29083" y="1366266"/>
                </a:lnTo>
                <a:lnTo>
                  <a:pt x="15112" y="1414907"/>
                </a:lnTo>
                <a:lnTo>
                  <a:pt x="5714" y="1464564"/>
                </a:lnTo>
                <a:lnTo>
                  <a:pt x="762" y="1514602"/>
                </a:lnTo>
                <a:lnTo>
                  <a:pt x="0" y="1564767"/>
                </a:lnTo>
                <a:lnTo>
                  <a:pt x="3555" y="1614424"/>
                </a:lnTo>
                <a:lnTo>
                  <a:pt x="11175" y="1663192"/>
                </a:lnTo>
                <a:lnTo>
                  <a:pt x="22733" y="1710690"/>
                </a:lnTo>
                <a:lnTo>
                  <a:pt x="38353" y="1756283"/>
                </a:lnTo>
                <a:lnTo>
                  <a:pt x="57785" y="1799463"/>
                </a:lnTo>
                <a:lnTo>
                  <a:pt x="80899" y="1839976"/>
                </a:lnTo>
                <a:lnTo>
                  <a:pt x="107823" y="1877314"/>
                </a:lnTo>
                <a:lnTo>
                  <a:pt x="138175" y="1910842"/>
                </a:lnTo>
                <a:lnTo>
                  <a:pt x="171958" y="1940179"/>
                </a:lnTo>
                <a:lnTo>
                  <a:pt x="147447" y="1978152"/>
                </a:lnTo>
                <a:lnTo>
                  <a:pt x="126364" y="2019046"/>
                </a:lnTo>
                <a:lnTo>
                  <a:pt x="108838" y="2062480"/>
                </a:lnTo>
                <a:lnTo>
                  <a:pt x="95250" y="2107819"/>
                </a:lnTo>
                <a:lnTo>
                  <a:pt x="85344" y="2154936"/>
                </a:lnTo>
                <a:lnTo>
                  <a:pt x="79501" y="2203196"/>
                </a:lnTo>
                <a:lnTo>
                  <a:pt x="77724" y="2252218"/>
                </a:lnTo>
                <a:lnTo>
                  <a:pt x="80010" y="2301748"/>
                </a:lnTo>
                <a:lnTo>
                  <a:pt x="87122" y="2353691"/>
                </a:lnTo>
                <a:lnTo>
                  <a:pt x="98551" y="2403259"/>
                </a:lnTo>
                <a:lnTo>
                  <a:pt x="114046" y="2450045"/>
                </a:lnTo>
                <a:lnTo>
                  <a:pt x="133223" y="2493784"/>
                </a:lnTo>
                <a:lnTo>
                  <a:pt x="155828" y="2534170"/>
                </a:lnTo>
                <a:lnTo>
                  <a:pt x="181737" y="2570911"/>
                </a:lnTo>
                <a:lnTo>
                  <a:pt x="210438" y="2603715"/>
                </a:lnTo>
                <a:lnTo>
                  <a:pt x="241680" y="2632278"/>
                </a:lnTo>
                <a:lnTo>
                  <a:pt x="275336" y="2656293"/>
                </a:lnTo>
                <a:lnTo>
                  <a:pt x="310896" y="2675483"/>
                </a:lnTo>
                <a:lnTo>
                  <a:pt x="348233" y="2689542"/>
                </a:lnTo>
                <a:lnTo>
                  <a:pt x="386969" y="2698165"/>
                </a:lnTo>
                <a:lnTo>
                  <a:pt x="426847" y="2701061"/>
                </a:lnTo>
                <a:lnTo>
                  <a:pt x="467486" y="2697937"/>
                </a:lnTo>
                <a:lnTo>
                  <a:pt x="471804" y="2707627"/>
                </a:lnTo>
                <a:lnTo>
                  <a:pt x="498221" y="2760662"/>
                </a:lnTo>
                <a:lnTo>
                  <a:pt x="524509" y="2805938"/>
                </a:lnTo>
                <a:lnTo>
                  <a:pt x="552703" y="2848190"/>
                </a:lnTo>
                <a:lnTo>
                  <a:pt x="582929" y="2887370"/>
                </a:lnTo>
                <a:lnTo>
                  <a:pt x="614806" y="2923451"/>
                </a:lnTo>
                <a:lnTo>
                  <a:pt x="648334" y="2956369"/>
                </a:lnTo>
                <a:lnTo>
                  <a:pt x="683259" y="2986074"/>
                </a:lnTo>
                <a:lnTo>
                  <a:pt x="719454" y="3012541"/>
                </a:lnTo>
                <a:lnTo>
                  <a:pt x="756920" y="3035706"/>
                </a:lnTo>
                <a:lnTo>
                  <a:pt x="795274" y="3055531"/>
                </a:lnTo>
                <a:lnTo>
                  <a:pt x="834644" y="3071952"/>
                </a:lnTo>
                <a:lnTo>
                  <a:pt x="874649" y="3084944"/>
                </a:lnTo>
                <a:lnTo>
                  <a:pt x="915289" y="3094456"/>
                </a:lnTo>
                <a:lnTo>
                  <a:pt x="956436" y="3100438"/>
                </a:lnTo>
                <a:lnTo>
                  <a:pt x="997839" y="3102838"/>
                </a:lnTo>
                <a:lnTo>
                  <a:pt x="1039368" y="3101606"/>
                </a:lnTo>
                <a:lnTo>
                  <a:pt x="1080897" y="3096717"/>
                </a:lnTo>
                <a:lnTo>
                  <a:pt x="1122299" y="3088106"/>
                </a:lnTo>
                <a:lnTo>
                  <a:pt x="1163447" y="3075736"/>
                </a:lnTo>
                <a:lnTo>
                  <a:pt x="1204214" y="3059557"/>
                </a:lnTo>
                <a:lnTo>
                  <a:pt x="1244473" y="3039516"/>
                </a:lnTo>
                <a:lnTo>
                  <a:pt x="1283843" y="3015576"/>
                </a:lnTo>
                <a:lnTo>
                  <a:pt x="1322577" y="2987675"/>
                </a:lnTo>
                <a:lnTo>
                  <a:pt x="1350136" y="3036760"/>
                </a:lnTo>
                <a:lnTo>
                  <a:pt x="1380744" y="3082302"/>
                </a:lnTo>
                <a:lnTo>
                  <a:pt x="1414145" y="3124111"/>
                </a:lnTo>
                <a:lnTo>
                  <a:pt x="1450085" y="3161982"/>
                </a:lnTo>
                <a:lnTo>
                  <a:pt x="1488440" y="3195713"/>
                </a:lnTo>
                <a:lnTo>
                  <a:pt x="1528826" y="3225126"/>
                </a:lnTo>
                <a:lnTo>
                  <a:pt x="1571244" y="3249993"/>
                </a:lnTo>
                <a:lnTo>
                  <a:pt x="1615440" y="3270123"/>
                </a:lnTo>
                <a:lnTo>
                  <a:pt x="1656333" y="3284029"/>
                </a:lnTo>
                <a:lnTo>
                  <a:pt x="1697354" y="3293656"/>
                </a:lnTo>
                <a:lnTo>
                  <a:pt x="1738249" y="3299091"/>
                </a:lnTo>
                <a:lnTo>
                  <a:pt x="1778889" y="3300450"/>
                </a:lnTo>
                <a:lnTo>
                  <a:pt x="1819148" y="3297834"/>
                </a:lnTo>
                <a:lnTo>
                  <a:pt x="1858899" y="3291344"/>
                </a:lnTo>
                <a:lnTo>
                  <a:pt x="1898015" y="3281083"/>
                </a:lnTo>
                <a:lnTo>
                  <a:pt x="1936242" y="3267176"/>
                </a:lnTo>
                <a:lnTo>
                  <a:pt x="1973452" y="3249701"/>
                </a:lnTo>
                <a:lnTo>
                  <a:pt x="2009648" y="3228771"/>
                </a:lnTo>
                <a:lnTo>
                  <a:pt x="2044446" y="3204489"/>
                </a:lnTo>
                <a:lnTo>
                  <a:pt x="2077847" y="3176968"/>
                </a:lnTo>
                <a:lnTo>
                  <a:pt x="2109724" y="3146310"/>
                </a:lnTo>
                <a:lnTo>
                  <a:pt x="2139823" y="3112617"/>
                </a:lnTo>
                <a:lnTo>
                  <a:pt x="2168017" y="3075990"/>
                </a:lnTo>
                <a:lnTo>
                  <a:pt x="2194305" y="3036531"/>
                </a:lnTo>
                <a:lnTo>
                  <a:pt x="2218308" y="2994355"/>
                </a:lnTo>
                <a:lnTo>
                  <a:pt x="2240026" y="2949562"/>
                </a:lnTo>
                <a:lnTo>
                  <a:pt x="2259203" y="2902254"/>
                </a:lnTo>
                <a:lnTo>
                  <a:pt x="2275713" y="2852534"/>
                </a:lnTo>
                <a:lnTo>
                  <a:pt x="2289555" y="2800515"/>
                </a:lnTo>
                <a:lnTo>
                  <a:pt x="2334386" y="2832455"/>
                </a:lnTo>
                <a:lnTo>
                  <a:pt x="2381377" y="2857703"/>
                </a:lnTo>
                <a:lnTo>
                  <a:pt x="2430145" y="2876092"/>
                </a:lnTo>
                <a:lnTo>
                  <a:pt x="2480182" y="2887472"/>
                </a:lnTo>
                <a:lnTo>
                  <a:pt x="2531236" y="2891650"/>
                </a:lnTo>
                <a:lnTo>
                  <a:pt x="2573401" y="2889643"/>
                </a:lnTo>
                <a:lnTo>
                  <a:pt x="2614549" y="2882849"/>
                </a:lnTo>
                <a:lnTo>
                  <a:pt x="2654554" y="2871482"/>
                </a:lnTo>
                <a:lnTo>
                  <a:pt x="2693034" y="2855747"/>
                </a:lnTo>
                <a:lnTo>
                  <a:pt x="2730119" y="2835884"/>
                </a:lnTo>
                <a:lnTo>
                  <a:pt x="2765552" y="2812072"/>
                </a:lnTo>
                <a:lnTo>
                  <a:pt x="2799079" y="2784525"/>
                </a:lnTo>
                <a:lnTo>
                  <a:pt x="2830576" y="2753474"/>
                </a:lnTo>
                <a:lnTo>
                  <a:pt x="2859785" y="2719108"/>
                </a:lnTo>
                <a:lnTo>
                  <a:pt x="2886836" y="2681643"/>
                </a:lnTo>
                <a:lnTo>
                  <a:pt x="2911221" y="2641295"/>
                </a:lnTo>
                <a:lnTo>
                  <a:pt x="2933065" y="2598280"/>
                </a:lnTo>
                <a:lnTo>
                  <a:pt x="2951988" y="2552788"/>
                </a:lnTo>
                <a:lnTo>
                  <a:pt x="2967863" y="2505049"/>
                </a:lnTo>
                <a:lnTo>
                  <a:pt x="2980690" y="2455265"/>
                </a:lnTo>
                <a:lnTo>
                  <a:pt x="2990088" y="2403640"/>
                </a:lnTo>
                <a:lnTo>
                  <a:pt x="2995929" y="2350389"/>
                </a:lnTo>
                <a:lnTo>
                  <a:pt x="2998216" y="2295779"/>
                </a:lnTo>
                <a:lnTo>
                  <a:pt x="3043935" y="2284603"/>
                </a:lnTo>
                <a:lnTo>
                  <a:pt x="3088640" y="2268601"/>
                </a:lnTo>
                <a:lnTo>
                  <a:pt x="3131947" y="2247646"/>
                </a:lnTo>
                <a:lnTo>
                  <a:pt x="3173729" y="2221992"/>
                </a:lnTo>
                <a:lnTo>
                  <a:pt x="3213861" y="2191766"/>
                </a:lnTo>
                <a:lnTo>
                  <a:pt x="3251834" y="2157095"/>
                </a:lnTo>
                <a:lnTo>
                  <a:pt x="3283077" y="2123567"/>
                </a:lnTo>
                <a:lnTo>
                  <a:pt x="3311905" y="2087626"/>
                </a:lnTo>
                <a:lnTo>
                  <a:pt x="3338195" y="2049653"/>
                </a:lnTo>
                <a:lnTo>
                  <a:pt x="3362198" y="2009521"/>
                </a:lnTo>
                <a:lnTo>
                  <a:pt x="3383533" y="1967738"/>
                </a:lnTo>
                <a:lnTo>
                  <a:pt x="3402583" y="1924431"/>
                </a:lnTo>
                <a:lnTo>
                  <a:pt x="3418967" y="1879600"/>
                </a:lnTo>
                <a:lnTo>
                  <a:pt x="3432936" y="1833626"/>
                </a:lnTo>
                <a:lnTo>
                  <a:pt x="3444240" y="1786636"/>
                </a:lnTo>
                <a:lnTo>
                  <a:pt x="3453129" y="1738757"/>
                </a:lnTo>
                <a:lnTo>
                  <a:pt x="3459353" y="1690243"/>
                </a:lnTo>
                <a:lnTo>
                  <a:pt x="3462908" y="1641348"/>
                </a:lnTo>
                <a:lnTo>
                  <a:pt x="3463925" y="1592199"/>
                </a:lnTo>
                <a:lnTo>
                  <a:pt x="3462274" y="1542923"/>
                </a:lnTo>
                <a:lnTo>
                  <a:pt x="3457955" y="1493901"/>
                </a:lnTo>
                <a:lnTo>
                  <a:pt x="3450971" y="1445006"/>
                </a:lnTo>
                <a:lnTo>
                  <a:pt x="3441319" y="1396746"/>
                </a:lnTo>
                <a:lnTo>
                  <a:pt x="3428873" y="1349248"/>
                </a:lnTo>
                <a:lnTo>
                  <a:pt x="3413759" y="1302512"/>
                </a:lnTo>
                <a:lnTo>
                  <a:pt x="3395853" y="1256919"/>
                </a:lnTo>
                <a:lnTo>
                  <a:pt x="3375152" y="1212596"/>
                </a:lnTo>
                <a:lnTo>
                  <a:pt x="3351656" y="1169797"/>
                </a:lnTo>
                <a:lnTo>
                  <a:pt x="3357245" y="1151890"/>
                </a:lnTo>
                <a:lnTo>
                  <a:pt x="3371215" y="1096899"/>
                </a:lnTo>
                <a:lnTo>
                  <a:pt x="3380104" y="1044575"/>
                </a:lnTo>
                <a:lnTo>
                  <a:pt x="3385184" y="992378"/>
                </a:lnTo>
                <a:lnTo>
                  <a:pt x="3386328" y="940562"/>
                </a:lnTo>
                <a:lnTo>
                  <a:pt x="3383788" y="889381"/>
                </a:lnTo>
                <a:lnTo>
                  <a:pt x="3377565" y="839216"/>
                </a:lnTo>
                <a:lnTo>
                  <a:pt x="3368040" y="790321"/>
                </a:lnTo>
                <a:lnTo>
                  <a:pt x="3355213" y="742823"/>
                </a:lnTo>
                <a:lnTo>
                  <a:pt x="3339083" y="697230"/>
                </a:lnTo>
                <a:lnTo>
                  <a:pt x="3319906" y="653669"/>
                </a:lnTo>
                <a:lnTo>
                  <a:pt x="3297808" y="612521"/>
                </a:lnTo>
                <a:lnTo>
                  <a:pt x="3272917" y="574040"/>
                </a:lnTo>
                <a:lnTo>
                  <a:pt x="3245357" y="538480"/>
                </a:lnTo>
                <a:lnTo>
                  <a:pt x="3215258" y="506095"/>
                </a:lnTo>
                <a:lnTo>
                  <a:pt x="3182620" y="477393"/>
                </a:lnTo>
                <a:lnTo>
                  <a:pt x="3147695" y="452374"/>
                </a:lnTo>
                <a:lnTo>
                  <a:pt x="3110610" y="431419"/>
                </a:lnTo>
                <a:lnTo>
                  <a:pt x="3071368" y="414909"/>
                </a:lnTo>
                <a:lnTo>
                  <a:pt x="3062731" y="366395"/>
                </a:lnTo>
                <a:lnTo>
                  <a:pt x="3050413" y="319405"/>
                </a:lnTo>
                <a:lnTo>
                  <a:pt x="3034665" y="274447"/>
                </a:lnTo>
                <a:lnTo>
                  <a:pt x="3015615" y="231648"/>
                </a:lnTo>
                <a:lnTo>
                  <a:pt x="2993390" y="191516"/>
                </a:lnTo>
                <a:lnTo>
                  <a:pt x="2968117" y="154178"/>
                </a:lnTo>
                <a:lnTo>
                  <a:pt x="2940050" y="120142"/>
                </a:lnTo>
                <a:lnTo>
                  <a:pt x="2906268" y="86868"/>
                </a:lnTo>
                <a:lnTo>
                  <a:pt x="2870580" y="59055"/>
                </a:lnTo>
                <a:lnTo>
                  <a:pt x="2833497" y="36830"/>
                </a:lnTo>
                <a:lnTo>
                  <a:pt x="2795143" y="19812"/>
                </a:lnTo>
                <a:lnTo>
                  <a:pt x="2756027" y="8255"/>
                </a:lnTo>
                <a:lnTo>
                  <a:pt x="2716276" y="1905"/>
                </a:lnTo>
                <a:lnTo>
                  <a:pt x="2676525" y="889"/>
                </a:lnTo>
                <a:lnTo>
                  <a:pt x="2636774" y="5080"/>
                </a:lnTo>
                <a:lnTo>
                  <a:pt x="2597657" y="14605"/>
                </a:lnTo>
                <a:lnTo>
                  <a:pt x="2559304" y="29210"/>
                </a:lnTo>
                <a:lnTo>
                  <a:pt x="2522093" y="48895"/>
                </a:lnTo>
                <a:lnTo>
                  <a:pt x="2486405" y="73787"/>
                </a:lnTo>
                <a:lnTo>
                  <a:pt x="2452624" y="103759"/>
                </a:lnTo>
                <a:lnTo>
                  <a:pt x="2421001" y="138684"/>
                </a:lnTo>
                <a:lnTo>
                  <a:pt x="2391791" y="178689"/>
                </a:lnTo>
                <a:lnTo>
                  <a:pt x="2365755" y="139192"/>
                </a:lnTo>
                <a:lnTo>
                  <a:pt x="2336673" y="104140"/>
                </a:lnTo>
                <a:lnTo>
                  <a:pt x="2304542" y="73533"/>
                </a:lnTo>
                <a:lnTo>
                  <a:pt x="2269871" y="47752"/>
                </a:lnTo>
                <a:lnTo>
                  <a:pt x="2229357" y="25400"/>
                </a:lnTo>
                <a:lnTo>
                  <a:pt x="2188082" y="10160"/>
                </a:lnTo>
                <a:lnTo>
                  <a:pt x="2146300" y="1778"/>
                </a:lnTo>
                <a:lnTo>
                  <a:pt x="210451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94988" y="3384803"/>
            <a:ext cx="367030" cy="367030"/>
          </a:xfrm>
          <a:custGeom>
            <a:avLst/>
            <a:gdLst/>
            <a:ahLst/>
            <a:cxnLst/>
            <a:rect l="l" t="t" r="r" b="b"/>
            <a:pathLst>
              <a:path w="367029" h="367029">
                <a:moveTo>
                  <a:pt x="183387" y="0"/>
                </a:moveTo>
                <a:lnTo>
                  <a:pt x="134620" y="6604"/>
                </a:lnTo>
                <a:lnTo>
                  <a:pt x="90804" y="25019"/>
                </a:lnTo>
                <a:lnTo>
                  <a:pt x="53721" y="53721"/>
                </a:lnTo>
                <a:lnTo>
                  <a:pt x="25019" y="90805"/>
                </a:lnTo>
                <a:lnTo>
                  <a:pt x="6603" y="134620"/>
                </a:lnTo>
                <a:lnTo>
                  <a:pt x="0" y="183387"/>
                </a:lnTo>
                <a:lnTo>
                  <a:pt x="6603" y="232156"/>
                </a:lnTo>
                <a:lnTo>
                  <a:pt x="25019" y="275971"/>
                </a:lnTo>
                <a:lnTo>
                  <a:pt x="53721" y="313182"/>
                </a:lnTo>
                <a:lnTo>
                  <a:pt x="90804" y="341884"/>
                </a:lnTo>
                <a:lnTo>
                  <a:pt x="134620" y="360299"/>
                </a:lnTo>
                <a:lnTo>
                  <a:pt x="183387" y="366903"/>
                </a:lnTo>
                <a:lnTo>
                  <a:pt x="232156" y="360299"/>
                </a:lnTo>
                <a:lnTo>
                  <a:pt x="276098" y="341884"/>
                </a:lnTo>
                <a:lnTo>
                  <a:pt x="313182" y="313182"/>
                </a:lnTo>
                <a:lnTo>
                  <a:pt x="341884" y="275971"/>
                </a:lnTo>
                <a:lnTo>
                  <a:pt x="360299" y="232156"/>
                </a:lnTo>
                <a:lnTo>
                  <a:pt x="366902" y="183387"/>
                </a:lnTo>
                <a:lnTo>
                  <a:pt x="360299" y="134620"/>
                </a:lnTo>
                <a:lnTo>
                  <a:pt x="341884" y="90805"/>
                </a:lnTo>
                <a:lnTo>
                  <a:pt x="313182" y="53721"/>
                </a:lnTo>
                <a:lnTo>
                  <a:pt x="276098" y="25019"/>
                </a:lnTo>
                <a:lnTo>
                  <a:pt x="232156" y="6604"/>
                </a:lnTo>
                <a:lnTo>
                  <a:pt x="18338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93208" y="3683508"/>
            <a:ext cx="550545" cy="550545"/>
          </a:xfrm>
          <a:custGeom>
            <a:avLst/>
            <a:gdLst/>
            <a:ahLst/>
            <a:cxnLst/>
            <a:rect l="l" t="t" r="r" b="b"/>
            <a:pathLst>
              <a:path w="550545" h="550545">
                <a:moveTo>
                  <a:pt x="275081" y="0"/>
                </a:moveTo>
                <a:lnTo>
                  <a:pt x="225678" y="4445"/>
                </a:lnTo>
                <a:lnTo>
                  <a:pt x="179069" y="17272"/>
                </a:lnTo>
                <a:lnTo>
                  <a:pt x="136270" y="37592"/>
                </a:lnTo>
                <a:lnTo>
                  <a:pt x="97789" y="64770"/>
                </a:lnTo>
                <a:lnTo>
                  <a:pt x="64642" y="97917"/>
                </a:lnTo>
                <a:lnTo>
                  <a:pt x="37591" y="136271"/>
                </a:lnTo>
                <a:lnTo>
                  <a:pt x="17144" y="179070"/>
                </a:lnTo>
                <a:lnTo>
                  <a:pt x="4444" y="225679"/>
                </a:lnTo>
                <a:lnTo>
                  <a:pt x="0" y="275082"/>
                </a:lnTo>
                <a:lnTo>
                  <a:pt x="4444" y="324485"/>
                </a:lnTo>
                <a:lnTo>
                  <a:pt x="17144" y="371094"/>
                </a:lnTo>
                <a:lnTo>
                  <a:pt x="37591" y="413893"/>
                </a:lnTo>
                <a:lnTo>
                  <a:pt x="64642" y="452374"/>
                </a:lnTo>
                <a:lnTo>
                  <a:pt x="97789" y="485521"/>
                </a:lnTo>
                <a:lnTo>
                  <a:pt x="136270" y="512572"/>
                </a:lnTo>
                <a:lnTo>
                  <a:pt x="179069" y="533019"/>
                </a:lnTo>
                <a:lnTo>
                  <a:pt x="225678" y="545719"/>
                </a:lnTo>
                <a:lnTo>
                  <a:pt x="275081" y="550164"/>
                </a:lnTo>
                <a:lnTo>
                  <a:pt x="324484" y="545719"/>
                </a:lnTo>
                <a:lnTo>
                  <a:pt x="371093" y="533019"/>
                </a:lnTo>
                <a:lnTo>
                  <a:pt x="413892" y="512572"/>
                </a:lnTo>
                <a:lnTo>
                  <a:pt x="452374" y="485521"/>
                </a:lnTo>
                <a:lnTo>
                  <a:pt x="485520" y="452374"/>
                </a:lnTo>
                <a:lnTo>
                  <a:pt x="512571" y="413893"/>
                </a:lnTo>
                <a:lnTo>
                  <a:pt x="533018" y="371094"/>
                </a:lnTo>
                <a:lnTo>
                  <a:pt x="545718" y="324485"/>
                </a:lnTo>
                <a:lnTo>
                  <a:pt x="550163" y="275082"/>
                </a:lnTo>
                <a:lnTo>
                  <a:pt x="545718" y="225679"/>
                </a:lnTo>
                <a:lnTo>
                  <a:pt x="533018" y="179070"/>
                </a:lnTo>
                <a:lnTo>
                  <a:pt x="512571" y="136271"/>
                </a:lnTo>
                <a:lnTo>
                  <a:pt x="485520" y="97917"/>
                </a:lnTo>
                <a:lnTo>
                  <a:pt x="452374" y="64770"/>
                </a:lnTo>
                <a:lnTo>
                  <a:pt x="413892" y="37592"/>
                </a:lnTo>
                <a:lnTo>
                  <a:pt x="371093" y="17272"/>
                </a:lnTo>
                <a:lnTo>
                  <a:pt x="324484" y="4445"/>
                </a:lnTo>
                <a:lnTo>
                  <a:pt x="27508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72200" y="3229355"/>
            <a:ext cx="3463925" cy="3300729"/>
          </a:xfrm>
          <a:custGeom>
            <a:avLst/>
            <a:gdLst/>
            <a:ahLst/>
            <a:cxnLst/>
            <a:rect l="l" t="t" r="r" b="b"/>
            <a:pathLst>
              <a:path w="3463925" h="3300729">
                <a:moveTo>
                  <a:pt x="314960" y="1086612"/>
                </a:moveTo>
                <a:lnTo>
                  <a:pt x="311023" y="1034415"/>
                </a:lnTo>
                <a:lnTo>
                  <a:pt x="310007" y="982726"/>
                </a:lnTo>
                <a:lnTo>
                  <a:pt x="311912" y="931799"/>
                </a:lnTo>
                <a:lnTo>
                  <a:pt x="316611" y="881761"/>
                </a:lnTo>
                <a:lnTo>
                  <a:pt x="324103" y="832612"/>
                </a:lnTo>
                <a:lnTo>
                  <a:pt x="334136" y="784606"/>
                </a:lnTo>
                <a:lnTo>
                  <a:pt x="346582" y="737870"/>
                </a:lnTo>
                <a:lnTo>
                  <a:pt x="361696" y="692658"/>
                </a:lnTo>
                <a:lnTo>
                  <a:pt x="378968" y="648970"/>
                </a:lnTo>
                <a:lnTo>
                  <a:pt x="398652" y="607060"/>
                </a:lnTo>
                <a:lnTo>
                  <a:pt x="420370" y="567055"/>
                </a:lnTo>
                <a:lnTo>
                  <a:pt x="444246" y="529209"/>
                </a:lnTo>
                <a:lnTo>
                  <a:pt x="470153" y="493522"/>
                </a:lnTo>
                <a:lnTo>
                  <a:pt x="497967" y="460121"/>
                </a:lnTo>
                <a:lnTo>
                  <a:pt x="527557" y="429260"/>
                </a:lnTo>
                <a:lnTo>
                  <a:pt x="558926" y="401066"/>
                </a:lnTo>
                <a:lnTo>
                  <a:pt x="591820" y="375666"/>
                </a:lnTo>
                <a:lnTo>
                  <a:pt x="626364" y="353314"/>
                </a:lnTo>
                <a:lnTo>
                  <a:pt x="662304" y="334137"/>
                </a:lnTo>
                <a:lnTo>
                  <a:pt x="699643" y="318135"/>
                </a:lnTo>
                <a:lnTo>
                  <a:pt x="738251" y="305562"/>
                </a:lnTo>
                <a:lnTo>
                  <a:pt x="778001" y="296545"/>
                </a:lnTo>
                <a:lnTo>
                  <a:pt x="829564" y="290703"/>
                </a:lnTo>
                <a:lnTo>
                  <a:pt x="880872" y="291211"/>
                </a:lnTo>
                <a:lnTo>
                  <a:pt x="931799" y="298069"/>
                </a:lnTo>
                <a:lnTo>
                  <a:pt x="981964" y="311023"/>
                </a:lnTo>
                <a:lnTo>
                  <a:pt x="1030985" y="330200"/>
                </a:lnTo>
                <a:lnTo>
                  <a:pt x="1078483" y="355346"/>
                </a:lnTo>
                <a:lnTo>
                  <a:pt x="1124330" y="386334"/>
                </a:lnTo>
                <a:lnTo>
                  <a:pt x="1146682" y="337693"/>
                </a:lnTo>
                <a:lnTo>
                  <a:pt x="1172336" y="292989"/>
                </a:lnTo>
                <a:lnTo>
                  <a:pt x="1200784" y="252349"/>
                </a:lnTo>
                <a:lnTo>
                  <a:pt x="1231900" y="216154"/>
                </a:lnTo>
                <a:lnTo>
                  <a:pt x="1265301" y="184277"/>
                </a:lnTo>
                <a:lnTo>
                  <a:pt x="1300733" y="156845"/>
                </a:lnTo>
                <a:lnTo>
                  <a:pt x="1337818" y="134112"/>
                </a:lnTo>
                <a:lnTo>
                  <a:pt x="1376426" y="116205"/>
                </a:lnTo>
                <a:lnTo>
                  <a:pt x="1416177" y="102997"/>
                </a:lnTo>
                <a:lnTo>
                  <a:pt x="1456690" y="94869"/>
                </a:lnTo>
                <a:lnTo>
                  <a:pt x="1497838" y="91694"/>
                </a:lnTo>
                <a:lnTo>
                  <a:pt x="1539240" y="93853"/>
                </a:lnTo>
                <a:lnTo>
                  <a:pt x="1580642" y="101346"/>
                </a:lnTo>
                <a:lnTo>
                  <a:pt x="1621663" y="114173"/>
                </a:lnTo>
                <a:lnTo>
                  <a:pt x="1662176" y="132588"/>
                </a:lnTo>
                <a:lnTo>
                  <a:pt x="1701800" y="156718"/>
                </a:lnTo>
                <a:lnTo>
                  <a:pt x="1753997" y="199263"/>
                </a:lnTo>
                <a:lnTo>
                  <a:pt x="1801114" y="251333"/>
                </a:lnTo>
                <a:lnTo>
                  <a:pt x="1823084" y="201930"/>
                </a:lnTo>
                <a:lnTo>
                  <a:pt x="1848993" y="157480"/>
                </a:lnTo>
                <a:lnTo>
                  <a:pt x="1878456" y="118110"/>
                </a:lnTo>
                <a:lnTo>
                  <a:pt x="1911096" y="84074"/>
                </a:lnTo>
                <a:lnTo>
                  <a:pt x="1946275" y="55499"/>
                </a:lnTo>
                <a:lnTo>
                  <a:pt x="1983613" y="32639"/>
                </a:lnTo>
                <a:lnTo>
                  <a:pt x="2022728" y="15621"/>
                </a:lnTo>
                <a:lnTo>
                  <a:pt x="2063242" y="4699"/>
                </a:lnTo>
                <a:lnTo>
                  <a:pt x="2104517" y="0"/>
                </a:lnTo>
                <a:lnTo>
                  <a:pt x="2146300" y="1778"/>
                </a:lnTo>
                <a:lnTo>
                  <a:pt x="2188082" y="10160"/>
                </a:lnTo>
                <a:lnTo>
                  <a:pt x="2229357" y="25400"/>
                </a:lnTo>
                <a:lnTo>
                  <a:pt x="2269871" y="47752"/>
                </a:lnTo>
                <a:lnTo>
                  <a:pt x="2304542" y="73533"/>
                </a:lnTo>
                <a:lnTo>
                  <a:pt x="2336673" y="104140"/>
                </a:lnTo>
                <a:lnTo>
                  <a:pt x="2365755" y="139192"/>
                </a:lnTo>
                <a:lnTo>
                  <a:pt x="2391791" y="178689"/>
                </a:lnTo>
                <a:lnTo>
                  <a:pt x="2421001" y="138684"/>
                </a:lnTo>
                <a:lnTo>
                  <a:pt x="2452624" y="103759"/>
                </a:lnTo>
                <a:lnTo>
                  <a:pt x="2486405" y="73787"/>
                </a:lnTo>
                <a:lnTo>
                  <a:pt x="2522093" y="48895"/>
                </a:lnTo>
                <a:lnTo>
                  <a:pt x="2559304" y="29210"/>
                </a:lnTo>
                <a:lnTo>
                  <a:pt x="2597657" y="14605"/>
                </a:lnTo>
                <a:lnTo>
                  <a:pt x="2636774" y="5080"/>
                </a:lnTo>
                <a:lnTo>
                  <a:pt x="2676525" y="889"/>
                </a:lnTo>
                <a:lnTo>
                  <a:pt x="2716276" y="1905"/>
                </a:lnTo>
                <a:lnTo>
                  <a:pt x="2756027" y="8255"/>
                </a:lnTo>
                <a:lnTo>
                  <a:pt x="2795143" y="19812"/>
                </a:lnTo>
                <a:lnTo>
                  <a:pt x="2833497" y="36830"/>
                </a:lnTo>
                <a:lnTo>
                  <a:pt x="2870580" y="59055"/>
                </a:lnTo>
                <a:lnTo>
                  <a:pt x="2906268" y="86868"/>
                </a:lnTo>
                <a:lnTo>
                  <a:pt x="2940050" y="120142"/>
                </a:lnTo>
                <a:lnTo>
                  <a:pt x="2968117" y="154178"/>
                </a:lnTo>
                <a:lnTo>
                  <a:pt x="2993390" y="191516"/>
                </a:lnTo>
                <a:lnTo>
                  <a:pt x="3015615" y="231648"/>
                </a:lnTo>
                <a:lnTo>
                  <a:pt x="3034665" y="274447"/>
                </a:lnTo>
                <a:lnTo>
                  <a:pt x="3050413" y="319405"/>
                </a:lnTo>
                <a:lnTo>
                  <a:pt x="3062731" y="366395"/>
                </a:lnTo>
                <a:lnTo>
                  <a:pt x="3071368" y="414909"/>
                </a:lnTo>
                <a:lnTo>
                  <a:pt x="3110610" y="431419"/>
                </a:lnTo>
                <a:lnTo>
                  <a:pt x="3147695" y="452374"/>
                </a:lnTo>
                <a:lnTo>
                  <a:pt x="3182620" y="477393"/>
                </a:lnTo>
                <a:lnTo>
                  <a:pt x="3215258" y="506095"/>
                </a:lnTo>
                <a:lnTo>
                  <a:pt x="3245357" y="538480"/>
                </a:lnTo>
                <a:lnTo>
                  <a:pt x="3272917" y="574040"/>
                </a:lnTo>
                <a:lnTo>
                  <a:pt x="3297808" y="612521"/>
                </a:lnTo>
                <a:lnTo>
                  <a:pt x="3319906" y="653669"/>
                </a:lnTo>
                <a:lnTo>
                  <a:pt x="3339083" y="697230"/>
                </a:lnTo>
                <a:lnTo>
                  <a:pt x="3355213" y="742823"/>
                </a:lnTo>
                <a:lnTo>
                  <a:pt x="3368040" y="790321"/>
                </a:lnTo>
                <a:lnTo>
                  <a:pt x="3377565" y="839216"/>
                </a:lnTo>
                <a:lnTo>
                  <a:pt x="3383788" y="889381"/>
                </a:lnTo>
                <a:lnTo>
                  <a:pt x="3386328" y="940562"/>
                </a:lnTo>
                <a:lnTo>
                  <a:pt x="3385184" y="992378"/>
                </a:lnTo>
                <a:lnTo>
                  <a:pt x="3380104" y="1044575"/>
                </a:lnTo>
                <a:lnTo>
                  <a:pt x="3371215" y="1096899"/>
                </a:lnTo>
                <a:lnTo>
                  <a:pt x="3357245" y="1151890"/>
                </a:lnTo>
                <a:lnTo>
                  <a:pt x="3351656" y="1169797"/>
                </a:lnTo>
                <a:lnTo>
                  <a:pt x="3375152" y="1212596"/>
                </a:lnTo>
                <a:lnTo>
                  <a:pt x="3395853" y="1256919"/>
                </a:lnTo>
                <a:lnTo>
                  <a:pt x="3413759" y="1302512"/>
                </a:lnTo>
                <a:lnTo>
                  <a:pt x="3428873" y="1349248"/>
                </a:lnTo>
                <a:lnTo>
                  <a:pt x="3441319" y="1396746"/>
                </a:lnTo>
                <a:lnTo>
                  <a:pt x="3450971" y="1445006"/>
                </a:lnTo>
                <a:lnTo>
                  <a:pt x="3457955" y="1493901"/>
                </a:lnTo>
                <a:lnTo>
                  <a:pt x="3462274" y="1542923"/>
                </a:lnTo>
                <a:lnTo>
                  <a:pt x="3463925" y="1592199"/>
                </a:lnTo>
                <a:lnTo>
                  <a:pt x="3462908" y="1641348"/>
                </a:lnTo>
                <a:lnTo>
                  <a:pt x="3459353" y="1690243"/>
                </a:lnTo>
                <a:lnTo>
                  <a:pt x="3453129" y="1738757"/>
                </a:lnTo>
                <a:lnTo>
                  <a:pt x="3444240" y="1786636"/>
                </a:lnTo>
                <a:lnTo>
                  <a:pt x="3432936" y="1833626"/>
                </a:lnTo>
                <a:lnTo>
                  <a:pt x="3418967" y="1879600"/>
                </a:lnTo>
                <a:lnTo>
                  <a:pt x="3402583" y="1924431"/>
                </a:lnTo>
                <a:lnTo>
                  <a:pt x="3383533" y="1967738"/>
                </a:lnTo>
                <a:lnTo>
                  <a:pt x="3362198" y="2009521"/>
                </a:lnTo>
                <a:lnTo>
                  <a:pt x="3338195" y="2049653"/>
                </a:lnTo>
                <a:lnTo>
                  <a:pt x="3311905" y="2087626"/>
                </a:lnTo>
                <a:lnTo>
                  <a:pt x="3283077" y="2123567"/>
                </a:lnTo>
                <a:lnTo>
                  <a:pt x="3251834" y="2157095"/>
                </a:lnTo>
                <a:lnTo>
                  <a:pt x="3213861" y="2191766"/>
                </a:lnTo>
                <a:lnTo>
                  <a:pt x="3173729" y="2221992"/>
                </a:lnTo>
                <a:lnTo>
                  <a:pt x="3131947" y="2247646"/>
                </a:lnTo>
                <a:lnTo>
                  <a:pt x="3088640" y="2268601"/>
                </a:lnTo>
                <a:lnTo>
                  <a:pt x="3043935" y="2284603"/>
                </a:lnTo>
                <a:lnTo>
                  <a:pt x="2998216" y="2295779"/>
                </a:lnTo>
                <a:lnTo>
                  <a:pt x="2995929" y="2350389"/>
                </a:lnTo>
                <a:lnTo>
                  <a:pt x="2990088" y="2403640"/>
                </a:lnTo>
                <a:lnTo>
                  <a:pt x="2980690" y="2455265"/>
                </a:lnTo>
                <a:lnTo>
                  <a:pt x="2967863" y="2505049"/>
                </a:lnTo>
                <a:lnTo>
                  <a:pt x="2951988" y="2552788"/>
                </a:lnTo>
                <a:lnTo>
                  <a:pt x="2933065" y="2598280"/>
                </a:lnTo>
                <a:lnTo>
                  <a:pt x="2911221" y="2641295"/>
                </a:lnTo>
                <a:lnTo>
                  <a:pt x="2886836" y="2681643"/>
                </a:lnTo>
                <a:lnTo>
                  <a:pt x="2859785" y="2719108"/>
                </a:lnTo>
                <a:lnTo>
                  <a:pt x="2830576" y="2753474"/>
                </a:lnTo>
                <a:lnTo>
                  <a:pt x="2799079" y="2784525"/>
                </a:lnTo>
                <a:lnTo>
                  <a:pt x="2765552" y="2812072"/>
                </a:lnTo>
                <a:lnTo>
                  <a:pt x="2730119" y="2835884"/>
                </a:lnTo>
                <a:lnTo>
                  <a:pt x="2693034" y="2855747"/>
                </a:lnTo>
                <a:lnTo>
                  <a:pt x="2654554" y="2871482"/>
                </a:lnTo>
                <a:lnTo>
                  <a:pt x="2614549" y="2882849"/>
                </a:lnTo>
                <a:lnTo>
                  <a:pt x="2573401" y="2889643"/>
                </a:lnTo>
                <a:lnTo>
                  <a:pt x="2531236" y="2891650"/>
                </a:lnTo>
                <a:lnTo>
                  <a:pt x="2480182" y="2887472"/>
                </a:lnTo>
                <a:lnTo>
                  <a:pt x="2430145" y="2876092"/>
                </a:lnTo>
                <a:lnTo>
                  <a:pt x="2381377" y="2857703"/>
                </a:lnTo>
                <a:lnTo>
                  <a:pt x="2334386" y="2832455"/>
                </a:lnTo>
                <a:lnTo>
                  <a:pt x="2289555" y="2800515"/>
                </a:lnTo>
                <a:lnTo>
                  <a:pt x="2275713" y="2852534"/>
                </a:lnTo>
                <a:lnTo>
                  <a:pt x="2259203" y="2902254"/>
                </a:lnTo>
                <a:lnTo>
                  <a:pt x="2240026" y="2949562"/>
                </a:lnTo>
                <a:lnTo>
                  <a:pt x="2218308" y="2994355"/>
                </a:lnTo>
                <a:lnTo>
                  <a:pt x="2194305" y="3036531"/>
                </a:lnTo>
                <a:lnTo>
                  <a:pt x="2168017" y="3075990"/>
                </a:lnTo>
                <a:lnTo>
                  <a:pt x="2139823" y="3112617"/>
                </a:lnTo>
                <a:lnTo>
                  <a:pt x="2109724" y="3146310"/>
                </a:lnTo>
                <a:lnTo>
                  <a:pt x="2077847" y="3176968"/>
                </a:lnTo>
                <a:lnTo>
                  <a:pt x="2044446" y="3204489"/>
                </a:lnTo>
                <a:lnTo>
                  <a:pt x="2009648" y="3228771"/>
                </a:lnTo>
                <a:lnTo>
                  <a:pt x="1973452" y="3249701"/>
                </a:lnTo>
                <a:lnTo>
                  <a:pt x="1936242" y="3267176"/>
                </a:lnTo>
                <a:lnTo>
                  <a:pt x="1898015" y="3281083"/>
                </a:lnTo>
                <a:lnTo>
                  <a:pt x="1858899" y="3291344"/>
                </a:lnTo>
                <a:lnTo>
                  <a:pt x="1819148" y="3297834"/>
                </a:lnTo>
                <a:lnTo>
                  <a:pt x="1778889" y="3300450"/>
                </a:lnTo>
                <a:lnTo>
                  <a:pt x="1738249" y="3299091"/>
                </a:lnTo>
                <a:lnTo>
                  <a:pt x="1697354" y="3293656"/>
                </a:lnTo>
                <a:lnTo>
                  <a:pt x="1656333" y="3284029"/>
                </a:lnTo>
                <a:lnTo>
                  <a:pt x="1615440" y="3270123"/>
                </a:lnTo>
                <a:lnTo>
                  <a:pt x="1571244" y="3249993"/>
                </a:lnTo>
                <a:lnTo>
                  <a:pt x="1528826" y="3225126"/>
                </a:lnTo>
                <a:lnTo>
                  <a:pt x="1488440" y="3195713"/>
                </a:lnTo>
                <a:lnTo>
                  <a:pt x="1450085" y="3161982"/>
                </a:lnTo>
                <a:lnTo>
                  <a:pt x="1414145" y="3124111"/>
                </a:lnTo>
                <a:lnTo>
                  <a:pt x="1380744" y="3082302"/>
                </a:lnTo>
                <a:lnTo>
                  <a:pt x="1350136" y="3036760"/>
                </a:lnTo>
                <a:lnTo>
                  <a:pt x="1322577" y="2987675"/>
                </a:lnTo>
                <a:lnTo>
                  <a:pt x="1283843" y="3015576"/>
                </a:lnTo>
                <a:lnTo>
                  <a:pt x="1244473" y="3039516"/>
                </a:lnTo>
                <a:lnTo>
                  <a:pt x="1204214" y="3059557"/>
                </a:lnTo>
                <a:lnTo>
                  <a:pt x="1163447" y="3075736"/>
                </a:lnTo>
                <a:lnTo>
                  <a:pt x="1122299" y="3088106"/>
                </a:lnTo>
                <a:lnTo>
                  <a:pt x="1080897" y="3096717"/>
                </a:lnTo>
                <a:lnTo>
                  <a:pt x="1039368" y="3101606"/>
                </a:lnTo>
                <a:lnTo>
                  <a:pt x="997839" y="3102838"/>
                </a:lnTo>
                <a:lnTo>
                  <a:pt x="956436" y="3100438"/>
                </a:lnTo>
                <a:lnTo>
                  <a:pt x="915289" y="3094456"/>
                </a:lnTo>
                <a:lnTo>
                  <a:pt x="874649" y="3084944"/>
                </a:lnTo>
                <a:lnTo>
                  <a:pt x="834644" y="3071952"/>
                </a:lnTo>
                <a:lnTo>
                  <a:pt x="795274" y="3055531"/>
                </a:lnTo>
                <a:lnTo>
                  <a:pt x="756920" y="3035706"/>
                </a:lnTo>
                <a:lnTo>
                  <a:pt x="719454" y="3012541"/>
                </a:lnTo>
                <a:lnTo>
                  <a:pt x="683259" y="2986074"/>
                </a:lnTo>
                <a:lnTo>
                  <a:pt x="648334" y="2956369"/>
                </a:lnTo>
                <a:lnTo>
                  <a:pt x="614806" y="2923451"/>
                </a:lnTo>
                <a:lnTo>
                  <a:pt x="582929" y="2887370"/>
                </a:lnTo>
                <a:lnTo>
                  <a:pt x="552703" y="2848190"/>
                </a:lnTo>
                <a:lnTo>
                  <a:pt x="524509" y="2805938"/>
                </a:lnTo>
                <a:lnTo>
                  <a:pt x="498221" y="2760662"/>
                </a:lnTo>
                <a:lnTo>
                  <a:pt x="474091" y="2712427"/>
                </a:lnTo>
                <a:lnTo>
                  <a:pt x="467486" y="2697937"/>
                </a:lnTo>
                <a:lnTo>
                  <a:pt x="426847" y="2701061"/>
                </a:lnTo>
                <a:lnTo>
                  <a:pt x="386969" y="2698165"/>
                </a:lnTo>
                <a:lnTo>
                  <a:pt x="348233" y="2689542"/>
                </a:lnTo>
                <a:lnTo>
                  <a:pt x="310896" y="2675483"/>
                </a:lnTo>
                <a:lnTo>
                  <a:pt x="275336" y="2656293"/>
                </a:lnTo>
                <a:lnTo>
                  <a:pt x="241680" y="2632278"/>
                </a:lnTo>
                <a:lnTo>
                  <a:pt x="210438" y="2603715"/>
                </a:lnTo>
                <a:lnTo>
                  <a:pt x="181737" y="2570911"/>
                </a:lnTo>
                <a:lnTo>
                  <a:pt x="155828" y="2534170"/>
                </a:lnTo>
                <a:lnTo>
                  <a:pt x="133223" y="2493784"/>
                </a:lnTo>
                <a:lnTo>
                  <a:pt x="114046" y="2450045"/>
                </a:lnTo>
                <a:lnTo>
                  <a:pt x="98551" y="2403259"/>
                </a:lnTo>
                <a:lnTo>
                  <a:pt x="87122" y="2353691"/>
                </a:lnTo>
                <a:lnTo>
                  <a:pt x="80010" y="2301748"/>
                </a:lnTo>
                <a:lnTo>
                  <a:pt x="77724" y="2252218"/>
                </a:lnTo>
                <a:lnTo>
                  <a:pt x="79501" y="2203196"/>
                </a:lnTo>
                <a:lnTo>
                  <a:pt x="85344" y="2154936"/>
                </a:lnTo>
                <a:lnTo>
                  <a:pt x="95250" y="2107819"/>
                </a:lnTo>
                <a:lnTo>
                  <a:pt x="108838" y="2062480"/>
                </a:lnTo>
                <a:lnTo>
                  <a:pt x="126364" y="2019046"/>
                </a:lnTo>
                <a:lnTo>
                  <a:pt x="147447" y="1978152"/>
                </a:lnTo>
                <a:lnTo>
                  <a:pt x="171958" y="1940179"/>
                </a:lnTo>
                <a:lnTo>
                  <a:pt x="138175" y="1910842"/>
                </a:lnTo>
                <a:lnTo>
                  <a:pt x="107823" y="1877314"/>
                </a:lnTo>
                <a:lnTo>
                  <a:pt x="80899" y="1839976"/>
                </a:lnTo>
                <a:lnTo>
                  <a:pt x="57785" y="1799463"/>
                </a:lnTo>
                <a:lnTo>
                  <a:pt x="38353" y="1756283"/>
                </a:lnTo>
                <a:lnTo>
                  <a:pt x="22733" y="1710690"/>
                </a:lnTo>
                <a:lnTo>
                  <a:pt x="11175" y="1663192"/>
                </a:lnTo>
                <a:lnTo>
                  <a:pt x="3555" y="1614424"/>
                </a:lnTo>
                <a:lnTo>
                  <a:pt x="0" y="1564767"/>
                </a:lnTo>
                <a:lnTo>
                  <a:pt x="762" y="1514602"/>
                </a:lnTo>
                <a:lnTo>
                  <a:pt x="5714" y="1464564"/>
                </a:lnTo>
                <a:lnTo>
                  <a:pt x="15112" y="1414907"/>
                </a:lnTo>
                <a:lnTo>
                  <a:pt x="29083" y="1366266"/>
                </a:lnTo>
                <a:lnTo>
                  <a:pt x="47498" y="1319149"/>
                </a:lnTo>
                <a:lnTo>
                  <a:pt x="74040" y="1268222"/>
                </a:lnTo>
                <a:lnTo>
                  <a:pt x="105155" y="1223010"/>
                </a:lnTo>
                <a:lnTo>
                  <a:pt x="140462" y="1183894"/>
                </a:lnTo>
                <a:lnTo>
                  <a:pt x="179324" y="1151255"/>
                </a:lnTo>
                <a:lnTo>
                  <a:pt x="221234" y="1125601"/>
                </a:lnTo>
                <a:lnTo>
                  <a:pt x="265684" y="1107313"/>
                </a:lnTo>
                <a:lnTo>
                  <a:pt x="312038" y="1096899"/>
                </a:lnTo>
                <a:lnTo>
                  <a:pt x="314960" y="1086612"/>
                </a:lnTo>
                <a:close/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2884" y="3140964"/>
            <a:ext cx="196596" cy="19659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094988" y="3384803"/>
            <a:ext cx="367030" cy="367030"/>
          </a:xfrm>
          <a:custGeom>
            <a:avLst/>
            <a:gdLst/>
            <a:ahLst/>
            <a:cxnLst/>
            <a:rect l="l" t="t" r="r" b="b"/>
            <a:pathLst>
              <a:path w="367029" h="367029">
                <a:moveTo>
                  <a:pt x="366902" y="183387"/>
                </a:moveTo>
                <a:lnTo>
                  <a:pt x="360299" y="232156"/>
                </a:lnTo>
                <a:lnTo>
                  <a:pt x="341884" y="275971"/>
                </a:lnTo>
                <a:lnTo>
                  <a:pt x="313182" y="313182"/>
                </a:lnTo>
                <a:lnTo>
                  <a:pt x="276098" y="341884"/>
                </a:lnTo>
                <a:lnTo>
                  <a:pt x="232156" y="360299"/>
                </a:lnTo>
                <a:lnTo>
                  <a:pt x="183387" y="366903"/>
                </a:lnTo>
                <a:lnTo>
                  <a:pt x="134620" y="360299"/>
                </a:lnTo>
                <a:lnTo>
                  <a:pt x="90804" y="341884"/>
                </a:lnTo>
                <a:lnTo>
                  <a:pt x="53721" y="313182"/>
                </a:lnTo>
                <a:lnTo>
                  <a:pt x="25019" y="275971"/>
                </a:lnTo>
                <a:lnTo>
                  <a:pt x="6603" y="232156"/>
                </a:lnTo>
                <a:lnTo>
                  <a:pt x="0" y="183387"/>
                </a:lnTo>
                <a:lnTo>
                  <a:pt x="6603" y="134620"/>
                </a:lnTo>
                <a:lnTo>
                  <a:pt x="25019" y="90805"/>
                </a:lnTo>
                <a:lnTo>
                  <a:pt x="53721" y="53721"/>
                </a:lnTo>
                <a:lnTo>
                  <a:pt x="90804" y="25019"/>
                </a:lnTo>
                <a:lnTo>
                  <a:pt x="134620" y="6604"/>
                </a:lnTo>
                <a:lnTo>
                  <a:pt x="183387" y="0"/>
                </a:lnTo>
                <a:lnTo>
                  <a:pt x="232156" y="6604"/>
                </a:lnTo>
                <a:lnTo>
                  <a:pt x="276098" y="25019"/>
                </a:lnTo>
                <a:lnTo>
                  <a:pt x="313182" y="53721"/>
                </a:lnTo>
                <a:lnTo>
                  <a:pt x="341884" y="90805"/>
                </a:lnTo>
                <a:lnTo>
                  <a:pt x="360299" y="134620"/>
                </a:lnTo>
                <a:lnTo>
                  <a:pt x="366902" y="183387"/>
                </a:lnTo>
                <a:close/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93208" y="3683508"/>
            <a:ext cx="550545" cy="550545"/>
          </a:xfrm>
          <a:custGeom>
            <a:avLst/>
            <a:gdLst/>
            <a:ahLst/>
            <a:cxnLst/>
            <a:rect l="l" t="t" r="r" b="b"/>
            <a:pathLst>
              <a:path w="550545" h="550545">
                <a:moveTo>
                  <a:pt x="550163" y="275082"/>
                </a:moveTo>
                <a:lnTo>
                  <a:pt x="545718" y="324485"/>
                </a:lnTo>
                <a:lnTo>
                  <a:pt x="533018" y="371094"/>
                </a:lnTo>
                <a:lnTo>
                  <a:pt x="512571" y="413893"/>
                </a:lnTo>
                <a:lnTo>
                  <a:pt x="485520" y="452374"/>
                </a:lnTo>
                <a:lnTo>
                  <a:pt x="452374" y="485521"/>
                </a:lnTo>
                <a:lnTo>
                  <a:pt x="413892" y="512572"/>
                </a:lnTo>
                <a:lnTo>
                  <a:pt x="371093" y="533019"/>
                </a:lnTo>
                <a:lnTo>
                  <a:pt x="324484" y="545719"/>
                </a:lnTo>
                <a:lnTo>
                  <a:pt x="275081" y="550164"/>
                </a:lnTo>
                <a:lnTo>
                  <a:pt x="225678" y="545719"/>
                </a:lnTo>
                <a:lnTo>
                  <a:pt x="179069" y="533019"/>
                </a:lnTo>
                <a:lnTo>
                  <a:pt x="136270" y="512572"/>
                </a:lnTo>
                <a:lnTo>
                  <a:pt x="97789" y="485521"/>
                </a:lnTo>
                <a:lnTo>
                  <a:pt x="64642" y="452374"/>
                </a:lnTo>
                <a:lnTo>
                  <a:pt x="37591" y="413893"/>
                </a:lnTo>
                <a:lnTo>
                  <a:pt x="17144" y="371094"/>
                </a:lnTo>
                <a:lnTo>
                  <a:pt x="4444" y="324485"/>
                </a:lnTo>
                <a:lnTo>
                  <a:pt x="0" y="275082"/>
                </a:lnTo>
                <a:lnTo>
                  <a:pt x="4444" y="225679"/>
                </a:lnTo>
                <a:lnTo>
                  <a:pt x="17144" y="179070"/>
                </a:lnTo>
                <a:lnTo>
                  <a:pt x="37591" y="136271"/>
                </a:lnTo>
                <a:lnTo>
                  <a:pt x="64642" y="97917"/>
                </a:lnTo>
                <a:lnTo>
                  <a:pt x="97789" y="64770"/>
                </a:lnTo>
                <a:lnTo>
                  <a:pt x="136270" y="37592"/>
                </a:lnTo>
                <a:lnTo>
                  <a:pt x="179069" y="17272"/>
                </a:lnTo>
                <a:lnTo>
                  <a:pt x="225678" y="4445"/>
                </a:lnTo>
                <a:lnTo>
                  <a:pt x="275081" y="0"/>
                </a:lnTo>
                <a:lnTo>
                  <a:pt x="324484" y="4445"/>
                </a:lnTo>
                <a:lnTo>
                  <a:pt x="371093" y="17272"/>
                </a:lnTo>
                <a:lnTo>
                  <a:pt x="413892" y="37592"/>
                </a:lnTo>
                <a:lnTo>
                  <a:pt x="452374" y="64770"/>
                </a:lnTo>
                <a:lnTo>
                  <a:pt x="485520" y="97917"/>
                </a:lnTo>
                <a:lnTo>
                  <a:pt x="512571" y="136271"/>
                </a:lnTo>
                <a:lnTo>
                  <a:pt x="533018" y="179070"/>
                </a:lnTo>
                <a:lnTo>
                  <a:pt x="545718" y="225679"/>
                </a:lnTo>
                <a:lnTo>
                  <a:pt x="550163" y="275082"/>
                </a:lnTo>
                <a:close/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47459" y="5157215"/>
            <a:ext cx="203835" cy="60960"/>
          </a:xfrm>
          <a:custGeom>
            <a:avLst/>
            <a:gdLst/>
            <a:ahLst/>
            <a:cxnLst/>
            <a:rect l="l" t="t" r="r" b="b"/>
            <a:pathLst>
              <a:path w="203834" h="60960">
                <a:moveTo>
                  <a:pt x="203835" y="60324"/>
                </a:moveTo>
                <a:lnTo>
                  <a:pt x="150622" y="60451"/>
                </a:lnTo>
                <a:lnTo>
                  <a:pt x="98298" y="50164"/>
                </a:lnTo>
                <a:lnTo>
                  <a:pt x="47751" y="29971"/>
                </a:lnTo>
                <a:lnTo>
                  <a:pt x="0" y="0"/>
                </a:lnTo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1592" y="5884164"/>
            <a:ext cx="88265" cy="29209"/>
          </a:xfrm>
          <a:custGeom>
            <a:avLst/>
            <a:gdLst/>
            <a:ahLst/>
            <a:cxnLst/>
            <a:rect l="l" t="t" r="r" b="b"/>
            <a:pathLst>
              <a:path w="88265" h="29210">
                <a:moveTo>
                  <a:pt x="88137" y="0"/>
                </a:moveTo>
                <a:lnTo>
                  <a:pt x="66675" y="10020"/>
                </a:lnTo>
                <a:lnTo>
                  <a:pt x="44830" y="18186"/>
                </a:lnTo>
                <a:lnTo>
                  <a:pt x="22478" y="24472"/>
                </a:lnTo>
                <a:lnTo>
                  <a:pt x="0" y="28879"/>
                </a:lnTo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41692" y="6071615"/>
            <a:ext cx="53340" cy="132715"/>
          </a:xfrm>
          <a:custGeom>
            <a:avLst/>
            <a:gdLst/>
            <a:ahLst/>
            <a:cxnLst/>
            <a:rect l="l" t="t" r="r" b="b"/>
            <a:pathLst>
              <a:path w="53340" h="132714">
                <a:moveTo>
                  <a:pt x="52831" y="132130"/>
                </a:moveTo>
                <a:lnTo>
                  <a:pt x="37718" y="100520"/>
                </a:lnTo>
                <a:lnTo>
                  <a:pt x="23749" y="67906"/>
                </a:lnTo>
                <a:lnTo>
                  <a:pt x="11175" y="34378"/>
                </a:lnTo>
                <a:lnTo>
                  <a:pt x="0" y="0"/>
                </a:lnTo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62771" y="5873496"/>
            <a:ext cx="21590" cy="144780"/>
          </a:xfrm>
          <a:custGeom>
            <a:avLst/>
            <a:gdLst/>
            <a:ahLst/>
            <a:cxnLst/>
            <a:rect l="l" t="t" r="r" b="b"/>
            <a:pathLst>
              <a:path w="21590" h="144779">
                <a:moveTo>
                  <a:pt x="21081" y="0"/>
                </a:moveTo>
                <a:lnTo>
                  <a:pt x="18033" y="36639"/>
                </a:lnTo>
                <a:lnTo>
                  <a:pt x="13461" y="72999"/>
                </a:lnTo>
                <a:lnTo>
                  <a:pt x="7493" y="108991"/>
                </a:lnTo>
                <a:lnTo>
                  <a:pt x="0" y="144551"/>
                </a:lnTo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07780" y="4971288"/>
            <a:ext cx="260985" cy="545465"/>
          </a:xfrm>
          <a:custGeom>
            <a:avLst/>
            <a:gdLst/>
            <a:ahLst/>
            <a:cxnLst/>
            <a:rect l="l" t="t" r="r" b="b"/>
            <a:pathLst>
              <a:path w="260984" h="545464">
                <a:moveTo>
                  <a:pt x="0" y="0"/>
                </a:moveTo>
                <a:lnTo>
                  <a:pt x="36068" y="25400"/>
                </a:lnTo>
                <a:lnTo>
                  <a:pt x="69850" y="54356"/>
                </a:lnTo>
                <a:lnTo>
                  <a:pt x="101219" y="86868"/>
                </a:lnTo>
                <a:lnTo>
                  <a:pt x="130175" y="122428"/>
                </a:lnTo>
                <a:lnTo>
                  <a:pt x="156591" y="161036"/>
                </a:lnTo>
                <a:lnTo>
                  <a:pt x="180340" y="202184"/>
                </a:lnTo>
                <a:lnTo>
                  <a:pt x="201168" y="245872"/>
                </a:lnTo>
                <a:lnTo>
                  <a:pt x="219201" y="291719"/>
                </a:lnTo>
                <a:lnTo>
                  <a:pt x="234061" y="339598"/>
                </a:lnTo>
                <a:lnTo>
                  <a:pt x="245745" y="389000"/>
                </a:lnTo>
                <a:lnTo>
                  <a:pt x="254126" y="440055"/>
                </a:lnTo>
                <a:lnTo>
                  <a:pt x="259206" y="492125"/>
                </a:lnTo>
                <a:lnTo>
                  <a:pt x="260603" y="545211"/>
                </a:lnTo>
              </a:path>
            </a:pathLst>
          </a:custGeom>
          <a:ln w="12191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06128" y="4390644"/>
            <a:ext cx="115570" cy="205740"/>
          </a:xfrm>
          <a:custGeom>
            <a:avLst/>
            <a:gdLst/>
            <a:ahLst/>
            <a:cxnLst/>
            <a:rect l="l" t="t" r="r" b="b"/>
            <a:pathLst>
              <a:path w="115570" h="205739">
                <a:moveTo>
                  <a:pt x="115570" y="0"/>
                </a:moveTo>
                <a:lnTo>
                  <a:pt x="98425" y="46481"/>
                </a:lnTo>
                <a:lnTo>
                  <a:pt x="78104" y="90550"/>
                </a:lnTo>
                <a:lnTo>
                  <a:pt x="54864" y="131952"/>
                </a:lnTo>
                <a:lnTo>
                  <a:pt x="28828" y="170306"/>
                </a:lnTo>
                <a:lnTo>
                  <a:pt x="0" y="205612"/>
                </a:lnTo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44583" y="3633215"/>
            <a:ext cx="6350" cy="96520"/>
          </a:xfrm>
          <a:custGeom>
            <a:avLst/>
            <a:gdLst/>
            <a:ahLst/>
            <a:cxnLst/>
            <a:rect l="l" t="t" r="r" b="b"/>
            <a:pathLst>
              <a:path w="6350" h="96520">
                <a:moveTo>
                  <a:pt x="0" y="0"/>
                </a:moveTo>
                <a:lnTo>
                  <a:pt x="2794" y="23875"/>
                </a:lnTo>
                <a:lnTo>
                  <a:pt x="4699" y="47878"/>
                </a:lnTo>
                <a:lnTo>
                  <a:pt x="5715" y="71881"/>
                </a:lnTo>
                <a:lnTo>
                  <a:pt x="5969" y="96011"/>
                </a:lnTo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03919" y="3396996"/>
            <a:ext cx="59690" cy="123825"/>
          </a:xfrm>
          <a:custGeom>
            <a:avLst/>
            <a:gdLst/>
            <a:ahLst/>
            <a:cxnLst/>
            <a:rect l="l" t="t" r="r" b="b"/>
            <a:pathLst>
              <a:path w="59690" h="123825">
                <a:moveTo>
                  <a:pt x="0" y="123316"/>
                </a:moveTo>
                <a:lnTo>
                  <a:pt x="12191" y="90424"/>
                </a:lnTo>
                <a:lnTo>
                  <a:pt x="26161" y="58800"/>
                </a:lnTo>
                <a:lnTo>
                  <a:pt x="41909" y="28701"/>
                </a:lnTo>
                <a:lnTo>
                  <a:pt x="59181" y="0"/>
                </a:lnTo>
              </a:path>
            </a:pathLst>
          </a:custGeom>
          <a:ln w="12191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47659" y="3473196"/>
            <a:ext cx="30480" cy="106680"/>
          </a:xfrm>
          <a:custGeom>
            <a:avLst/>
            <a:gdLst/>
            <a:ahLst/>
            <a:cxnLst/>
            <a:rect l="l" t="t" r="r" b="b"/>
            <a:pathLst>
              <a:path w="30479" h="106679">
                <a:moveTo>
                  <a:pt x="0" y="106171"/>
                </a:moveTo>
                <a:lnTo>
                  <a:pt x="5588" y="78739"/>
                </a:lnTo>
                <a:lnTo>
                  <a:pt x="12446" y="51942"/>
                </a:lnTo>
                <a:lnTo>
                  <a:pt x="20574" y="25653"/>
                </a:lnTo>
                <a:lnTo>
                  <a:pt x="30099" y="0"/>
                </a:lnTo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96911" y="3614928"/>
            <a:ext cx="103505" cy="103505"/>
          </a:xfrm>
          <a:custGeom>
            <a:avLst/>
            <a:gdLst/>
            <a:ahLst/>
            <a:cxnLst/>
            <a:rect l="l" t="t" r="r" b="b"/>
            <a:pathLst>
              <a:path w="103504" h="103504">
                <a:moveTo>
                  <a:pt x="0" y="0"/>
                </a:moveTo>
                <a:lnTo>
                  <a:pt x="27686" y="22733"/>
                </a:lnTo>
                <a:lnTo>
                  <a:pt x="54229" y="47498"/>
                </a:lnTo>
                <a:lnTo>
                  <a:pt x="79502" y="74295"/>
                </a:lnTo>
                <a:lnTo>
                  <a:pt x="103505" y="103124"/>
                </a:lnTo>
              </a:path>
            </a:pathLst>
          </a:custGeom>
          <a:ln w="12192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87667" y="4315967"/>
            <a:ext cx="18415" cy="107950"/>
          </a:xfrm>
          <a:custGeom>
            <a:avLst/>
            <a:gdLst/>
            <a:ahLst/>
            <a:cxnLst/>
            <a:rect l="l" t="t" r="r" b="b"/>
            <a:pathLst>
              <a:path w="18415" h="107950">
                <a:moveTo>
                  <a:pt x="18034" y="107949"/>
                </a:moveTo>
                <a:lnTo>
                  <a:pt x="12319" y="81279"/>
                </a:lnTo>
                <a:lnTo>
                  <a:pt x="7366" y="54482"/>
                </a:lnTo>
                <a:lnTo>
                  <a:pt x="3302" y="27304"/>
                </a:lnTo>
                <a:lnTo>
                  <a:pt x="0" y="0"/>
                </a:lnTo>
              </a:path>
            </a:pathLst>
          </a:custGeom>
          <a:ln w="12191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333D50"/>
                </a:solidFill>
              </a:rPr>
              <a:t>Let</a:t>
            </a:r>
            <a:r>
              <a:rPr sz="4400" spc="-170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us</a:t>
            </a:r>
            <a:r>
              <a:rPr sz="4400" spc="-16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ask</a:t>
            </a:r>
            <a:r>
              <a:rPr sz="4400" spc="-170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the</a:t>
            </a:r>
            <a:r>
              <a:rPr sz="4400" spc="-180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same</a:t>
            </a:r>
            <a:r>
              <a:rPr sz="4400" spc="-180" dirty="0">
                <a:solidFill>
                  <a:srgbClr val="333D50"/>
                </a:solidFill>
              </a:rPr>
              <a:t> </a:t>
            </a:r>
            <a:r>
              <a:rPr sz="4400" spc="-35" dirty="0">
                <a:solidFill>
                  <a:srgbClr val="333D50"/>
                </a:solidFill>
              </a:rPr>
              <a:t>question</a:t>
            </a:r>
            <a:r>
              <a:rPr sz="4400" spc="-215" dirty="0">
                <a:solidFill>
                  <a:srgbClr val="333D50"/>
                </a:solidFill>
              </a:rPr>
              <a:t> </a:t>
            </a:r>
            <a:r>
              <a:rPr sz="4400" spc="-25" dirty="0">
                <a:solidFill>
                  <a:srgbClr val="333D50"/>
                </a:solidFill>
              </a:rPr>
              <a:t>now</a:t>
            </a:r>
            <a:endParaRPr sz="4400"/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664" y="1051560"/>
            <a:ext cx="1769364" cy="124510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456432" y="1837944"/>
            <a:ext cx="2351405" cy="916305"/>
            <a:chOff x="3456432" y="1837944"/>
            <a:chExt cx="2351405" cy="91630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6432" y="2539365"/>
              <a:ext cx="253872" cy="21450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58235" y="1837944"/>
              <a:ext cx="2149475" cy="844550"/>
            </a:xfrm>
            <a:custGeom>
              <a:avLst/>
              <a:gdLst/>
              <a:ahLst/>
              <a:cxnLst/>
              <a:rect l="l" t="t" r="r" b="b"/>
              <a:pathLst>
                <a:path w="2149475" h="844550">
                  <a:moveTo>
                    <a:pt x="2123186" y="0"/>
                  </a:moveTo>
                  <a:lnTo>
                    <a:pt x="0" y="773048"/>
                  </a:lnTo>
                  <a:lnTo>
                    <a:pt x="26035" y="844422"/>
                  </a:lnTo>
                  <a:lnTo>
                    <a:pt x="2149348" y="71500"/>
                  </a:lnTo>
                  <a:lnTo>
                    <a:pt x="212318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55390" y="1467739"/>
            <a:ext cx="1303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1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this?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1208" y="2388107"/>
            <a:ext cx="2768600" cy="208280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515112" y="1162811"/>
            <a:ext cx="2118360" cy="1135380"/>
            <a:chOff x="515112" y="1162811"/>
            <a:chExt cx="2118360" cy="1135380"/>
          </a:xfrm>
        </p:grpSpPr>
        <p:sp>
          <p:nvSpPr>
            <p:cNvPr id="28" name="object 28"/>
            <p:cNvSpPr/>
            <p:nvPr/>
          </p:nvSpPr>
          <p:spPr>
            <a:xfrm>
              <a:off x="521208" y="1168907"/>
              <a:ext cx="2106295" cy="1123315"/>
            </a:xfrm>
            <a:custGeom>
              <a:avLst/>
              <a:gdLst/>
              <a:ahLst/>
              <a:cxnLst/>
              <a:rect l="l" t="t" r="r" b="b"/>
              <a:pathLst>
                <a:path w="2106295" h="1123314">
                  <a:moveTo>
                    <a:pt x="1441958" y="0"/>
                  </a:moveTo>
                  <a:lnTo>
                    <a:pt x="1117473" y="225805"/>
                  </a:lnTo>
                  <a:lnTo>
                    <a:pt x="947928" y="98170"/>
                  </a:lnTo>
                  <a:lnTo>
                    <a:pt x="833628" y="331850"/>
                  </a:lnTo>
                  <a:lnTo>
                    <a:pt x="438950" y="188467"/>
                  </a:lnTo>
                  <a:lnTo>
                    <a:pt x="523773" y="406526"/>
                  </a:lnTo>
                  <a:lnTo>
                    <a:pt x="114261" y="430021"/>
                  </a:lnTo>
                  <a:lnTo>
                    <a:pt x="383667" y="602614"/>
                  </a:lnTo>
                  <a:lnTo>
                    <a:pt x="0" y="669416"/>
                  </a:lnTo>
                  <a:lnTo>
                    <a:pt x="324675" y="799083"/>
                  </a:lnTo>
                  <a:lnTo>
                    <a:pt x="125285" y="926718"/>
                  </a:lnTo>
                  <a:lnTo>
                    <a:pt x="468503" y="948308"/>
                  </a:lnTo>
                  <a:lnTo>
                    <a:pt x="479425" y="1123061"/>
                  </a:lnTo>
                  <a:lnTo>
                    <a:pt x="733894" y="942339"/>
                  </a:lnTo>
                  <a:lnTo>
                    <a:pt x="848360" y="1024889"/>
                  </a:lnTo>
                  <a:lnTo>
                    <a:pt x="962660" y="903096"/>
                  </a:lnTo>
                  <a:lnTo>
                    <a:pt x="1132078" y="979677"/>
                  </a:lnTo>
                  <a:lnTo>
                    <a:pt x="1187577" y="828420"/>
                  </a:lnTo>
                  <a:lnTo>
                    <a:pt x="1456817" y="903096"/>
                  </a:lnTo>
                  <a:lnTo>
                    <a:pt x="1427353" y="746125"/>
                  </a:lnTo>
                  <a:lnTo>
                    <a:pt x="1840484" y="812672"/>
                  </a:lnTo>
                  <a:lnTo>
                    <a:pt x="1597025" y="639952"/>
                  </a:lnTo>
                  <a:lnTo>
                    <a:pt x="1781302" y="586993"/>
                  </a:lnTo>
                  <a:lnTo>
                    <a:pt x="1656080" y="488950"/>
                  </a:lnTo>
                  <a:lnTo>
                    <a:pt x="2106041" y="345566"/>
                  </a:lnTo>
                  <a:lnTo>
                    <a:pt x="1597025" y="339597"/>
                  </a:lnTo>
                  <a:lnTo>
                    <a:pt x="1755648" y="164972"/>
                  </a:lnTo>
                  <a:lnTo>
                    <a:pt x="1416177" y="300354"/>
                  </a:lnTo>
                  <a:lnTo>
                    <a:pt x="144195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1208" y="1168907"/>
              <a:ext cx="2106295" cy="1123315"/>
            </a:xfrm>
            <a:custGeom>
              <a:avLst/>
              <a:gdLst/>
              <a:ahLst/>
              <a:cxnLst/>
              <a:rect l="l" t="t" r="r" b="b"/>
              <a:pathLst>
                <a:path w="2106295" h="1123314">
                  <a:moveTo>
                    <a:pt x="1117473" y="225805"/>
                  </a:moveTo>
                  <a:lnTo>
                    <a:pt x="1441958" y="0"/>
                  </a:lnTo>
                  <a:lnTo>
                    <a:pt x="1416177" y="300354"/>
                  </a:lnTo>
                  <a:lnTo>
                    <a:pt x="1755648" y="164972"/>
                  </a:lnTo>
                  <a:lnTo>
                    <a:pt x="1597025" y="339597"/>
                  </a:lnTo>
                  <a:lnTo>
                    <a:pt x="2106041" y="345566"/>
                  </a:lnTo>
                  <a:lnTo>
                    <a:pt x="1656080" y="488950"/>
                  </a:lnTo>
                  <a:lnTo>
                    <a:pt x="1781302" y="586993"/>
                  </a:lnTo>
                  <a:lnTo>
                    <a:pt x="1597025" y="639952"/>
                  </a:lnTo>
                  <a:lnTo>
                    <a:pt x="1840484" y="812672"/>
                  </a:lnTo>
                  <a:lnTo>
                    <a:pt x="1427353" y="746125"/>
                  </a:lnTo>
                  <a:lnTo>
                    <a:pt x="1456817" y="903096"/>
                  </a:lnTo>
                  <a:lnTo>
                    <a:pt x="1187577" y="828420"/>
                  </a:lnTo>
                  <a:lnTo>
                    <a:pt x="1132078" y="979677"/>
                  </a:lnTo>
                  <a:lnTo>
                    <a:pt x="962660" y="903096"/>
                  </a:lnTo>
                  <a:lnTo>
                    <a:pt x="848360" y="1024889"/>
                  </a:lnTo>
                  <a:lnTo>
                    <a:pt x="733894" y="942339"/>
                  </a:lnTo>
                  <a:lnTo>
                    <a:pt x="479425" y="1123061"/>
                  </a:lnTo>
                  <a:lnTo>
                    <a:pt x="468503" y="948308"/>
                  </a:lnTo>
                  <a:lnTo>
                    <a:pt x="125285" y="926718"/>
                  </a:lnTo>
                  <a:lnTo>
                    <a:pt x="324675" y="799083"/>
                  </a:lnTo>
                  <a:lnTo>
                    <a:pt x="0" y="669416"/>
                  </a:lnTo>
                  <a:lnTo>
                    <a:pt x="383667" y="602614"/>
                  </a:lnTo>
                  <a:lnTo>
                    <a:pt x="114261" y="430021"/>
                  </a:lnTo>
                  <a:lnTo>
                    <a:pt x="523773" y="406526"/>
                  </a:lnTo>
                  <a:lnTo>
                    <a:pt x="438950" y="188467"/>
                  </a:lnTo>
                  <a:lnTo>
                    <a:pt x="833628" y="331850"/>
                  </a:lnTo>
                  <a:lnTo>
                    <a:pt x="947928" y="98170"/>
                  </a:lnTo>
                  <a:lnTo>
                    <a:pt x="1117473" y="225805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89685" y="1577162"/>
            <a:ext cx="510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03107" y="3707891"/>
            <a:ext cx="725805" cy="820419"/>
            <a:chOff x="8103107" y="3707891"/>
            <a:chExt cx="725805" cy="820419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3107" y="3707891"/>
              <a:ext cx="714755" cy="4099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3107" y="4157471"/>
              <a:ext cx="725424" cy="37033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01228" y="4631435"/>
            <a:ext cx="560831" cy="29413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24088" y="5058155"/>
            <a:ext cx="537972" cy="318516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8971280" y="3807663"/>
            <a:ext cx="563245" cy="153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600">
              <a:latin typeface="Times New Roman"/>
              <a:cs typeface="Times New Roman"/>
            </a:endParaRPr>
          </a:p>
          <a:p>
            <a:pPr marL="12700" marR="5080" indent="62230" algn="just">
              <a:lnSpc>
                <a:spcPct val="167200"/>
              </a:lnSpc>
              <a:spcBef>
                <a:spcPts val="310"/>
              </a:spcBef>
            </a:pPr>
            <a:r>
              <a:rPr sz="1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 </a:t>
            </a:r>
            <a:r>
              <a:rPr sz="1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 BIKE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8647" y="4573523"/>
            <a:ext cx="1394459" cy="10439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8423" y="2161032"/>
            <a:ext cx="1319783" cy="2209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086981" y="4896357"/>
            <a:ext cx="433514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607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Machines</a:t>
            </a:r>
            <a:r>
              <a:rPr sz="18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follow</a:t>
            </a:r>
            <a:r>
              <a:rPr sz="1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instructions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take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decision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its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own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40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about</a:t>
            </a:r>
            <a:r>
              <a:rPr sz="4400" spc="-21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a</a:t>
            </a:r>
            <a:r>
              <a:rPr sz="4400" spc="-170" dirty="0">
                <a:solidFill>
                  <a:srgbClr val="333D50"/>
                </a:solidFill>
              </a:rPr>
              <a:t> </a:t>
            </a:r>
            <a:r>
              <a:rPr sz="4400" spc="-35" dirty="0">
                <a:solidFill>
                  <a:srgbClr val="333D50"/>
                </a:solidFill>
              </a:rPr>
              <a:t>Machine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spc="-50" dirty="0">
                <a:solidFill>
                  <a:srgbClr val="333D50"/>
                </a:solidFill>
              </a:rPr>
              <a:t>?</a:t>
            </a:r>
            <a:endParaRPr sz="4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8423" y="2161032"/>
            <a:ext cx="1319783" cy="2209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90864" y="4896357"/>
            <a:ext cx="265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Machines</a:t>
            </a:r>
            <a:r>
              <a:rPr sz="18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follow</a:t>
            </a:r>
            <a:r>
              <a:rPr sz="1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instructions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40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about</a:t>
            </a:r>
            <a:r>
              <a:rPr sz="4400" spc="-21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a</a:t>
            </a:r>
            <a:r>
              <a:rPr sz="4400" spc="-170" dirty="0">
                <a:solidFill>
                  <a:srgbClr val="333D50"/>
                </a:solidFill>
              </a:rPr>
              <a:t> </a:t>
            </a:r>
            <a:r>
              <a:rPr sz="4400" spc="-35" dirty="0">
                <a:solidFill>
                  <a:srgbClr val="333D50"/>
                </a:solidFill>
              </a:rPr>
              <a:t>Machine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spc="-50" dirty="0">
                <a:solidFill>
                  <a:srgbClr val="333D50"/>
                </a:solidFill>
              </a:rPr>
              <a:t>?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1231493" y="1956943"/>
            <a:ext cx="470916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ask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machine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55" dirty="0">
                <a:latin typeface="Times New Roman"/>
                <a:cs typeface="Times New Roman"/>
              </a:rPr>
              <a:t>To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arithmetic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operations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Addition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Multiplication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Division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8423" y="2161032"/>
            <a:ext cx="1319783" cy="2209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90864" y="4896357"/>
            <a:ext cx="265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Machines</a:t>
            </a:r>
            <a:r>
              <a:rPr sz="18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follow</a:t>
            </a:r>
            <a:r>
              <a:rPr sz="18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instructions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40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about</a:t>
            </a:r>
            <a:r>
              <a:rPr sz="4400" spc="-21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a</a:t>
            </a:r>
            <a:r>
              <a:rPr sz="4400" spc="-170" dirty="0">
                <a:solidFill>
                  <a:srgbClr val="333D50"/>
                </a:solidFill>
              </a:rPr>
              <a:t> </a:t>
            </a:r>
            <a:r>
              <a:rPr sz="4400" spc="-35" dirty="0">
                <a:solidFill>
                  <a:srgbClr val="333D50"/>
                </a:solidFill>
              </a:rPr>
              <a:t>Machine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spc="-50" dirty="0">
                <a:solidFill>
                  <a:srgbClr val="333D50"/>
                </a:solidFill>
              </a:rPr>
              <a:t>?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1231493" y="1956943"/>
            <a:ext cx="154178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0" dirty="0">
                <a:latin typeface="Times New Roman"/>
                <a:cs typeface="Times New Roman"/>
              </a:rPr>
              <a:t>Comparison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0" dirty="0">
                <a:latin typeface="Times New Roman"/>
                <a:cs typeface="Times New Roman"/>
              </a:rPr>
              <a:t>Print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42517" y="5445658"/>
            <a:ext cx="5948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2800" b="1" spc="-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want</a:t>
            </a:r>
            <a:r>
              <a:rPr sz="2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8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machine</a:t>
            </a:r>
            <a:r>
              <a:rPr sz="28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8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act</a:t>
            </a:r>
            <a:r>
              <a:rPr sz="28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like</a:t>
            </a:r>
            <a:r>
              <a:rPr sz="28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8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human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167" y="1584960"/>
            <a:ext cx="1735836" cy="2247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1723" y="2272283"/>
            <a:ext cx="1982724" cy="12451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57927" y="4181043"/>
            <a:ext cx="2465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Identify</a:t>
            </a:r>
            <a:r>
              <a:rPr sz="24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object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267" y="1496567"/>
            <a:ext cx="1656588" cy="22478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9823" y="2183892"/>
            <a:ext cx="1892807" cy="12451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70863" y="5900420"/>
            <a:ext cx="2183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Predict</a:t>
            </a:r>
            <a:r>
              <a:rPr sz="24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price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83377" y="3640658"/>
            <a:ext cx="13989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Price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2025?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167" y="2077211"/>
            <a:ext cx="1656588" cy="2247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839825" y="5709005"/>
            <a:ext cx="6740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Natural</a:t>
            </a:r>
            <a:r>
              <a:rPr sz="24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language</a:t>
            </a:r>
            <a:r>
              <a:rPr sz="24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understand,</a:t>
            </a: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4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correct</a:t>
            </a:r>
            <a:r>
              <a:rPr sz="2400" b="1" spc="-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grammar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1305" y="2477261"/>
            <a:ext cx="2546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I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trike="sngStrike" dirty="0">
                <a:latin typeface="Times New Roman"/>
                <a:cs typeface="Times New Roman"/>
              </a:rPr>
              <a:t>made</a:t>
            </a:r>
            <a:r>
              <a:rPr sz="1800" b="1" strike="noStrike" spc="-50" dirty="0">
                <a:latin typeface="Times New Roman"/>
                <a:cs typeface="Times New Roman"/>
              </a:rPr>
              <a:t> </a:t>
            </a:r>
            <a:r>
              <a:rPr sz="1800" b="1" strike="noStrike" dirty="0">
                <a:solidFill>
                  <a:srgbClr val="C00000"/>
                </a:solidFill>
                <a:latin typeface="Times New Roman"/>
                <a:cs typeface="Times New Roman"/>
              </a:rPr>
              <a:t>met</a:t>
            </a:r>
            <a:r>
              <a:rPr sz="1800" b="1" strike="noStrike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trike="noStrike" dirty="0">
                <a:latin typeface="Times New Roman"/>
                <a:cs typeface="Times New Roman"/>
              </a:rPr>
              <a:t>him</a:t>
            </a:r>
            <a:r>
              <a:rPr sz="1800" b="1" strike="noStrike" spc="-40" dirty="0">
                <a:latin typeface="Times New Roman"/>
                <a:cs typeface="Times New Roman"/>
              </a:rPr>
              <a:t> </a:t>
            </a:r>
            <a:r>
              <a:rPr sz="1800" b="1" strike="noStrike" spc="-10" dirty="0">
                <a:latin typeface="Times New Roman"/>
                <a:cs typeface="Times New Roman"/>
              </a:rPr>
              <a:t>yesterday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336" y="1767839"/>
            <a:ext cx="1616964" cy="2247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5509640" y="3563873"/>
            <a:ext cx="1832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recognize</a:t>
            </a:r>
            <a:r>
              <a:rPr sz="24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face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9071" y="1990344"/>
            <a:ext cx="1542287" cy="14386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8405" y="5709005"/>
            <a:ext cx="20440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Recognize</a:t>
            </a:r>
            <a:r>
              <a:rPr sz="2400" b="1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faces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715127" y="1775205"/>
            <a:ext cx="5632450" cy="174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4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do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do?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Just</a:t>
            </a:r>
            <a:r>
              <a:rPr sz="24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like,</a:t>
            </a:r>
            <a:r>
              <a:rPr sz="24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24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did</a:t>
            </a:r>
            <a:r>
              <a:rPr sz="24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4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human,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need</a:t>
            </a:r>
            <a:r>
              <a:rPr sz="24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provide</a:t>
            </a:r>
            <a:r>
              <a:rPr sz="24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experience</a:t>
            </a:r>
            <a:r>
              <a:rPr sz="24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machine.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208" y="2388107"/>
            <a:ext cx="3208020" cy="20833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6159" y="1540763"/>
            <a:ext cx="2346960" cy="4131310"/>
            <a:chOff x="3566159" y="1540763"/>
            <a:chExt cx="2346960" cy="4131310"/>
          </a:xfrm>
        </p:grpSpPr>
        <p:sp>
          <p:nvSpPr>
            <p:cNvPr id="3" name="object 3"/>
            <p:cNvSpPr/>
            <p:nvPr/>
          </p:nvSpPr>
          <p:spPr>
            <a:xfrm>
              <a:off x="3580637" y="1555241"/>
              <a:ext cx="2318385" cy="4102735"/>
            </a:xfrm>
            <a:custGeom>
              <a:avLst/>
              <a:gdLst/>
              <a:ahLst/>
              <a:cxnLst/>
              <a:rect l="l" t="t" r="r" b="b"/>
              <a:pathLst>
                <a:path w="2318385" h="4102735">
                  <a:moveTo>
                    <a:pt x="2317877" y="271018"/>
                  </a:moveTo>
                  <a:lnTo>
                    <a:pt x="2296160" y="323469"/>
                  </a:lnTo>
                  <a:lnTo>
                    <a:pt x="2258822" y="356616"/>
                  </a:lnTo>
                  <a:lnTo>
                    <a:pt x="2204592" y="387985"/>
                  </a:lnTo>
                  <a:lnTo>
                    <a:pt x="2134742" y="417195"/>
                  </a:lnTo>
                  <a:lnTo>
                    <a:pt x="2094229" y="431038"/>
                  </a:lnTo>
                  <a:lnTo>
                    <a:pt x="2050414" y="444119"/>
                  </a:lnTo>
                  <a:lnTo>
                    <a:pt x="2003171" y="456565"/>
                  </a:lnTo>
                  <a:lnTo>
                    <a:pt x="1952878" y="468375"/>
                  </a:lnTo>
                  <a:lnTo>
                    <a:pt x="1899539" y="479425"/>
                  </a:lnTo>
                  <a:lnTo>
                    <a:pt x="1843404" y="489712"/>
                  </a:lnTo>
                  <a:lnTo>
                    <a:pt x="1784477" y="499110"/>
                  </a:lnTo>
                  <a:lnTo>
                    <a:pt x="1723136" y="507746"/>
                  </a:lnTo>
                  <a:lnTo>
                    <a:pt x="1659382" y="515493"/>
                  </a:lnTo>
                  <a:lnTo>
                    <a:pt x="1593341" y="522224"/>
                  </a:lnTo>
                  <a:lnTo>
                    <a:pt x="1525270" y="528066"/>
                  </a:lnTo>
                  <a:lnTo>
                    <a:pt x="1455165" y="533019"/>
                  </a:lnTo>
                  <a:lnTo>
                    <a:pt x="1383411" y="536829"/>
                  </a:lnTo>
                  <a:lnTo>
                    <a:pt x="1310004" y="539623"/>
                  </a:lnTo>
                  <a:lnTo>
                    <a:pt x="1235075" y="541401"/>
                  </a:lnTo>
                  <a:lnTo>
                    <a:pt x="1158875" y="541909"/>
                  </a:lnTo>
                  <a:lnTo>
                    <a:pt x="1082675" y="541401"/>
                  </a:lnTo>
                  <a:lnTo>
                    <a:pt x="1007872" y="539623"/>
                  </a:lnTo>
                  <a:lnTo>
                    <a:pt x="934465" y="536829"/>
                  </a:lnTo>
                  <a:lnTo>
                    <a:pt x="862584" y="533019"/>
                  </a:lnTo>
                  <a:lnTo>
                    <a:pt x="792607" y="528066"/>
                  </a:lnTo>
                  <a:lnTo>
                    <a:pt x="724535" y="522224"/>
                  </a:lnTo>
                  <a:lnTo>
                    <a:pt x="658495" y="515493"/>
                  </a:lnTo>
                  <a:lnTo>
                    <a:pt x="594740" y="507746"/>
                  </a:lnTo>
                  <a:lnTo>
                    <a:pt x="533400" y="499110"/>
                  </a:lnTo>
                  <a:lnTo>
                    <a:pt x="474472" y="489712"/>
                  </a:lnTo>
                  <a:lnTo>
                    <a:pt x="418338" y="479425"/>
                  </a:lnTo>
                  <a:lnTo>
                    <a:pt x="364998" y="468375"/>
                  </a:lnTo>
                  <a:lnTo>
                    <a:pt x="314706" y="456565"/>
                  </a:lnTo>
                  <a:lnTo>
                    <a:pt x="267462" y="444119"/>
                  </a:lnTo>
                  <a:lnTo>
                    <a:pt x="223647" y="431038"/>
                  </a:lnTo>
                  <a:lnTo>
                    <a:pt x="183134" y="417195"/>
                  </a:lnTo>
                  <a:lnTo>
                    <a:pt x="113284" y="387985"/>
                  </a:lnTo>
                  <a:lnTo>
                    <a:pt x="59054" y="356616"/>
                  </a:lnTo>
                  <a:lnTo>
                    <a:pt x="21716" y="323469"/>
                  </a:lnTo>
                  <a:lnTo>
                    <a:pt x="2412" y="288798"/>
                  </a:lnTo>
                  <a:lnTo>
                    <a:pt x="0" y="271018"/>
                  </a:lnTo>
                  <a:lnTo>
                    <a:pt x="2412" y="253111"/>
                  </a:lnTo>
                  <a:lnTo>
                    <a:pt x="21716" y="218440"/>
                  </a:lnTo>
                  <a:lnTo>
                    <a:pt x="59054" y="185293"/>
                  </a:lnTo>
                  <a:lnTo>
                    <a:pt x="113284" y="153924"/>
                  </a:lnTo>
                  <a:lnTo>
                    <a:pt x="183134" y="124713"/>
                  </a:lnTo>
                  <a:lnTo>
                    <a:pt x="223647" y="110998"/>
                  </a:lnTo>
                  <a:lnTo>
                    <a:pt x="267462" y="97790"/>
                  </a:lnTo>
                  <a:lnTo>
                    <a:pt x="314706" y="85344"/>
                  </a:lnTo>
                  <a:lnTo>
                    <a:pt x="364998" y="73533"/>
                  </a:lnTo>
                  <a:lnTo>
                    <a:pt x="418338" y="62484"/>
                  </a:lnTo>
                  <a:lnTo>
                    <a:pt x="474472" y="52324"/>
                  </a:lnTo>
                  <a:lnTo>
                    <a:pt x="533400" y="42799"/>
                  </a:lnTo>
                  <a:lnTo>
                    <a:pt x="594740" y="34162"/>
                  </a:lnTo>
                  <a:lnTo>
                    <a:pt x="658495" y="26543"/>
                  </a:lnTo>
                  <a:lnTo>
                    <a:pt x="724535" y="19685"/>
                  </a:lnTo>
                  <a:lnTo>
                    <a:pt x="792607" y="13843"/>
                  </a:lnTo>
                  <a:lnTo>
                    <a:pt x="862584" y="8890"/>
                  </a:lnTo>
                  <a:lnTo>
                    <a:pt x="934465" y="5080"/>
                  </a:lnTo>
                  <a:lnTo>
                    <a:pt x="1007872" y="2286"/>
                  </a:lnTo>
                  <a:lnTo>
                    <a:pt x="1082675" y="635"/>
                  </a:lnTo>
                  <a:lnTo>
                    <a:pt x="1158875" y="0"/>
                  </a:lnTo>
                  <a:lnTo>
                    <a:pt x="1235075" y="635"/>
                  </a:lnTo>
                  <a:lnTo>
                    <a:pt x="1310004" y="2286"/>
                  </a:lnTo>
                  <a:lnTo>
                    <a:pt x="1383411" y="5080"/>
                  </a:lnTo>
                  <a:lnTo>
                    <a:pt x="1455165" y="8890"/>
                  </a:lnTo>
                  <a:lnTo>
                    <a:pt x="1525270" y="13843"/>
                  </a:lnTo>
                  <a:lnTo>
                    <a:pt x="1593341" y="19685"/>
                  </a:lnTo>
                  <a:lnTo>
                    <a:pt x="1659382" y="26543"/>
                  </a:lnTo>
                  <a:lnTo>
                    <a:pt x="1723136" y="34162"/>
                  </a:lnTo>
                  <a:lnTo>
                    <a:pt x="1784477" y="42799"/>
                  </a:lnTo>
                  <a:lnTo>
                    <a:pt x="1843404" y="52324"/>
                  </a:lnTo>
                  <a:lnTo>
                    <a:pt x="1899539" y="62484"/>
                  </a:lnTo>
                  <a:lnTo>
                    <a:pt x="1952878" y="73533"/>
                  </a:lnTo>
                  <a:lnTo>
                    <a:pt x="2003171" y="85344"/>
                  </a:lnTo>
                  <a:lnTo>
                    <a:pt x="2050414" y="97790"/>
                  </a:lnTo>
                  <a:lnTo>
                    <a:pt x="2094229" y="110998"/>
                  </a:lnTo>
                  <a:lnTo>
                    <a:pt x="2134742" y="124713"/>
                  </a:lnTo>
                  <a:lnTo>
                    <a:pt x="2204592" y="153924"/>
                  </a:lnTo>
                  <a:lnTo>
                    <a:pt x="2258822" y="185293"/>
                  </a:lnTo>
                  <a:lnTo>
                    <a:pt x="2296160" y="218440"/>
                  </a:lnTo>
                  <a:lnTo>
                    <a:pt x="2315464" y="253111"/>
                  </a:lnTo>
                  <a:lnTo>
                    <a:pt x="2317877" y="271018"/>
                  </a:lnTo>
                  <a:lnTo>
                    <a:pt x="2317877" y="3831209"/>
                  </a:lnTo>
                  <a:lnTo>
                    <a:pt x="2296160" y="3883787"/>
                  </a:lnTo>
                  <a:lnTo>
                    <a:pt x="2258822" y="3916934"/>
                  </a:lnTo>
                  <a:lnTo>
                    <a:pt x="2204592" y="3948303"/>
                  </a:lnTo>
                  <a:lnTo>
                    <a:pt x="2134742" y="3977513"/>
                  </a:lnTo>
                  <a:lnTo>
                    <a:pt x="2094229" y="3991229"/>
                  </a:lnTo>
                  <a:lnTo>
                    <a:pt x="2050414" y="4004437"/>
                  </a:lnTo>
                  <a:lnTo>
                    <a:pt x="2003171" y="4016883"/>
                  </a:lnTo>
                  <a:lnTo>
                    <a:pt x="1952878" y="4028694"/>
                  </a:lnTo>
                  <a:lnTo>
                    <a:pt x="1899539" y="4039679"/>
                  </a:lnTo>
                  <a:lnTo>
                    <a:pt x="1843404" y="4049941"/>
                  </a:lnTo>
                  <a:lnTo>
                    <a:pt x="1784477" y="4059389"/>
                  </a:lnTo>
                  <a:lnTo>
                    <a:pt x="1723136" y="4068000"/>
                  </a:lnTo>
                  <a:lnTo>
                    <a:pt x="1659382" y="4075734"/>
                  </a:lnTo>
                  <a:lnTo>
                    <a:pt x="1593341" y="4082542"/>
                  </a:lnTo>
                  <a:lnTo>
                    <a:pt x="1525270" y="4088409"/>
                  </a:lnTo>
                  <a:lnTo>
                    <a:pt x="1455165" y="4093286"/>
                  </a:lnTo>
                  <a:lnTo>
                    <a:pt x="1383411" y="4097147"/>
                  </a:lnTo>
                  <a:lnTo>
                    <a:pt x="1310004" y="4099941"/>
                  </a:lnTo>
                  <a:lnTo>
                    <a:pt x="1235075" y="4101642"/>
                  </a:lnTo>
                  <a:lnTo>
                    <a:pt x="1158875" y="4102227"/>
                  </a:lnTo>
                  <a:lnTo>
                    <a:pt x="1082675" y="4101642"/>
                  </a:lnTo>
                  <a:lnTo>
                    <a:pt x="1007872" y="4099941"/>
                  </a:lnTo>
                  <a:lnTo>
                    <a:pt x="934465" y="4097147"/>
                  </a:lnTo>
                  <a:lnTo>
                    <a:pt x="862584" y="4093286"/>
                  </a:lnTo>
                  <a:lnTo>
                    <a:pt x="792607" y="4088409"/>
                  </a:lnTo>
                  <a:lnTo>
                    <a:pt x="724535" y="4082542"/>
                  </a:lnTo>
                  <a:lnTo>
                    <a:pt x="658495" y="4075734"/>
                  </a:lnTo>
                  <a:lnTo>
                    <a:pt x="594740" y="4068000"/>
                  </a:lnTo>
                  <a:lnTo>
                    <a:pt x="533400" y="4059389"/>
                  </a:lnTo>
                  <a:lnTo>
                    <a:pt x="474472" y="4049941"/>
                  </a:lnTo>
                  <a:lnTo>
                    <a:pt x="418338" y="4039679"/>
                  </a:lnTo>
                  <a:lnTo>
                    <a:pt x="364998" y="4028694"/>
                  </a:lnTo>
                  <a:lnTo>
                    <a:pt x="314706" y="4016883"/>
                  </a:lnTo>
                  <a:lnTo>
                    <a:pt x="267462" y="4004437"/>
                  </a:lnTo>
                  <a:lnTo>
                    <a:pt x="223647" y="3991229"/>
                  </a:lnTo>
                  <a:lnTo>
                    <a:pt x="183134" y="3977513"/>
                  </a:lnTo>
                  <a:lnTo>
                    <a:pt x="113284" y="3948303"/>
                  </a:lnTo>
                  <a:lnTo>
                    <a:pt x="59054" y="3916934"/>
                  </a:lnTo>
                  <a:lnTo>
                    <a:pt x="21716" y="3883787"/>
                  </a:lnTo>
                  <a:lnTo>
                    <a:pt x="2412" y="3849116"/>
                  </a:lnTo>
                  <a:lnTo>
                    <a:pt x="0" y="3831209"/>
                  </a:lnTo>
                  <a:lnTo>
                    <a:pt x="0" y="271018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9455" y="2159508"/>
              <a:ext cx="1374648" cy="905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0123" y="3112008"/>
              <a:ext cx="1394460" cy="8183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8807" y="4034028"/>
              <a:ext cx="1062227" cy="65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21479" y="4866131"/>
              <a:ext cx="1031748" cy="7010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4258817" y="5755640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Dataset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82181" y="1961845"/>
            <a:ext cx="384047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First</a:t>
            </a:r>
            <a:r>
              <a:rPr sz="24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need</a:t>
            </a:r>
            <a:r>
              <a:rPr sz="24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4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provide</a:t>
            </a:r>
            <a:r>
              <a:rPr sz="24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training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dataset</a:t>
            </a:r>
            <a:r>
              <a:rPr sz="2400" b="1" spc="-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400" b="1" spc="-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4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machine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812" y="2365248"/>
            <a:ext cx="1412748" cy="22098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603754" y="2850845"/>
            <a:ext cx="4603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Times New Roman"/>
                <a:cs typeface="Times New Roman"/>
              </a:rPr>
              <a:t>+</a:t>
            </a:r>
            <a:endParaRPr sz="6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6159" y="1540763"/>
            <a:ext cx="2196465" cy="4131310"/>
            <a:chOff x="3566159" y="1540763"/>
            <a:chExt cx="2196465" cy="4131310"/>
          </a:xfrm>
        </p:grpSpPr>
        <p:sp>
          <p:nvSpPr>
            <p:cNvPr id="3" name="object 3"/>
            <p:cNvSpPr/>
            <p:nvPr/>
          </p:nvSpPr>
          <p:spPr>
            <a:xfrm>
              <a:off x="3580637" y="1555241"/>
              <a:ext cx="2167255" cy="4102735"/>
            </a:xfrm>
            <a:custGeom>
              <a:avLst/>
              <a:gdLst/>
              <a:ahLst/>
              <a:cxnLst/>
              <a:rect l="l" t="t" r="r" b="b"/>
              <a:pathLst>
                <a:path w="2167254" h="4102735">
                  <a:moveTo>
                    <a:pt x="2167001" y="271018"/>
                  </a:moveTo>
                  <a:lnTo>
                    <a:pt x="2146681" y="323469"/>
                  </a:lnTo>
                  <a:lnTo>
                    <a:pt x="2111756" y="356616"/>
                  </a:lnTo>
                  <a:lnTo>
                    <a:pt x="2061083" y="387985"/>
                  </a:lnTo>
                  <a:lnTo>
                    <a:pt x="1995677" y="417195"/>
                  </a:lnTo>
                  <a:lnTo>
                    <a:pt x="1957959" y="431038"/>
                  </a:lnTo>
                  <a:lnTo>
                    <a:pt x="1916938" y="444119"/>
                  </a:lnTo>
                  <a:lnTo>
                    <a:pt x="1872869" y="456565"/>
                  </a:lnTo>
                  <a:lnTo>
                    <a:pt x="1825752" y="468375"/>
                  </a:lnTo>
                  <a:lnTo>
                    <a:pt x="1775967" y="479425"/>
                  </a:lnTo>
                  <a:lnTo>
                    <a:pt x="1723389" y="489712"/>
                  </a:lnTo>
                  <a:lnTo>
                    <a:pt x="1668399" y="499110"/>
                  </a:lnTo>
                  <a:lnTo>
                    <a:pt x="1610995" y="507746"/>
                  </a:lnTo>
                  <a:lnTo>
                    <a:pt x="1551304" y="515493"/>
                  </a:lnTo>
                  <a:lnTo>
                    <a:pt x="1489583" y="522224"/>
                  </a:lnTo>
                  <a:lnTo>
                    <a:pt x="1425956" y="528066"/>
                  </a:lnTo>
                  <a:lnTo>
                    <a:pt x="1360551" y="533019"/>
                  </a:lnTo>
                  <a:lnTo>
                    <a:pt x="1293367" y="536829"/>
                  </a:lnTo>
                  <a:lnTo>
                    <a:pt x="1224788" y="539623"/>
                  </a:lnTo>
                  <a:lnTo>
                    <a:pt x="1154684" y="541401"/>
                  </a:lnTo>
                  <a:lnTo>
                    <a:pt x="1083564" y="541909"/>
                  </a:lnTo>
                  <a:lnTo>
                    <a:pt x="1012316" y="541401"/>
                  </a:lnTo>
                  <a:lnTo>
                    <a:pt x="942213" y="539623"/>
                  </a:lnTo>
                  <a:lnTo>
                    <a:pt x="873633" y="536829"/>
                  </a:lnTo>
                  <a:lnTo>
                    <a:pt x="806450" y="533019"/>
                  </a:lnTo>
                  <a:lnTo>
                    <a:pt x="741045" y="528066"/>
                  </a:lnTo>
                  <a:lnTo>
                    <a:pt x="677417" y="522224"/>
                  </a:lnTo>
                  <a:lnTo>
                    <a:pt x="615696" y="515493"/>
                  </a:lnTo>
                  <a:lnTo>
                    <a:pt x="556006" y="507746"/>
                  </a:lnTo>
                  <a:lnTo>
                    <a:pt x="498601" y="499110"/>
                  </a:lnTo>
                  <a:lnTo>
                    <a:pt x="443611" y="489712"/>
                  </a:lnTo>
                  <a:lnTo>
                    <a:pt x="391033" y="479425"/>
                  </a:lnTo>
                  <a:lnTo>
                    <a:pt x="341249" y="468375"/>
                  </a:lnTo>
                  <a:lnTo>
                    <a:pt x="294132" y="456565"/>
                  </a:lnTo>
                  <a:lnTo>
                    <a:pt x="250062" y="444119"/>
                  </a:lnTo>
                  <a:lnTo>
                    <a:pt x="209041" y="431038"/>
                  </a:lnTo>
                  <a:lnTo>
                    <a:pt x="171323" y="417195"/>
                  </a:lnTo>
                  <a:lnTo>
                    <a:pt x="105917" y="387985"/>
                  </a:lnTo>
                  <a:lnTo>
                    <a:pt x="55245" y="356616"/>
                  </a:lnTo>
                  <a:lnTo>
                    <a:pt x="20320" y="323469"/>
                  </a:lnTo>
                  <a:lnTo>
                    <a:pt x="2286" y="288798"/>
                  </a:lnTo>
                  <a:lnTo>
                    <a:pt x="0" y="271018"/>
                  </a:lnTo>
                  <a:lnTo>
                    <a:pt x="2286" y="253111"/>
                  </a:lnTo>
                  <a:lnTo>
                    <a:pt x="20320" y="218440"/>
                  </a:lnTo>
                  <a:lnTo>
                    <a:pt x="55245" y="185293"/>
                  </a:lnTo>
                  <a:lnTo>
                    <a:pt x="105917" y="153924"/>
                  </a:lnTo>
                  <a:lnTo>
                    <a:pt x="171323" y="124713"/>
                  </a:lnTo>
                  <a:lnTo>
                    <a:pt x="209041" y="110998"/>
                  </a:lnTo>
                  <a:lnTo>
                    <a:pt x="250062" y="97790"/>
                  </a:lnTo>
                  <a:lnTo>
                    <a:pt x="294132" y="85344"/>
                  </a:lnTo>
                  <a:lnTo>
                    <a:pt x="341249" y="73533"/>
                  </a:lnTo>
                  <a:lnTo>
                    <a:pt x="391033" y="62484"/>
                  </a:lnTo>
                  <a:lnTo>
                    <a:pt x="443611" y="52324"/>
                  </a:lnTo>
                  <a:lnTo>
                    <a:pt x="498601" y="42799"/>
                  </a:lnTo>
                  <a:lnTo>
                    <a:pt x="556006" y="34162"/>
                  </a:lnTo>
                  <a:lnTo>
                    <a:pt x="615696" y="26543"/>
                  </a:lnTo>
                  <a:lnTo>
                    <a:pt x="677417" y="19685"/>
                  </a:lnTo>
                  <a:lnTo>
                    <a:pt x="741045" y="13843"/>
                  </a:lnTo>
                  <a:lnTo>
                    <a:pt x="806450" y="8890"/>
                  </a:lnTo>
                  <a:lnTo>
                    <a:pt x="873633" y="5080"/>
                  </a:lnTo>
                  <a:lnTo>
                    <a:pt x="942213" y="2286"/>
                  </a:lnTo>
                  <a:lnTo>
                    <a:pt x="1012316" y="635"/>
                  </a:lnTo>
                  <a:lnTo>
                    <a:pt x="1083564" y="0"/>
                  </a:lnTo>
                  <a:lnTo>
                    <a:pt x="1154684" y="635"/>
                  </a:lnTo>
                  <a:lnTo>
                    <a:pt x="1224788" y="2286"/>
                  </a:lnTo>
                  <a:lnTo>
                    <a:pt x="1293367" y="5080"/>
                  </a:lnTo>
                  <a:lnTo>
                    <a:pt x="1360551" y="8890"/>
                  </a:lnTo>
                  <a:lnTo>
                    <a:pt x="1425956" y="13843"/>
                  </a:lnTo>
                  <a:lnTo>
                    <a:pt x="1489583" y="19685"/>
                  </a:lnTo>
                  <a:lnTo>
                    <a:pt x="1551304" y="26543"/>
                  </a:lnTo>
                  <a:lnTo>
                    <a:pt x="1610995" y="34162"/>
                  </a:lnTo>
                  <a:lnTo>
                    <a:pt x="1668399" y="42799"/>
                  </a:lnTo>
                  <a:lnTo>
                    <a:pt x="1723389" y="52324"/>
                  </a:lnTo>
                  <a:lnTo>
                    <a:pt x="1775967" y="62484"/>
                  </a:lnTo>
                  <a:lnTo>
                    <a:pt x="1825752" y="73533"/>
                  </a:lnTo>
                  <a:lnTo>
                    <a:pt x="1872869" y="85344"/>
                  </a:lnTo>
                  <a:lnTo>
                    <a:pt x="1916938" y="97790"/>
                  </a:lnTo>
                  <a:lnTo>
                    <a:pt x="1957959" y="110998"/>
                  </a:lnTo>
                  <a:lnTo>
                    <a:pt x="1995677" y="124713"/>
                  </a:lnTo>
                  <a:lnTo>
                    <a:pt x="2061083" y="153924"/>
                  </a:lnTo>
                  <a:lnTo>
                    <a:pt x="2111756" y="185293"/>
                  </a:lnTo>
                  <a:lnTo>
                    <a:pt x="2146681" y="218440"/>
                  </a:lnTo>
                  <a:lnTo>
                    <a:pt x="2164715" y="253111"/>
                  </a:lnTo>
                  <a:lnTo>
                    <a:pt x="2167001" y="271018"/>
                  </a:lnTo>
                  <a:lnTo>
                    <a:pt x="2167001" y="3831209"/>
                  </a:lnTo>
                  <a:lnTo>
                    <a:pt x="2146681" y="3883787"/>
                  </a:lnTo>
                  <a:lnTo>
                    <a:pt x="2111756" y="3916934"/>
                  </a:lnTo>
                  <a:lnTo>
                    <a:pt x="2061083" y="3948303"/>
                  </a:lnTo>
                  <a:lnTo>
                    <a:pt x="1995677" y="3977513"/>
                  </a:lnTo>
                  <a:lnTo>
                    <a:pt x="1957959" y="3991229"/>
                  </a:lnTo>
                  <a:lnTo>
                    <a:pt x="1916938" y="4004437"/>
                  </a:lnTo>
                  <a:lnTo>
                    <a:pt x="1872869" y="4016883"/>
                  </a:lnTo>
                  <a:lnTo>
                    <a:pt x="1825752" y="4028694"/>
                  </a:lnTo>
                  <a:lnTo>
                    <a:pt x="1775967" y="4039679"/>
                  </a:lnTo>
                  <a:lnTo>
                    <a:pt x="1723389" y="4049941"/>
                  </a:lnTo>
                  <a:lnTo>
                    <a:pt x="1668399" y="4059389"/>
                  </a:lnTo>
                  <a:lnTo>
                    <a:pt x="1610995" y="4068000"/>
                  </a:lnTo>
                  <a:lnTo>
                    <a:pt x="1551304" y="4075734"/>
                  </a:lnTo>
                  <a:lnTo>
                    <a:pt x="1489583" y="4082542"/>
                  </a:lnTo>
                  <a:lnTo>
                    <a:pt x="1425956" y="4088409"/>
                  </a:lnTo>
                  <a:lnTo>
                    <a:pt x="1360551" y="4093286"/>
                  </a:lnTo>
                  <a:lnTo>
                    <a:pt x="1293367" y="4097147"/>
                  </a:lnTo>
                  <a:lnTo>
                    <a:pt x="1224788" y="4099941"/>
                  </a:lnTo>
                  <a:lnTo>
                    <a:pt x="1154684" y="4101642"/>
                  </a:lnTo>
                  <a:lnTo>
                    <a:pt x="1083564" y="4102227"/>
                  </a:lnTo>
                  <a:lnTo>
                    <a:pt x="1012316" y="4101642"/>
                  </a:lnTo>
                  <a:lnTo>
                    <a:pt x="942213" y="4099941"/>
                  </a:lnTo>
                  <a:lnTo>
                    <a:pt x="873633" y="4097147"/>
                  </a:lnTo>
                  <a:lnTo>
                    <a:pt x="806450" y="4093286"/>
                  </a:lnTo>
                  <a:lnTo>
                    <a:pt x="741045" y="4088409"/>
                  </a:lnTo>
                  <a:lnTo>
                    <a:pt x="677417" y="4082542"/>
                  </a:lnTo>
                  <a:lnTo>
                    <a:pt x="615696" y="4075734"/>
                  </a:lnTo>
                  <a:lnTo>
                    <a:pt x="556006" y="4068000"/>
                  </a:lnTo>
                  <a:lnTo>
                    <a:pt x="498601" y="4059389"/>
                  </a:lnTo>
                  <a:lnTo>
                    <a:pt x="443611" y="4049941"/>
                  </a:lnTo>
                  <a:lnTo>
                    <a:pt x="391033" y="4039679"/>
                  </a:lnTo>
                  <a:lnTo>
                    <a:pt x="341249" y="4028694"/>
                  </a:lnTo>
                  <a:lnTo>
                    <a:pt x="294132" y="4016883"/>
                  </a:lnTo>
                  <a:lnTo>
                    <a:pt x="250062" y="4004437"/>
                  </a:lnTo>
                  <a:lnTo>
                    <a:pt x="209041" y="3991229"/>
                  </a:lnTo>
                  <a:lnTo>
                    <a:pt x="171323" y="3977513"/>
                  </a:lnTo>
                  <a:lnTo>
                    <a:pt x="105917" y="3948303"/>
                  </a:lnTo>
                  <a:lnTo>
                    <a:pt x="55245" y="3916934"/>
                  </a:lnTo>
                  <a:lnTo>
                    <a:pt x="20320" y="3883787"/>
                  </a:lnTo>
                  <a:lnTo>
                    <a:pt x="2286" y="3849116"/>
                  </a:lnTo>
                  <a:lnTo>
                    <a:pt x="0" y="3831209"/>
                  </a:lnTo>
                  <a:lnTo>
                    <a:pt x="0" y="271018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8975" y="2159508"/>
              <a:ext cx="1284731" cy="905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9643" y="3112008"/>
              <a:ext cx="1303020" cy="8183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9183" y="4034028"/>
              <a:ext cx="992124" cy="65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8807" y="4866131"/>
              <a:ext cx="964691" cy="7010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  <a:latin typeface="Calibri Light"/>
                <a:cs typeface="Calibri Light"/>
              </a:rPr>
              <a:t>What</a:t>
            </a:r>
            <a:r>
              <a:rPr sz="4400" spc="-204" dirty="0">
                <a:solidFill>
                  <a:srgbClr val="333D5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333D50"/>
                </a:solidFill>
                <a:latin typeface="Calibri Light"/>
                <a:cs typeface="Calibri Light"/>
              </a:rPr>
              <a:t>is</a:t>
            </a:r>
            <a:r>
              <a:rPr sz="4400" spc="-155" dirty="0">
                <a:solidFill>
                  <a:srgbClr val="333D50"/>
                </a:solidFill>
                <a:latin typeface="Calibri Light"/>
                <a:cs typeface="Calibri Light"/>
              </a:rPr>
              <a:t> </a:t>
            </a:r>
            <a:r>
              <a:rPr sz="4400" spc="-35" dirty="0">
                <a:solidFill>
                  <a:srgbClr val="333D50"/>
                </a:solidFill>
                <a:latin typeface="Calibri Light"/>
                <a:cs typeface="Calibri Light"/>
              </a:rPr>
              <a:t>Machine</a:t>
            </a:r>
            <a:r>
              <a:rPr sz="4400" spc="-210" dirty="0">
                <a:solidFill>
                  <a:srgbClr val="333D5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333D50"/>
                </a:solidFill>
                <a:latin typeface="Calibri Light"/>
                <a:cs typeface="Calibri Light"/>
              </a:rPr>
              <a:t>Learning?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58817" y="4447794"/>
            <a:ext cx="6971030" cy="105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9764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Then,</a:t>
            </a:r>
            <a:r>
              <a:rPr sz="1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devise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algorithms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800" b="1" spc="-1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execute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programs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respect</a:t>
            </a:r>
            <a:r>
              <a:rPr sz="18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underlying</a:t>
            </a:r>
            <a:r>
              <a:rPr sz="18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target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tasks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800" b="1" spc="-10" dirty="0"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5952" y="3029204"/>
            <a:ext cx="3041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Calibri"/>
                <a:cs typeface="Calibri"/>
              </a:rPr>
              <a:t>+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812" y="2365248"/>
            <a:ext cx="1320800" cy="22098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603754" y="2827985"/>
            <a:ext cx="4051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Calibri"/>
                <a:cs typeface="Calibri"/>
              </a:rPr>
              <a:t>+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2071" y="2584704"/>
            <a:ext cx="1810512" cy="18196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6159" y="1540763"/>
            <a:ext cx="2196465" cy="4131310"/>
            <a:chOff x="3566159" y="1540763"/>
            <a:chExt cx="2196465" cy="4131310"/>
          </a:xfrm>
        </p:grpSpPr>
        <p:sp>
          <p:nvSpPr>
            <p:cNvPr id="3" name="object 3"/>
            <p:cNvSpPr/>
            <p:nvPr/>
          </p:nvSpPr>
          <p:spPr>
            <a:xfrm>
              <a:off x="3580637" y="1555241"/>
              <a:ext cx="2167255" cy="4102735"/>
            </a:xfrm>
            <a:custGeom>
              <a:avLst/>
              <a:gdLst/>
              <a:ahLst/>
              <a:cxnLst/>
              <a:rect l="l" t="t" r="r" b="b"/>
              <a:pathLst>
                <a:path w="2167254" h="4102735">
                  <a:moveTo>
                    <a:pt x="2167001" y="271018"/>
                  </a:moveTo>
                  <a:lnTo>
                    <a:pt x="2146681" y="323469"/>
                  </a:lnTo>
                  <a:lnTo>
                    <a:pt x="2111756" y="356616"/>
                  </a:lnTo>
                  <a:lnTo>
                    <a:pt x="2061083" y="387985"/>
                  </a:lnTo>
                  <a:lnTo>
                    <a:pt x="1995677" y="417195"/>
                  </a:lnTo>
                  <a:lnTo>
                    <a:pt x="1957959" y="431038"/>
                  </a:lnTo>
                  <a:lnTo>
                    <a:pt x="1916938" y="444119"/>
                  </a:lnTo>
                  <a:lnTo>
                    <a:pt x="1872869" y="456565"/>
                  </a:lnTo>
                  <a:lnTo>
                    <a:pt x="1825752" y="468375"/>
                  </a:lnTo>
                  <a:lnTo>
                    <a:pt x="1775967" y="479425"/>
                  </a:lnTo>
                  <a:lnTo>
                    <a:pt x="1723389" y="489712"/>
                  </a:lnTo>
                  <a:lnTo>
                    <a:pt x="1668399" y="499110"/>
                  </a:lnTo>
                  <a:lnTo>
                    <a:pt x="1610995" y="507746"/>
                  </a:lnTo>
                  <a:lnTo>
                    <a:pt x="1551304" y="515493"/>
                  </a:lnTo>
                  <a:lnTo>
                    <a:pt x="1489583" y="522224"/>
                  </a:lnTo>
                  <a:lnTo>
                    <a:pt x="1425956" y="528066"/>
                  </a:lnTo>
                  <a:lnTo>
                    <a:pt x="1360551" y="533019"/>
                  </a:lnTo>
                  <a:lnTo>
                    <a:pt x="1293367" y="536829"/>
                  </a:lnTo>
                  <a:lnTo>
                    <a:pt x="1224788" y="539623"/>
                  </a:lnTo>
                  <a:lnTo>
                    <a:pt x="1154684" y="541401"/>
                  </a:lnTo>
                  <a:lnTo>
                    <a:pt x="1083564" y="541909"/>
                  </a:lnTo>
                  <a:lnTo>
                    <a:pt x="1012316" y="541401"/>
                  </a:lnTo>
                  <a:lnTo>
                    <a:pt x="942213" y="539623"/>
                  </a:lnTo>
                  <a:lnTo>
                    <a:pt x="873633" y="536829"/>
                  </a:lnTo>
                  <a:lnTo>
                    <a:pt x="806450" y="533019"/>
                  </a:lnTo>
                  <a:lnTo>
                    <a:pt x="741045" y="528066"/>
                  </a:lnTo>
                  <a:lnTo>
                    <a:pt x="677417" y="522224"/>
                  </a:lnTo>
                  <a:lnTo>
                    <a:pt x="615696" y="515493"/>
                  </a:lnTo>
                  <a:lnTo>
                    <a:pt x="556006" y="507746"/>
                  </a:lnTo>
                  <a:lnTo>
                    <a:pt x="498601" y="499110"/>
                  </a:lnTo>
                  <a:lnTo>
                    <a:pt x="443611" y="489712"/>
                  </a:lnTo>
                  <a:lnTo>
                    <a:pt x="391033" y="479425"/>
                  </a:lnTo>
                  <a:lnTo>
                    <a:pt x="341249" y="468375"/>
                  </a:lnTo>
                  <a:lnTo>
                    <a:pt x="294132" y="456565"/>
                  </a:lnTo>
                  <a:lnTo>
                    <a:pt x="250062" y="444119"/>
                  </a:lnTo>
                  <a:lnTo>
                    <a:pt x="209041" y="431038"/>
                  </a:lnTo>
                  <a:lnTo>
                    <a:pt x="171323" y="417195"/>
                  </a:lnTo>
                  <a:lnTo>
                    <a:pt x="105917" y="387985"/>
                  </a:lnTo>
                  <a:lnTo>
                    <a:pt x="55245" y="356616"/>
                  </a:lnTo>
                  <a:lnTo>
                    <a:pt x="20320" y="323469"/>
                  </a:lnTo>
                  <a:lnTo>
                    <a:pt x="2286" y="288798"/>
                  </a:lnTo>
                  <a:lnTo>
                    <a:pt x="0" y="271018"/>
                  </a:lnTo>
                  <a:lnTo>
                    <a:pt x="2286" y="253111"/>
                  </a:lnTo>
                  <a:lnTo>
                    <a:pt x="20320" y="218440"/>
                  </a:lnTo>
                  <a:lnTo>
                    <a:pt x="55245" y="185293"/>
                  </a:lnTo>
                  <a:lnTo>
                    <a:pt x="105917" y="153924"/>
                  </a:lnTo>
                  <a:lnTo>
                    <a:pt x="171323" y="124713"/>
                  </a:lnTo>
                  <a:lnTo>
                    <a:pt x="209041" y="110998"/>
                  </a:lnTo>
                  <a:lnTo>
                    <a:pt x="250062" y="97790"/>
                  </a:lnTo>
                  <a:lnTo>
                    <a:pt x="294132" y="85344"/>
                  </a:lnTo>
                  <a:lnTo>
                    <a:pt x="341249" y="73533"/>
                  </a:lnTo>
                  <a:lnTo>
                    <a:pt x="391033" y="62484"/>
                  </a:lnTo>
                  <a:lnTo>
                    <a:pt x="443611" y="52324"/>
                  </a:lnTo>
                  <a:lnTo>
                    <a:pt x="498601" y="42799"/>
                  </a:lnTo>
                  <a:lnTo>
                    <a:pt x="556006" y="34162"/>
                  </a:lnTo>
                  <a:lnTo>
                    <a:pt x="615696" y="26543"/>
                  </a:lnTo>
                  <a:lnTo>
                    <a:pt x="677417" y="19685"/>
                  </a:lnTo>
                  <a:lnTo>
                    <a:pt x="741045" y="13843"/>
                  </a:lnTo>
                  <a:lnTo>
                    <a:pt x="806450" y="8890"/>
                  </a:lnTo>
                  <a:lnTo>
                    <a:pt x="873633" y="5080"/>
                  </a:lnTo>
                  <a:lnTo>
                    <a:pt x="942213" y="2286"/>
                  </a:lnTo>
                  <a:lnTo>
                    <a:pt x="1012316" y="635"/>
                  </a:lnTo>
                  <a:lnTo>
                    <a:pt x="1083564" y="0"/>
                  </a:lnTo>
                  <a:lnTo>
                    <a:pt x="1154684" y="635"/>
                  </a:lnTo>
                  <a:lnTo>
                    <a:pt x="1224788" y="2286"/>
                  </a:lnTo>
                  <a:lnTo>
                    <a:pt x="1293367" y="5080"/>
                  </a:lnTo>
                  <a:lnTo>
                    <a:pt x="1360551" y="8890"/>
                  </a:lnTo>
                  <a:lnTo>
                    <a:pt x="1425956" y="13843"/>
                  </a:lnTo>
                  <a:lnTo>
                    <a:pt x="1489583" y="19685"/>
                  </a:lnTo>
                  <a:lnTo>
                    <a:pt x="1551304" y="26543"/>
                  </a:lnTo>
                  <a:lnTo>
                    <a:pt x="1610995" y="34162"/>
                  </a:lnTo>
                  <a:lnTo>
                    <a:pt x="1668399" y="42799"/>
                  </a:lnTo>
                  <a:lnTo>
                    <a:pt x="1723389" y="52324"/>
                  </a:lnTo>
                  <a:lnTo>
                    <a:pt x="1775967" y="62484"/>
                  </a:lnTo>
                  <a:lnTo>
                    <a:pt x="1825752" y="73533"/>
                  </a:lnTo>
                  <a:lnTo>
                    <a:pt x="1872869" y="85344"/>
                  </a:lnTo>
                  <a:lnTo>
                    <a:pt x="1916938" y="97790"/>
                  </a:lnTo>
                  <a:lnTo>
                    <a:pt x="1957959" y="110998"/>
                  </a:lnTo>
                  <a:lnTo>
                    <a:pt x="1995677" y="124713"/>
                  </a:lnTo>
                  <a:lnTo>
                    <a:pt x="2061083" y="153924"/>
                  </a:lnTo>
                  <a:lnTo>
                    <a:pt x="2111756" y="185293"/>
                  </a:lnTo>
                  <a:lnTo>
                    <a:pt x="2146681" y="218440"/>
                  </a:lnTo>
                  <a:lnTo>
                    <a:pt x="2164715" y="253111"/>
                  </a:lnTo>
                  <a:lnTo>
                    <a:pt x="2167001" y="271018"/>
                  </a:lnTo>
                  <a:lnTo>
                    <a:pt x="2167001" y="3831209"/>
                  </a:lnTo>
                  <a:lnTo>
                    <a:pt x="2146681" y="3883787"/>
                  </a:lnTo>
                  <a:lnTo>
                    <a:pt x="2111756" y="3916934"/>
                  </a:lnTo>
                  <a:lnTo>
                    <a:pt x="2061083" y="3948303"/>
                  </a:lnTo>
                  <a:lnTo>
                    <a:pt x="1995677" y="3977513"/>
                  </a:lnTo>
                  <a:lnTo>
                    <a:pt x="1957959" y="3991229"/>
                  </a:lnTo>
                  <a:lnTo>
                    <a:pt x="1916938" y="4004437"/>
                  </a:lnTo>
                  <a:lnTo>
                    <a:pt x="1872869" y="4016883"/>
                  </a:lnTo>
                  <a:lnTo>
                    <a:pt x="1825752" y="4028694"/>
                  </a:lnTo>
                  <a:lnTo>
                    <a:pt x="1775967" y="4039679"/>
                  </a:lnTo>
                  <a:lnTo>
                    <a:pt x="1723389" y="4049941"/>
                  </a:lnTo>
                  <a:lnTo>
                    <a:pt x="1668399" y="4059389"/>
                  </a:lnTo>
                  <a:lnTo>
                    <a:pt x="1610995" y="4068000"/>
                  </a:lnTo>
                  <a:lnTo>
                    <a:pt x="1551304" y="4075734"/>
                  </a:lnTo>
                  <a:lnTo>
                    <a:pt x="1489583" y="4082542"/>
                  </a:lnTo>
                  <a:lnTo>
                    <a:pt x="1425956" y="4088409"/>
                  </a:lnTo>
                  <a:lnTo>
                    <a:pt x="1360551" y="4093286"/>
                  </a:lnTo>
                  <a:lnTo>
                    <a:pt x="1293367" y="4097147"/>
                  </a:lnTo>
                  <a:lnTo>
                    <a:pt x="1224788" y="4099941"/>
                  </a:lnTo>
                  <a:lnTo>
                    <a:pt x="1154684" y="4101642"/>
                  </a:lnTo>
                  <a:lnTo>
                    <a:pt x="1083564" y="4102227"/>
                  </a:lnTo>
                  <a:lnTo>
                    <a:pt x="1012316" y="4101642"/>
                  </a:lnTo>
                  <a:lnTo>
                    <a:pt x="942213" y="4099941"/>
                  </a:lnTo>
                  <a:lnTo>
                    <a:pt x="873633" y="4097147"/>
                  </a:lnTo>
                  <a:lnTo>
                    <a:pt x="806450" y="4093286"/>
                  </a:lnTo>
                  <a:lnTo>
                    <a:pt x="741045" y="4088409"/>
                  </a:lnTo>
                  <a:lnTo>
                    <a:pt x="677417" y="4082542"/>
                  </a:lnTo>
                  <a:lnTo>
                    <a:pt x="615696" y="4075734"/>
                  </a:lnTo>
                  <a:lnTo>
                    <a:pt x="556006" y="4068000"/>
                  </a:lnTo>
                  <a:lnTo>
                    <a:pt x="498601" y="4059389"/>
                  </a:lnTo>
                  <a:lnTo>
                    <a:pt x="443611" y="4049941"/>
                  </a:lnTo>
                  <a:lnTo>
                    <a:pt x="391033" y="4039679"/>
                  </a:lnTo>
                  <a:lnTo>
                    <a:pt x="341249" y="4028694"/>
                  </a:lnTo>
                  <a:lnTo>
                    <a:pt x="294132" y="4016883"/>
                  </a:lnTo>
                  <a:lnTo>
                    <a:pt x="250062" y="4004437"/>
                  </a:lnTo>
                  <a:lnTo>
                    <a:pt x="209041" y="3991229"/>
                  </a:lnTo>
                  <a:lnTo>
                    <a:pt x="171323" y="3977513"/>
                  </a:lnTo>
                  <a:lnTo>
                    <a:pt x="105917" y="3948303"/>
                  </a:lnTo>
                  <a:lnTo>
                    <a:pt x="55245" y="3916934"/>
                  </a:lnTo>
                  <a:lnTo>
                    <a:pt x="20320" y="3883787"/>
                  </a:lnTo>
                  <a:lnTo>
                    <a:pt x="2286" y="3849116"/>
                  </a:lnTo>
                  <a:lnTo>
                    <a:pt x="0" y="3831209"/>
                  </a:lnTo>
                  <a:lnTo>
                    <a:pt x="0" y="271018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8975" y="2159508"/>
              <a:ext cx="1284731" cy="905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9643" y="3112008"/>
              <a:ext cx="1303020" cy="8183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9183" y="4034028"/>
              <a:ext cx="992124" cy="65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8807" y="4866131"/>
              <a:ext cx="964691" cy="7010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  <a:latin typeface="Calibri Light"/>
                <a:cs typeface="Calibri Light"/>
              </a:rPr>
              <a:t>What</a:t>
            </a:r>
            <a:r>
              <a:rPr sz="4400" spc="-204" dirty="0">
                <a:solidFill>
                  <a:srgbClr val="333D5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333D50"/>
                </a:solidFill>
                <a:latin typeface="Calibri Light"/>
                <a:cs typeface="Calibri Light"/>
              </a:rPr>
              <a:t>is</a:t>
            </a:r>
            <a:r>
              <a:rPr sz="4400" spc="-155" dirty="0">
                <a:solidFill>
                  <a:srgbClr val="333D50"/>
                </a:solidFill>
                <a:latin typeface="Calibri Light"/>
                <a:cs typeface="Calibri Light"/>
              </a:rPr>
              <a:t> </a:t>
            </a:r>
            <a:r>
              <a:rPr sz="4400" spc="-35" dirty="0">
                <a:solidFill>
                  <a:srgbClr val="333D50"/>
                </a:solidFill>
                <a:latin typeface="Calibri Light"/>
                <a:cs typeface="Calibri Light"/>
              </a:rPr>
              <a:t>Machine</a:t>
            </a:r>
            <a:r>
              <a:rPr sz="4400" spc="-210" dirty="0">
                <a:solidFill>
                  <a:srgbClr val="333D5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333D50"/>
                </a:solidFill>
                <a:latin typeface="Calibri Light"/>
                <a:cs typeface="Calibri Light"/>
              </a:rPr>
              <a:t>Learning?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58817" y="5748020"/>
            <a:ext cx="753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5952" y="3029204"/>
            <a:ext cx="3041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Calibri"/>
                <a:cs typeface="Calibri"/>
              </a:rPr>
              <a:t>+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23252" y="4672329"/>
            <a:ext cx="32950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Then,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using</a:t>
            </a:r>
            <a:r>
              <a:rPr sz="1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programs,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identify rules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812" y="2365248"/>
            <a:ext cx="1320800" cy="22098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603754" y="2827985"/>
            <a:ext cx="4051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Calibri"/>
                <a:cs typeface="Calibri"/>
              </a:rPr>
              <a:t>+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2071" y="2584704"/>
            <a:ext cx="1810512" cy="181965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752713" y="3002026"/>
            <a:ext cx="3041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Calibri"/>
                <a:cs typeface="Calibri"/>
              </a:rPr>
              <a:t>+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02852" y="1179575"/>
            <a:ext cx="1129283" cy="11292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6159" y="1540763"/>
            <a:ext cx="2265045" cy="4131310"/>
            <a:chOff x="3566159" y="1540763"/>
            <a:chExt cx="2265045" cy="4131310"/>
          </a:xfrm>
        </p:grpSpPr>
        <p:sp>
          <p:nvSpPr>
            <p:cNvPr id="3" name="object 3"/>
            <p:cNvSpPr/>
            <p:nvPr/>
          </p:nvSpPr>
          <p:spPr>
            <a:xfrm>
              <a:off x="3580637" y="1555241"/>
              <a:ext cx="2235835" cy="4102735"/>
            </a:xfrm>
            <a:custGeom>
              <a:avLst/>
              <a:gdLst/>
              <a:ahLst/>
              <a:cxnLst/>
              <a:rect l="l" t="t" r="r" b="b"/>
              <a:pathLst>
                <a:path w="2235835" h="4102735">
                  <a:moveTo>
                    <a:pt x="2235581" y="271018"/>
                  </a:moveTo>
                  <a:lnTo>
                    <a:pt x="2214626" y="323469"/>
                  </a:lnTo>
                  <a:lnTo>
                    <a:pt x="2178558" y="356616"/>
                  </a:lnTo>
                  <a:lnTo>
                    <a:pt x="2126234" y="387985"/>
                  </a:lnTo>
                  <a:lnTo>
                    <a:pt x="2058924" y="417195"/>
                  </a:lnTo>
                  <a:lnTo>
                    <a:pt x="2019935" y="431038"/>
                  </a:lnTo>
                  <a:lnTo>
                    <a:pt x="1977644" y="444119"/>
                  </a:lnTo>
                  <a:lnTo>
                    <a:pt x="1932051" y="456565"/>
                  </a:lnTo>
                  <a:lnTo>
                    <a:pt x="1883537" y="468375"/>
                  </a:lnTo>
                  <a:lnTo>
                    <a:pt x="1832102" y="479425"/>
                  </a:lnTo>
                  <a:lnTo>
                    <a:pt x="1777873" y="489712"/>
                  </a:lnTo>
                  <a:lnTo>
                    <a:pt x="1721103" y="499110"/>
                  </a:lnTo>
                  <a:lnTo>
                    <a:pt x="1661922" y="507746"/>
                  </a:lnTo>
                  <a:lnTo>
                    <a:pt x="1600453" y="515493"/>
                  </a:lnTo>
                  <a:lnTo>
                    <a:pt x="1536827" y="522224"/>
                  </a:lnTo>
                  <a:lnTo>
                    <a:pt x="1471040" y="528066"/>
                  </a:lnTo>
                  <a:lnTo>
                    <a:pt x="1403603" y="533019"/>
                  </a:lnTo>
                  <a:lnTo>
                    <a:pt x="1334262" y="536829"/>
                  </a:lnTo>
                  <a:lnTo>
                    <a:pt x="1263523" y="539623"/>
                  </a:lnTo>
                  <a:lnTo>
                    <a:pt x="1191260" y="541401"/>
                  </a:lnTo>
                  <a:lnTo>
                    <a:pt x="1117727" y="541909"/>
                  </a:lnTo>
                  <a:lnTo>
                    <a:pt x="1044321" y="541401"/>
                  </a:lnTo>
                  <a:lnTo>
                    <a:pt x="972058" y="539623"/>
                  </a:lnTo>
                  <a:lnTo>
                    <a:pt x="901319" y="536829"/>
                  </a:lnTo>
                  <a:lnTo>
                    <a:pt x="831976" y="533019"/>
                  </a:lnTo>
                  <a:lnTo>
                    <a:pt x="764539" y="528066"/>
                  </a:lnTo>
                  <a:lnTo>
                    <a:pt x="698753" y="522224"/>
                  </a:lnTo>
                  <a:lnTo>
                    <a:pt x="635126" y="515493"/>
                  </a:lnTo>
                  <a:lnTo>
                    <a:pt x="573659" y="507746"/>
                  </a:lnTo>
                  <a:lnTo>
                    <a:pt x="514350" y="499110"/>
                  </a:lnTo>
                  <a:lnTo>
                    <a:pt x="457581" y="489712"/>
                  </a:lnTo>
                  <a:lnTo>
                    <a:pt x="403478" y="479425"/>
                  </a:lnTo>
                  <a:lnTo>
                    <a:pt x="352044" y="468375"/>
                  </a:lnTo>
                  <a:lnTo>
                    <a:pt x="303529" y="456565"/>
                  </a:lnTo>
                  <a:lnTo>
                    <a:pt x="257937" y="444119"/>
                  </a:lnTo>
                  <a:lnTo>
                    <a:pt x="215646" y="431038"/>
                  </a:lnTo>
                  <a:lnTo>
                    <a:pt x="176657" y="417195"/>
                  </a:lnTo>
                  <a:lnTo>
                    <a:pt x="109347" y="387985"/>
                  </a:lnTo>
                  <a:lnTo>
                    <a:pt x="57023" y="356616"/>
                  </a:lnTo>
                  <a:lnTo>
                    <a:pt x="20954" y="323469"/>
                  </a:lnTo>
                  <a:lnTo>
                    <a:pt x="2412" y="288798"/>
                  </a:lnTo>
                  <a:lnTo>
                    <a:pt x="0" y="271018"/>
                  </a:lnTo>
                  <a:lnTo>
                    <a:pt x="2412" y="253111"/>
                  </a:lnTo>
                  <a:lnTo>
                    <a:pt x="20954" y="218440"/>
                  </a:lnTo>
                  <a:lnTo>
                    <a:pt x="57023" y="185293"/>
                  </a:lnTo>
                  <a:lnTo>
                    <a:pt x="109347" y="153924"/>
                  </a:lnTo>
                  <a:lnTo>
                    <a:pt x="176657" y="124713"/>
                  </a:lnTo>
                  <a:lnTo>
                    <a:pt x="215646" y="110998"/>
                  </a:lnTo>
                  <a:lnTo>
                    <a:pt x="257937" y="97790"/>
                  </a:lnTo>
                  <a:lnTo>
                    <a:pt x="303529" y="85344"/>
                  </a:lnTo>
                  <a:lnTo>
                    <a:pt x="352044" y="73533"/>
                  </a:lnTo>
                  <a:lnTo>
                    <a:pt x="403478" y="62484"/>
                  </a:lnTo>
                  <a:lnTo>
                    <a:pt x="457581" y="52324"/>
                  </a:lnTo>
                  <a:lnTo>
                    <a:pt x="514350" y="42799"/>
                  </a:lnTo>
                  <a:lnTo>
                    <a:pt x="573659" y="34162"/>
                  </a:lnTo>
                  <a:lnTo>
                    <a:pt x="635126" y="26543"/>
                  </a:lnTo>
                  <a:lnTo>
                    <a:pt x="698753" y="19685"/>
                  </a:lnTo>
                  <a:lnTo>
                    <a:pt x="764539" y="13843"/>
                  </a:lnTo>
                  <a:lnTo>
                    <a:pt x="831976" y="8890"/>
                  </a:lnTo>
                  <a:lnTo>
                    <a:pt x="901319" y="5080"/>
                  </a:lnTo>
                  <a:lnTo>
                    <a:pt x="972058" y="2286"/>
                  </a:lnTo>
                  <a:lnTo>
                    <a:pt x="1044321" y="635"/>
                  </a:lnTo>
                  <a:lnTo>
                    <a:pt x="1117727" y="0"/>
                  </a:lnTo>
                  <a:lnTo>
                    <a:pt x="1191260" y="635"/>
                  </a:lnTo>
                  <a:lnTo>
                    <a:pt x="1263523" y="2286"/>
                  </a:lnTo>
                  <a:lnTo>
                    <a:pt x="1334262" y="5080"/>
                  </a:lnTo>
                  <a:lnTo>
                    <a:pt x="1403603" y="8890"/>
                  </a:lnTo>
                  <a:lnTo>
                    <a:pt x="1471040" y="13843"/>
                  </a:lnTo>
                  <a:lnTo>
                    <a:pt x="1536827" y="19685"/>
                  </a:lnTo>
                  <a:lnTo>
                    <a:pt x="1600453" y="26543"/>
                  </a:lnTo>
                  <a:lnTo>
                    <a:pt x="1661922" y="34162"/>
                  </a:lnTo>
                  <a:lnTo>
                    <a:pt x="1721103" y="42799"/>
                  </a:lnTo>
                  <a:lnTo>
                    <a:pt x="1777873" y="52324"/>
                  </a:lnTo>
                  <a:lnTo>
                    <a:pt x="1832102" y="62484"/>
                  </a:lnTo>
                  <a:lnTo>
                    <a:pt x="1883537" y="73533"/>
                  </a:lnTo>
                  <a:lnTo>
                    <a:pt x="1932051" y="85344"/>
                  </a:lnTo>
                  <a:lnTo>
                    <a:pt x="1977644" y="97790"/>
                  </a:lnTo>
                  <a:lnTo>
                    <a:pt x="2019935" y="110998"/>
                  </a:lnTo>
                  <a:lnTo>
                    <a:pt x="2058924" y="124713"/>
                  </a:lnTo>
                  <a:lnTo>
                    <a:pt x="2126234" y="153924"/>
                  </a:lnTo>
                  <a:lnTo>
                    <a:pt x="2178558" y="185293"/>
                  </a:lnTo>
                  <a:lnTo>
                    <a:pt x="2214626" y="218440"/>
                  </a:lnTo>
                  <a:lnTo>
                    <a:pt x="2233167" y="253111"/>
                  </a:lnTo>
                  <a:lnTo>
                    <a:pt x="2235581" y="271018"/>
                  </a:lnTo>
                  <a:lnTo>
                    <a:pt x="2235581" y="3831209"/>
                  </a:lnTo>
                  <a:lnTo>
                    <a:pt x="2214626" y="3883787"/>
                  </a:lnTo>
                  <a:lnTo>
                    <a:pt x="2178558" y="3916934"/>
                  </a:lnTo>
                  <a:lnTo>
                    <a:pt x="2126234" y="3948303"/>
                  </a:lnTo>
                  <a:lnTo>
                    <a:pt x="2058924" y="3977513"/>
                  </a:lnTo>
                  <a:lnTo>
                    <a:pt x="2019935" y="3991229"/>
                  </a:lnTo>
                  <a:lnTo>
                    <a:pt x="1977644" y="4004437"/>
                  </a:lnTo>
                  <a:lnTo>
                    <a:pt x="1932051" y="4016883"/>
                  </a:lnTo>
                  <a:lnTo>
                    <a:pt x="1883537" y="4028694"/>
                  </a:lnTo>
                  <a:lnTo>
                    <a:pt x="1832102" y="4039679"/>
                  </a:lnTo>
                  <a:lnTo>
                    <a:pt x="1777873" y="4049941"/>
                  </a:lnTo>
                  <a:lnTo>
                    <a:pt x="1721103" y="4059389"/>
                  </a:lnTo>
                  <a:lnTo>
                    <a:pt x="1661922" y="4068000"/>
                  </a:lnTo>
                  <a:lnTo>
                    <a:pt x="1600453" y="4075734"/>
                  </a:lnTo>
                  <a:lnTo>
                    <a:pt x="1536827" y="4082542"/>
                  </a:lnTo>
                  <a:lnTo>
                    <a:pt x="1471040" y="4088409"/>
                  </a:lnTo>
                  <a:lnTo>
                    <a:pt x="1403603" y="4093286"/>
                  </a:lnTo>
                  <a:lnTo>
                    <a:pt x="1334262" y="4097147"/>
                  </a:lnTo>
                  <a:lnTo>
                    <a:pt x="1263523" y="4099941"/>
                  </a:lnTo>
                  <a:lnTo>
                    <a:pt x="1191260" y="4101642"/>
                  </a:lnTo>
                  <a:lnTo>
                    <a:pt x="1117727" y="4102227"/>
                  </a:lnTo>
                  <a:lnTo>
                    <a:pt x="1044321" y="4101642"/>
                  </a:lnTo>
                  <a:lnTo>
                    <a:pt x="972058" y="4099941"/>
                  </a:lnTo>
                  <a:lnTo>
                    <a:pt x="901319" y="4097147"/>
                  </a:lnTo>
                  <a:lnTo>
                    <a:pt x="831976" y="4093286"/>
                  </a:lnTo>
                  <a:lnTo>
                    <a:pt x="764539" y="4088409"/>
                  </a:lnTo>
                  <a:lnTo>
                    <a:pt x="698753" y="4082542"/>
                  </a:lnTo>
                  <a:lnTo>
                    <a:pt x="635126" y="4075734"/>
                  </a:lnTo>
                  <a:lnTo>
                    <a:pt x="573659" y="4068000"/>
                  </a:lnTo>
                  <a:lnTo>
                    <a:pt x="514350" y="4059389"/>
                  </a:lnTo>
                  <a:lnTo>
                    <a:pt x="457581" y="4049941"/>
                  </a:lnTo>
                  <a:lnTo>
                    <a:pt x="403478" y="4039679"/>
                  </a:lnTo>
                  <a:lnTo>
                    <a:pt x="352044" y="4028694"/>
                  </a:lnTo>
                  <a:lnTo>
                    <a:pt x="303529" y="4016883"/>
                  </a:lnTo>
                  <a:lnTo>
                    <a:pt x="257937" y="4004437"/>
                  </a:lnTo>
                  <a:lnTo>
                    <a:pt x="215646" y="3991229"/>
                  </a:lnTo>
                  <a:lnTo>
                    <a:pt x="176657" y="3977513"/>
                  </a:lnTo>
                  <a:lnTo>
                    <a:pt x="109347" y="3948303"/>
                  </a:lnTo>
                  <a:lnTo>
                    <a:pt x="57023" y="3916934"/>
                  </a:lnTo>
                  <a:lnTo>
                    <a:pt x="20954" y="3883787"/>
                  </a:lnTo>
                  <a:lnTo>
                    <a:pt x="2412" y="3849116"/>
                  </a:lnTo>
                  <a:lnTo>
                    <a:pt x="0" y="3831209"/>
                  </a:lnTo>
                  <a:lnTo>
                    <a:pt x="0" y="271018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2691" y="2159508"/>
              <a:ext cx="1325880" cy="905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3359" y="3112008"/>
              <a:ext cx="1344167" cy="8183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7471" y="4034028"/>
              <a:ext cx="1022603" cy="65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8619" y="4866131"/>
              <a:ext cx="995172" cy="7010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4258817" y="5755640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Dataset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5952" y="3045968"/>
            <a:ext cx="344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Times New Roman"/>
                <a:cs typeface="Times New Roman"/>
              </a:rPr>
              <a:t>+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2713" y="4400804"/>
            <a:ext cx="2512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Extract</a:t>
            </a:r>
            <a:r>
              <a:rPr sz="18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required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patterns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812" y="2365248"/>
            <a:ext cx="1362456" cy="22098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603754" y="2850845"/>
            <a:ext cx="4603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Times New Roman"/>
                <a:cs typeface="Times New Roman"/>
              </a:rPr>
              <a:t>+</a:t>
            </a:r>
            <a:endParaRPr sz="60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2071" y="2584704"/>
            <a:ext cx="1866900" cy="181965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752713" y="3018789"/>
            <a:ext cx="344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Times New Roman"/>
                <a:cs typeface="Times New Roman"/>
              </a:rPr>
              <a:t>+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02852" y="1179575"/>
            <a:ext cx="1164336" cy="11292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75647" y="2971800"/>
            <a:ext cx="1031748" cy="9997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6159" y="1540763"/>
            <a:ext cx="2292350" cy="4131310"/>
            <a:chOff x="3566159" y="1540763"/>
            <a:chExt cx="2292350" cy="4131310"/>
          </a:xfrm>
        </p:grpSpPr>
        <p:sp>
          <p:nvSpPr>
            <p:cNvPr id="3" name="object 3"/>
            <p:cNvSpPr/>
            <p:nvPr/>
          </p:nvSpPr>
          <p:spPr>
            <a:xfrm>
              <a:off x="3580637" y="1555241"/>
              <a:ext cx="2263140" cy="4102735"/>
            </a:xfrm>
            <a:custGeom>
              <a:avLst/>
              <a:gdLst/>
              <a:ahLst/>
              <a:cxnLst/>
              <a:rect l="l" t="t" r="r" b="b"/>
              <a:pathLst>
                <a:path w="2263140" h="4102735">
                  <a:moveTo>
                    <a:pt x="2263013" y="271018"/>
                  </a:moveTo>
                  <a:lnTo>
                    <a:pt x="2241804" y="323469"/>
                  </a:lnTo>
                  <a:lnTo>
                    <a:pt x="2205354" y="356616"/>
                  </a:lnTo>
                  <a:lnTo>
                    <a:pt x="2152396" y="387985"/>
                  </a:lnTo>
                  <a:lnTo>
                    <a:pt x="2084197" y="417195"/>
                  </a:lnTo>
                  <a:lnTo>
                    <a:pt x="2044700" y="431038"/>
                  </a:lnTo>
                  <a:lnTo>
                    <a:pt x="2001901" y="444119"/>
                  </a:lnTo>
                  <a:lnTo>
                    <a:pt x="1955800" y="456565"/>
                  </a:lnTo>
                  <a:lnTo>
                    <a:pt x="1906651" y="468375"/>
                  </a:lnTo>
                  <a:lnTo>
                    <a:pt x="1854581" y="479425"/>
                  </a:lnTo>
                  <a:lnTo>
                    <a:pt x="1799716" y="489712"/>
                  </a:lnTo>
                  <a:lnTo>
                    <a:pt x="1742313" y="499110"/>
                  </a:lnTo>
                  <a:lnTo>
                    <a:pt x="1682369" y="507746"/>
                  </a:lnTo>
                  <a:lnTo>
                    <a:pt x="1620012" y="515493"/>
                  </a:lnTo>
                  <a:lnTo>
                    <a:pt x="1555623" y="522224"/>
                  </a:lnTo>
                  <a:lnTo>
                    <a:pt x="1489202" y="528066"/>
                  </a:lnTo>
                  <a:lnTo>
                    <a:pt x="1420749" y="533019"/>
                  </a:lnTo>
                  <a:lnTo>
                    <a:pt x="1350645" y="536829"/>
                  </a:lnTo>
                  <a:lnTo>
                    <a:pt x="1279016" y="539623"/>
                  </a:lnTo>
                  <a:lnTo>
                    <a:pt x="1205864" y="541401"/>
                  </a:lnTo>
                  <a:lnTo>
                    <a:pt x="1131442" y="541909"/>
                  </a:lnTo>
                  <a:lnTo>
                    <a:pt x="1057148" y="541401"/>
                  </a:lnTo>
                  <a:lnTo>
                    <a:pt x="983996" y="539623"/>
                  </a:lnTo>
                  <a:lnTo>
                    <a:pt x="912367" y="536829"/>
                  </a:lnTo>
                  <a:lnTo>
                    <a:pt x="842263" y="533019"/>
                  </a:lnTo>
                  <a:lnTo>
                    <a:pt x="773811" y="528066"/>
                  </a:lnTo>
                  <a:lnTo>
                    <a:pt x="707389" y="522224"/>
                  </a:lnTo>
                  <a:lnTo>
                    <a:pt x="642874" y="515493"/>
                  </a:lnTo>
                  <a:lnTo>
                    <a:pt x="580644" y="507746"/>
                  </a:lnTo>
                  <a:lnTo>
                    <a:pt x="520700" y="499110"/>
                  </a:lnTo>
                  <a:lnTo>
                    <a:pt x="463296" y="489712"/>
                  </a:lnTo>
                  <a:lnTo>
                    <a:pt x="408432" y="479425"/>
                  </a:lnTo>
                  <a:lnTo>
                    <a:pt x="356362" y="468375"/>
                  </a:lnTo>
                  <a:lnTo>
                    <a:pt x="307213" y="456565"/>
                  </a:lnTo>
                  <a:lnTo>
                    <a:pt x="261112" y="444119"/>
                  </a:lnTo>
                  <a:lnTo>
                    <a:pt x="218312" y="431038"/>
                  </a:lnTo>
                  <a:lnTo>
                    <a:pt x="178815" y="417195"/>
                  </a:lnTo>
                  <a:lnTo>
                    <a:pt x="110616" y="387985"/>
                  </a:lnTo>
                  <a:lnTo>
                    <a:pt x="57658" y="356616"/>
                  </a:lnTo>
                  <a:lnTo>
                    <a:pt x="21209" y="323469"/>
                  </a:lnTo>
                  <a:lnTo>
                    <a:pt x="2412" y="288798"/>
                  </a:lnTo>
                  <a:lnTo>
                    <a:pt x="0" y="271018"/>
                  </a:lnTo>
                  <a:lnTo>
                    <a:pt x="2412" y="253111"/>
                  </a:lnTo>
                  <a:lnTo>
                    <a:pt x="21209" y="218440"/>
                  </a:lnTo>
                  <a:lnTo>
                    <a:pt x="57658" y="185293"/>
                  </a:lnTo>
                  <a:lnTo>
                    <a:pt x="110616" y="153924"/>
                  </a:lnTo>
                  <a:lnTo>
                    <a:pt x="178815" y="124713"/>
                  </a:lnTo>
                  <a:lnTo>
                    <a:pt x="218312" y="110998"/>
                  </a:lnTo>
                  <a:lnTo>
                    <a:pt x="261112" y="97790"/>
                  </a:lnTo>
                  <a:lnTo>
                    <a:pt x="307213" y="85344"/>
                  </a:lnTo>
                  <a:lnTo>
                    <a:pt x="356362" y="73533"/>
                  </a:lnTo>
                  <a:lnTo>
                    <a:pt x="408432" y="62484"/>
                  </a:lnTo>
                  <a:lnTo>
                    <a:pt x="463296" y="52324"/>
                  </a:lnTo>
                  <a:lnTo>
                    <a:pt x="520700" y="42799"/>
                  </a:lnTo>
                  <a:lnTo>
                    <a:pt x="580644" y="34162"/>
                  </a:lnTo>
                  <a:lnTo>
                    <a:pt x="642874" y="26543"/>
                  </a:lnTo>
                  <a:lnTo>
                    <a:pt x="707389" y="19685"/>
                  </a:lnTo>
                  <a:lnTo>
                    <a:pt x="773811" y="13843"/>
                  </a:lnTo>
                  <a:lnTo>
                    <a:pt x="842263" y="8890"/>
                  </a:lnTo>
                  <a:lnTo>
                    <a:pt x="912367" y="5080"/>
                  </a:lnTo>
                  <a:lnTo>
                    <a:pt x="983996" y="2286"/>
                  </a:lnTo>
                  <a:lnTo>
                    <a:pt x="1057148" y="635"/>
                  </a:lnTo>
                  <a:lnTo>
                    <a:pt x="1131442" y="0"/>
                  </a:lnTo>
                  <a:lnTo>
                    <a:pt x="1205864" y="635"/>
                  </a:lnTo>
                  <a:lnTo>
                    <a:pt x="1279016" y="2286"/>
                  </a:lnTo>
                  <a:lnTo>
                    <a:pt x="1350645" y="5080"/>
                  </a:lnTo>
                  <a:lnTo>
                    <a:pt x="1420749" y="8890"/>
                  </a:lnTo>
                  <a:lnTo>
                    <a:pt x="1489202" y="13843"/>
                  </a:lnTo>
                  <a:lnTo>
                    <a:pt x="1555623" y="19685"/>
                  </a:lnTo>
                  <a:lnTo>
                    <a:pt x="1620012" y="26543"/>
                  </a:lnTo>
                  <a:lnTo>
                    <a:pt x="1682369" y="34162"/>
                  </a:lnTo>
                  <a:lnTo>
                    <a:pt x="1742313" y="42799"/>
                  </a:lnTo>
                  <a:lnTo>
                    <a:pt x="1799716" y="52324"/>
                  </a:lnTo>
                  <a:lnTo>
                    <a:pt x="1854581" y="62484"/>
                  </a:lnTo>
                  <a:lnTo>
                    <a:pt x="1906651" y="73533"/>
                  </a:lnTo>
                  <a:lnTo>
                    <a:pt x="1955800" y="85344"/>
                  </a:lnTo>
                  <a:lnTo>
                    <a:pt x="2001901" y="97790"/>
                  </a:lnTo>
                  <a:lnTo>
                    <a:pt x="2044700" y="110998"/>
                  </a:lnTo>
                  <a:lnTo>
                    <a:pt x="2084197" y="124713"/>
                  </a:lnTo>
                  <a:lnTo>
                    <a:pt x="2152396" y="153924"/>
                  </a:lnTo>
                  <a:lnTo>
                    <a:pt x="2205354" y="185293"/>
                  </a:lnTo>
                  <a:lnTo>
                    <a:pt x="2241804" y="218440"/>
                  </a:lnTo>
                  <a:lnTo>
                    <a:pt x="2260600" y="253111"/>
                  </a:lnTo>
                  <a:lnTo>
                    <a:pt x="2263013" y="271018"/>
                  </a:lnTo>
                  <a:lnTo>
                    <a:pt x="2263013" y="3831209"/>
                  </a:lnTo>
                  <a:lnTo>
                    <a:pt x="2241804" y="3883787"/>
                  </a:lnTo>
                  <a:lnTo>
                    <a:pt x="2205354" y="3916934"/>
                  </a:lnTo>
                  <a:lnTo>
                    <a:pt x="2152396" y="3948303"/>
                  </a:lnTo>
                  <a:lnTo>
                    <a:pt x="2084197" y="3977513"/>
                  </a:lnTo>
                  <a:lnTo>
                    <a:pt x="2044700" y="3991229"/>
                  </a:lnTo>
                  <a:lnTo>
                    <a:pt x="2001901" y="4004437"/>
                  </a:lnTo>
                  <a:lnTo>
                    <a:pt x="1955800" y="4016883"/>
                  </a:lnTo>
                  <a:lnTo>
                    <a:pt x="1906651" y="4028694"/>
                  </a:lnTo>
                  <a:lnTo>
                    <a:pt x="1854581" y="4039679"/>
                  </a:lnTo>
                  <a:lnTo>
                    <a:pt x="1799716" y="4049941"/>
                  </a:lnTo>
                  <a:lnTo>
                    <a:pt x="1742313" y="4059389"/>
                  </a:lnTo>
                  <a:lnTo>
                    <a:pt x="1682369" y="4068000"/>
                  </a:lnTo>
                  <a:lnTo>
                    <a:pt x="1620012" y="4075734"/>
                  </a:lnTo>
                  <a:lnTo>
                    <a:pt x="1555623" y="4082542"/>
                  </a:lnTo>
                  <a:lnTo>
                    <a:pt x="1489202" y="4088409"/>
                  </a:lnTo>
                  <a:lnTo>
                    <a:pt x="1420749" y="4093286"/>
                  </a:lnTo>
                  <a:lnTo>
                    <a:pt x="1350645" y="4097147"/>
                  </a:lnTo>
                  <a:lnTo>
                    <a:pt x="1279016" y="4099941"/>
                  </a:lnTo>
                  <a:lnTo>
                    <a:pt x="1205864" y="4101642"/>
                  </a:lnTo>
                  <a:lnTo>
                    <a:pt x="1131442" y="4102227"/>
                  </a:lnTo>
                  <a:lnTo>
                    <a:pt x="1057148" y="4101642"/>
                  </a:lnTo>
                  <a:lnTo>
                    <a:pt x="983996" y="4099941"/>
                  </a:lnTo>
                  <a:lnTo>
                    <a:pt x="912367" y="4097147"/>
                  </a:lnTo>
                  <a:lnTo>
                    <a:pt x="842263" y="4093286"/>
                  </a:lnTo>
                  <a:lnTo>
                    <a:pt x="773811" y="4088409"/>
                  </a:lnTo>
                  <a:lnTo>
                    <a:pt x="707389" y="4082542"/>
                  </a:lnTo>
                  <a:lnTo>
                    <a:pt x="642874" y="4075734"/>
                  </a:lnTo>
                  <a:lnTo>
                    <a:pt x="580644" y="4068000"/>
                  </a:lnTo>
                  <a:lnTo>
                    <a:pt x="520700" y="4059389"/>
                  </a:lnTo>
                  <a:lnTo>
                    <a:pt x="463296" y="4049941"/>
                  </a:lnTo>
                  <a:lnTo>
                    <a:pt x="408432" y="4039679"/>
                  </a:lnTo>
                  <a:lnTo>
                    <a:pt x="356362" y="4028694"/>
                  </a:lnTo>
                  <a:lnTo>
                    <a:pt x="307213" y="4016883"/>
                  </a:lnTo>
                  <a:lnTo>
                    <a:pt x="261112" y="4004437"/>
                  </a:lnTo>
                  <a:lnTo>
                    <a:pt x="218312" y="3991229"/>
                  </a:lnTo>
                  <a:lnTo>
                    <a:pt x="178815" y="3977513"/>
                  </a:lnTo>
                  <a:lnTo>
                    <a:pt x="110616" y="3948303"/>
                  </a:lnTo>
                  <a:lnTo>
                    <a:pt x="57658" y="3916934"/>
                  </a:lnTo>
                  <a:lnTo>
                    <a:pt x="21209" y="3883787"/>
                  </a:lnTo>
                  <a:lnTo>
                    <a:pt x="2412" y="3849116"/>
                  </a:lnTo>
                  <a:lnTo>
                    <a:pt x="0" y="3831209"/>
                  </a:lnTo>
                  <a:lnTo>
                    <a:pt x="0" y="271018"/>
                  </a:lnTo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8787" y="2159508"/>
              <a:ext cx="1341119" cy="905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9455" y="3112008"/>
              <a:ext cx="1360931" cy="8183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5091" y="4034028"/>
              <a:ext cx="1034796" cy="65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6239" y="4866131"/>
              <a:ext cx="1007363" cy="7010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</a:rPr>
              <a:t>What</a:t>
            </a:r>
            <a:r>
              <a:rPr sz="4400" spc="-225" dirty="0">
                <a:solidFill>
                  <a:srgbClr val="333D50"/>
                </a:solidFill>
              </a:rPr>
              <a:t> </a:t>
            </a:r>
            <a:r>
              <a:rPr sz="4400" dirty="0">
                <a:solidFill>
                  <a:srgbClr val="333D50"/>
                </a:solidFill>
              </a:rPr>
              <a:t>is</a:t>
            </a:r>
            <a:r>
              <a:rPr sz="4400" spc="-150" dirty="0">
                <a:solidFill>
                  <a:srgbClr val="333D50"/>
                </a:solidFill>
              </a:rPr>
              <a:t> </a:t>
            </a:r>
            <a:r>
              <a:rPr sz="4400" spc="-30" dirty="0">
                <a:solidFill>
                  <a:srgbClr val="333D50"/>
                </a:solidFill>
              </a:rPr>
              <a:t>Machine</a:t>
            </a:r>
            <a:r>
              <a:rPr sz="4400" spc="-229" dirty="0">
                <a:solidFill>
                  <a:srgbClr val="333D50"/>
                </a:solidFill>
              </a:rPr>
              <a:t> </a:t>
            </a:r>
            <a:r>
              <a:rPr sz="4400" spc="-10" dirty="0">
                <a:solidFill>
                  <a:srgbClr val="333D50"/>
                </a:solidFill>
              </a:rPr>
              <a:t>Learning?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4258817" y="5755640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Dataset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5952" y="3045968"/>
            <a:ext cx="344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Times New Roman"/>
                <a:cs typeface="Times New Roman"/>
              </a:rPr>
              <a:t>+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43543" y="5869025"/>
            <a:ext cx="17043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Identify</a:t>
            </a:r>
            <a:r>
              <a:rPr sz="1800" b="1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relations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812" y="2365248"/>
            <a:ext cx="1379220" cy="22098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603754" y="2850845"/>
            <a:ext cx="4603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Times New Roman"/>
                <a:cs typeface="Times New Roman"/>
              </a:rPr>
              <a:t>+</a:t>
            </a:r>
            <a:endParaRPr sz="60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2071" y="2584704"/>
            <a:ext cx="1889760" cy="181965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752713" y="3018789"/>
            <a:ext cx="344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Times New Roman"/>
                <a:cs typeface="Times New Roman"/>
              </a:rPr>
              <a:t>+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02852" y="1179575"/>
            <a:ext cx="1179576" cy="11292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75647" y="2971800"/>
            <a:ext cx="1043940" cy="9997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65335" y="4130040"/>
            <a:ext cx="1559052" cy="1493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6159" y="1540763"/>
            <a:ext cx="2265045" cy="4131310"/>
            <a:chOff x="3566159" y="1540763"/>
            <a:chExt cx="2265045" cy="4131310"/>
          </a:xfrm>
        </p:grpSpPr>
        <p:sp>
          <p:nvSpPr>
            <p:cNvPr id="3" name="object 3"/>
            <p:cNvSpPr/>
            <p:nvPr/>
          </p:nvSpPr>
          <p:spPr>
            <a:xfrm>
              <a:off x="3580637" y="1555241"/>
              <a:ext cx="2235835" cy="4102735"/>
            </a:xfrm>
            <a:custGeom>
              <a:avLst/>
              <a:gdLst/>
              <a:ahLst/>
              <a:cxnLst/>
              <a:rect l="l" t="t" r="r" b="b"/>
              <a:pathLst>
                <a:path w="2235835" h="4102735">
                  <a:moveTo>
                    <a:pt x="2235581" y="271018"/>
                  </a:moveTo>
                  <a:lnTo>
                    <a:pt x="2214626" y="323469"/>
                  </a:lnTo>
                  <a:lnTo>
                    <a:pt x="2178558" y="356616"/>
                  </a:lnTo>
                  <a:lnTo>
                    <a:pt x="2126234" y="387985"/>
                  </a:lnTo>
                  <a:lnTo>
                    <a:pt x="2058924" y="417195"/>
                  </a:lnTo>
                  <a:lnTo>
                    <a:pt x="2019935" y="431038"/>
                  </a:lnTo>
                  <a:lnTo>
                    <a:pt x="1977644" y="444119"/>
                  </a:lnTo>
                  <a:lnTo>
                    <a:pt x="1932051" y="456565"/>
                  </a:lnTo>
                  <a:lnTo>
                    <a:pt x="1883537" y="468375"/>
                  </a:lnTo>
                  <a:lnTo>
                    <a:pt x="1832102" y="479425"/>
                  </a:lnTo>
                  <a:lnTo>
                    <a:pt x="1777873" y="489712"/>
                  </a:lnTo>
                  <a:lnTo>
                    <a:pt x="1721103" y="499110"/>
                  </a:lnTo>
                  <a:lnTo>
                    <a:pt x="1661922" y="507746"/>
                  </a:lnTo>
                  <a:lnTo>
                    <a:pt x="1600453" y="515493"/>
                  </a:lnTo>
                  <a:lnTo>
                    <a:pt x="1536827" y="522224"/>
                  </a:lnTo>
                  <a:lnTo>
                    <a:pt x="1471040" y="528066"/>
                  </a:lnTo>
                  <a:lnTo>
                    <a:pt x="1403603" y="533019"/>
                  </a:lnTo>
                  <a:lnTo>
                    <a:pt x="1334262" y="536829"/>
                  </a:lnTo>
                  <a:lnTo>
                    <a:pt x="1263523" y="539623"/>
                  </a:lnTo>
                  <a:lnTo>
                    <a:pt x="1191260" y="541401"/>
                  </a:lnTo>
                  <a:lnTo>
                    <a:pt x="1117727" y="541909"/>
                  </a:lnTo>
                  <a:lnTo>
                    <a:pt x="1044321" y="541401"/>
                  </a:lnTo>
                  <a:lnTo>
                    <a:pt x="972058" y="539623"/>
                  </a:lnTo>
                  <a:lnTo>
                    <a:pt x="901319" y="536829"/>
                  </a:lnTo>
                  <a:lnTo>
                    <a:pt x="831976" y="533019"/>
                  </a:lnTo>
                  <a:lnTo>
                    <a:pt x="764539" y="528066"/>
                  </a:lnTo>
                  <a:lnTo>
                    <a:pt x="698753" y="522224"/>
                  </a:lnTo>
                  <a:lnTo>
                    <a:pt x="635126" y="515493"/>
                  </a:lnTo>
                  <a:lnTo>
                    <a:pt x="573659" y="507746"/>
                  </a:lnTo>
                  <a:lnTo>
                    <a:pt x="514350" y="499110"/>
                  </a:lnTo>
                  <a:lnTo>
                    <a:pt x="457581" y="489712"/>
                  </a:lnTo>
                  <a:lnTo>
                    <a:pt x="403478" y="479425"/>
                  </a:lnTo>
                  <a:lnTo>
                    <a:pt x="352044" y="468375"/>
                  </a:lnTo>
                  <a:lnTo>
                    <a:pt x="303529" y="456565"/>
                  </a:lnTo>
                  <a:lnTo>
                    <a:pt x="257937" y="444119"/>
                  </a:lnTo>
                  <a:lnTo>
                    <a:pt x="215646" y="431038"/>
                  </a:lnTo>
                  <a:lnTo>
                    <a:pt x="176657" y="417195"/>
                  </a:lnTo>
                  <a:lnTo>
                    <a:pt x="109347" y="387985"/>
                  </a:lnTo>
                  <a:lnTo>
                    <a:pt x="57023" y="356616"/>
                  </a:lnTo>
                  <a:lnTo>
                    <a:pt x="20954" y="323469"/>
                  </a:lnTo>
                  <a:lnTo>
                    <a:pt x="2412" y="288798"/>
                  </a:lnTo>
                  <a:lnTo>
                    <a:pt x="0" y="271018"/>
                  </a:lnTo>
                  <a:lnTo>
                    <a:pt x="2412" y="253111"/>
                  </a:lnTo>
                  <a:lnTo>
                    <a:pt x="20954" y="218440"/>
                  </a:lnTo>
                  <a:lnTo>
                    <a:pt x="57023" y="185293"/>
                  </a:lnTo>
                  <a:lnTo>
                    <a:pt x="109347" y="153924"/>
                  </a:lnTo>
                  <a:lnTo>
                    <a:pt x="176657" y="124713"/>
                  </a:lnTo>
                  <a:lnTo>
                    <a:pt x="215646" y="110998"/>
                  </a:lnTo>
                  <a:lnTo>
                    <a:pt x="257937" y="97790"/>
                  </a:lnTo>
                  <a:lnTo>
                    <a:pt x="303529" y="85344"/>
                  </a:lnTo>
                  <a:lnTo>
                    <a:pt x="352044" y="73533"/>
                  </a:lnTo>
                  <a:lnTo>
                    <a:pt x="403478" y="62484"/>
                  </a:lnTo>
                  <a:lnTo>
                    <a:pt x="457581" y="52324"/>
                  </a:lnTo>
                  <a:lnTo>
                    <a:pt x="514350" y="42799"/>
                  </a:lnTo>
                  <a:lnTo>
                    <a:pt x="573659" y="34162"/>
                  </a:lnTo>
                  <a:lnTo>
                    <a:pt x="635126" y="26543"/>
                  </a:lnTo>
                  <a:lnTo>
                    <a:pt x="698753" y="19685"/>
                  </a:lnTo>
                  <a:lnTo>
                    <a:pt x="764539" y="13843"/>
                  </a:lnTo>
                  <a:lnTo>
                    <a:pt x="831976" y="8890"/>
                  </a:lnTo>
                  <a:lnTo>
                    <a:pt x="901319" y="5080"/>
                  </a:lnTo>
                  <a:lnTo>
                    <a:pt x="972058" y="2286"/>
                  </a:lnTo>
                  <a:lnTo>
                    <a:pt x="1044321" y="635"/>
                  </a:lnTo>
                  <a:lnTo>
                    <a:pt x="1117727" y="0"/>
                  </a:lnTo>
                  <a:lnTo>
                    <a:pt x="1191260" y="635"/>
                  </a:lnTo>
                  <a:lnTo>
                    <a:pt x="1263523" y="2286"/>
                  </a:lnTo>
                  <a:lnTo>
                    <a:pt x="1334262" y="5080"/>
                  </a:lnTo>
                  <a:lnTo>
                    <a:pt x="1403603" y="8890"/>
                  </a:lnTo>
                  <a:lnTo>
                    <a:pt x="1471040" y="13843"/>
                  </a:lnTo>
                  <a:lnTo>
                    <a:pt x="1536827" y="19685"/>
                  </a:lnTo>
                  <a:lnTo>
                    <a:pt x="1600453" y="26543"/>
                  </a:lnTo>
                  <a:lnTo>
                    <a:pt x="1661922" y="34162"/>
                  </a:lnTo>
                  <a:lnTo>
                    <a:pt x="1721103" y="42799"/>
                  </a:lnTo>
                  <a:lnTo>
                    <a:pt x="1777873" y="52324"/>
                  </a:lnTo>
                  <a:lnTo>
                    <a:pt x="1832102" y="62484"/>
                  </a:lnTo>
                  <a:lnTo>
                    <a:pt x="1883537" y="73533"/>
                  </a:lnTo>
                  <a:lnTo>
                    <a:pt x="1932051" y="85344"/>
                  </a:lnTo>
                  <a:lnTo>
                    <a:pt x="1977644" y="97790"/>
                  </a:lnTo>
                  <a:lnTo>
                    <a:pt x="2019935" y="110998"/>
                  </a:lnTo>
                  <a:lnTo>
                    <a:pt x="2058924" y="124713"/>
                  </a:lnTo>
                  <a:lnTo>
                    <a:pt x="2126234" y="153924"/>
                  </a:lnTo>
                  <a:lnTo>
                    <a:pt x="2178558" y="185293"/>
                  </a:lnTo>
                  <a:lnTo>
                    <a:pt x="2214626" y="218440"/>
                  </a:lnTo>
                  <a:lnTo>
                    <a:pt x="2233167" y="253111"/>
                  </a:lnTo>
                  <a:lnTo>
                    <a:pt x="2235581" y="271018"/>
                  </a:lnTo>
                  <a:lnTo>
                    <a:pt x="2235581" y="3831209"/>
                  </a:lnTo>
                  <a:lnTo>
                    <a:pt x="2214626" y="3883787"/>
                  </a:lnTo>
                  <a:lnTo>
                    <a:pt x="2178558" y="3916934"/>
                  </a:lnTo>
                  <a:lnTo>
                    <a:pt x="2126234" y="3948303"/>
                  </a:lnTo>
                  <a:lnTo>
                    <a:pt x="2058924" y="3977513"/>
                  </a:lnTo>
                  <a:lnTo>
                    <a:pt x="2019935" y="3991229"/>
                  </a:lnTo>
                  <a:lnTo>
                    <a:pt x="1977644" y="4004437"/>
                  </a:lnTo>
                  <a:lnTo>
                    <a:pt x="1932051" y="4016883"/>
                  </a:lnTo>
                  <a:lnTo>
                    <a:pt x="1883537" y="4028694"/>
                  </a:lnTo>
                  <a:lnTo>
                    <a:pt x="1832102" y="4039679"/>
                  </a:lnTo>
                  <a:lnTo>
                    <a:pt x="1777873" y="4049941"/>
                  </a:lnTo>
                  <a:lnTo>
                    <a:pt x="1721103" y="4059389"/>
                  </a:lnTo>
                  <a:lnTo>
                    <a:pt x="1661922" y="4068000"/>
                  </a:lnTo>
                  <a:lnTo>
                    <a:pt x="1600453" y="4075734"/>
                  </a:lnTo>
                  <a:lnTo>
                    <a:pt x="1536827" y="4082542"/>
                  </a:lnTo>
                  <a:lnTo>
                    <a:pt x="1471040" y="4088409"/>
                  </a:lnTo>
                  <a:lnTo>
                    <a:pt x="1403603" y="4093286"/>
                  </a:lnTo>
                  <a:lnTo>
                    <a:pt x="1334262" y="4097147"/>
                  </a:lnTo>
                  <a:lnTo>
                    <a:pt x="1263523" y="4099941"/>
                  </a:lnTo>
                  <a:lnTo>
                    <a:pt x="1191260" y="4101642"/>
                  </a:lnTo>
                  <a:lnTo>
                    <a:pt x="1117727" y="4102227"/>
                  </a:lnTo>
                  <a:lnTo>
                    <a:pt x="1044321" y="4101642"/>
                  </a:lnTo>
                  <a:lnTo>
                    <a:pt x="972058" y="4099941"/>
                  </a:lnTo>
                  <a:lnTo>
                    <a:pt x="901319" y="4097147"/>
                  </a:lnTo>
                  <a:lnTo>
                    <a:pt x="831976" y="4093286"/>
                  </a:lnTo>
                  <a:lnTo>
                    <a:pt x="764539" y="4088409"/>
                  </a:lnTo>
                  <a:lnTo>
                    <a:pt x="698753" y="4082542"/>
                  </a:lnTo>
                  <a:lnTo>
                    <a:pt x="635126" y="4075734"/>
                  </a:lnTo>
                  <a:lnTo>
                    <a:pt x="573659" y="4068000"/>
                  </a:lnTo>
                  <a:lnTo>
                    <a:pt x="514350" y="4059389"/>
                  </a:lnTo>
                  <a:lnTo>
                    <a:pt x="457581" y="4049941"/>
                  </a:lnTo>
                  <a:lnTo>
                    <a:pt x="403478" y="4039679"/>
                  </a:lnTo>
                  <a:lnTo>
                    <a:pt x="352044" y="4028694"/>
                  </a:lnTo>
                  <a:lnTo>
                    <a:pt x="303529" y="4016883"/>
                  </a:lnTo>
                  <a:lnTo>
                    <a:pt x="257937" y="4004437"/>
                  </a:lnTo>
                  <a:lnTo>
                    <a:pt x="215646" y="3991229"/>
                  </a:lnTo>
                  <a:lnTo>
                    <a:pt x="176657" y="3977513"/>
                  </a:lnTo>
                  <a:lnTo>
                    <a:pt x="109347" y="3948303"/>
                  </a:lnTo>
                  <a:lnTo>
                    <a:pt x="57023" y="3916934"/>
                  </a:lnTo>
                  <a:lnTo>
                    <a:pt x="20954" y="3883787"/>
                  </a:lnTo>
                  <a:lnTo>
                    <a:pt x="2412" y="3849116"/>
                  </a:lnTo>
                  <a:lnTo>
                    <a:pt x="0" y="3831209"/>
                  </a:lnTo>
                  <a:lnTo>
                    <a:pt x="0" y="271018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2691" y="2159508"/>
              <a:ext cx="1325880" cy="905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3359" y="3112008"/>
              <a:ext cx="1344167" cy="8183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7471" y="4034028"/>
              <a:ext cx="1022603" cy="65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8619" y="4866131"/>
              <a:ext cx="995172" cy="70104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42517" y="226313"/>
            <a:ext cx="61404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333D50"/>
                </a:solidFill>
                <a:latin typeface="Times New Roman"/>
                <a:cs typeface="Times New Roman"/>
              </a:rPr>
              <a:t>What</a:t>
            </a:r>
            <a:r>
              <a:rPr sz="4400" spc="-225" dirty="0">
                <a:solidFill>
                  <a:srgbClr val="333D5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333D50"/>
                </a:solidFill>
                <a:latin typeface="Times New Roman"/>
                <a:cs typeface="Times New Roman"/>
              </a:rPr>
              <a:t>is</a:t>
            </a:r>
            <a:r>
              <a:rPr sz="4400" spc="-150" dirty="0">
                <a:solidFill>
                  <a:srgbClr val="333D50"/>
                </a:solidFill>
                <a:latin typeface="Times New Roman"/>
                <a:cs typeface="Times New Roman"/>
              </a:rPr>
              <a:t> </a:t>
            </a:r>
            <a:r>
              <a:rPr sz="4400" spc="-30" dirty="0">
                <a:solidFill>
                  <a:srgbClr val="333D50"/>
                </a:solidFill>
                <a:latin typeface="Times New Roman"/>
                <a:cs typeface="Times New Roman"/>
              </a:rPr>
              <a:t>Machine</a:t>
            </a:r>
            <a:r>
              <a:rPr sz="4400" spc="-229" dirty="0">
                <a:solidFill>
                  <a:srgbClr val="333D50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333D50"/>
                </a:solidFill>
                <a:latin typeface="Times New Roman"/>
                <a:cs typeface="Times New Roman"/>
              </a:rPr>
              <a:t>Learning?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58817" y="5755640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Dataset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5952" y="3045968"/>
            <a:ext cx="344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Times New Roman"/>
                <a:cs typeface="Times New Roman"/>
              </a:rPr>
              <a:t>+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28306" y="5812637"/>
            <a:ext cx="3687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So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that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machine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can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derive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inferences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from</a:t>
            </a:r>
            <a:r>
              <a:rPr sz="1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8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812" y="2365248"/>
            <a:ext cx="1362456" cy="22098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03754" y="2850845"/>
            <a:ext cx="4603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+</a:t>
            </a:r>
            <a:endParaRPr sz="60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2071" y="2584704"/>
            <a:ext cx="1866900" cy="181965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752713" y="3018789"/>
            <a:ext cx="344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0" dirty="0">
                <a:latin typeface="Times New Roman"/>
                <a:cs typeface="Times New Roman"/>
              </a:rPr>
              <a:t>+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02852" y="1179575"/>
            <a:ext cx="1164336" cy="11292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75647" y="2971800"/>
            <a:ext cx="1031748" cy="9997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65335" y="4130040"/>
            <a:ext cx="1540764" cy="14935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047476" y="2510027"/>
            <a:ext cx="1144524" cy="165963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637901" y="2957906"/>
            <a:ext cx="41655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Times New Roman"/>
                <a:cs typeface="Times New Roman"/>
              </a:rPr>
              <a:t>=</a:t>
            </a:r>
            <a:endParaRPr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555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33D50"/>
                </a:solidFill>
              </a:rPr>
              <a:t>In</a:t>
            </a:r>
            <a:r>
              <a:rPr sz="3200" spc="-114" dirty="0">
                <a:solidFill>
                  <a:srgbClr val="333D50"/>
                </a:solidFill>
              </a:rPr>
              <a:t> </a:t>
            </a:r>
            <a:r>
              <a:rPr sz="3200" spc="-65" dirty="0">
                <a:solidFill>
                  <a:srgbClr val="333D50"/>
                </a:solidFill>
              </a:rPr>
              <a:t>summary,</a:t>
            </a:r>
            <a:r>
              <a:rPr sz="3200" spc="-190" dirty="0">
                <a:solidFill>
                  <a:srgbClr val="333D50"/>
                </a:solidFill>
              </a:rPr>
              <a:t> </a:t>
            </a:r>
            <a:r>
              <a:rPr sz="3200" dirty="0">
                <a:solidFill>
                  <a:srgbClr val="333D50"/>
                </a:solidFill>
              </a:rPr>
              <a:t>what</a:t>
            </a:r>
            <a:r>
              <a:rPr sz="3200" spc="-105" dirty="0">
                <a:solidFill>
                  <a:srgbClr val="333D50"/>
                </a:solidFill>
              </a:rPr>
              <a:t> </a:t>
            </a:r>
            <a:r>
              <a:rPr sz="3200" dirty="0">
                <a:solidFill>
                  <a:srgbClr val="333D50"/>
                </a:solidFill>
              </a:rPr>
              <a:t>is</a:t>
            </a:r>
            <a:r>
              <a:rPr sz="3200" spc="-70" dirty="0">
                <a:solidFill>
                  <a:srgbClr val="333D50"/>
                </a:solidFill>
              </a:rPr>
              <a:t> </a:t>
            </a:r>
            <a:r>
              <a:rPr sz="3200" spc="-30" dirty="0">
                <a:solidFill>
                  <a:srgbClr val="333D50"/>
                </a:solidFill>
              </a:rPr>
              <a:t>machine</a:t>
            </a:r>
            <a:r>
              <a:rPr sz="3200" spc="-170" dirty="0">
                <a:solidFill>
                  <a:srgbClr val="333D50"/>
                </a:solidFill>
              </a:rPr>
              <a:t> </a:t>
            </a:r>
            <a:r>
              <a:rPr sz="3200" spc="-10" dirty="0">
                <a:solidFill>
                  <a:srgbClr val="333D50"/>
                </a:solidFill>
              </a:rPr>
              <a:t>learning?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83386" y="1708150"/>
            <a:ext cx="4519295" cy="250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problem</a:t>
            </a: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21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appropriate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dataset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spc="-10" dirty="0">
                <a:latin typeface="Times New Roman"/>
                <a:cs typeface="Times New Roman"/>
              </a:rPr>
              <a:t>Perform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computation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learn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pattern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relations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decision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472" y="4715255"/>
            <a:ext cx="1057655" cy="105613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194304" y="4855464"/>
            <a:ext cx="668655" cy="836294"/>
            <a:chOff x="3194304" y="4855464"/>
            <a:chExt cx="668655" cy="836294"/>
          </a:xfrm>
        </p:grpSpPr>
        <p:sp>
          <p:nvSpPr>
            <p:cNvPr id="6" name="object 6"/>
            <p:cNvSpPr/>
            <p:nvPr/>
          </p:nvSpPr>
          <p:spPr>
            <a:xfrm>
              <a:off x="3200400" y="4943856"/>
              <a:ext cx="656590" cy="742315"/>
            </a:xfrm>
            <a:custGeom>
              <a:avLst/>
              <a:gdLst/>
              <a:ahLst/>
              <a:cxnLst/>
              <a:rect l="l" t="t" r="r" b="b"/>
              <a:pathLst>
                <a:path w="656589" h="742314">
                  <a:moveTo>
                    <a:pt x="656463" y="0"/>
                  </a:moveTo>
                  <a:lnTo>
                    <a:pt x="623062" y="36068"/>
                  </a:lnTo>
                  <a:lnTo>
                    <a:pt x="584326" y="51308"/>
                  </a:lnTo>
                  <a:lnTo>
                    <a:pt x="533526" y="64008"/>
                  </a:lnTo>
                  <a:lnTo>
                    <a:pt x="472566" y="73660"/>
                  </a:lnTo>
                  <a:lnTo>
                    <a:pt x="403478" y="79883"/>
                  </a:lnTo>
                  <a:lnTo>
                    <a:pt x="328295" y="82042"/>
                  </a:lnTo>
                  <a:lnTo>
                    <a:pt x="252984" y="79883"/>
                  </a:lnTo>
                  <a:lnTo>
                    <a:pt x="183896" y="73660"/>
                  </a:lnTo>
                  <a:lnTo>
                    <a:pt x="122936" y="64008"/>
                  </a:lnTo>
                  <a:lnTo>
                    <a:pt x="72136" y="51308"/>
                  </a:lnTo>
                  <a:lnTo>
                    <a:pt x="33400" y="36068"/>
                  </a:lnTo>
                  <a:lnTo>
                    <a:pt x="0" y="0"/>
                  </a:lnTo>
                  <a:lnTo>
                    <a:pt x="0" y="660095"/>
                  </a:lnTo>
                  <a:lnTo>
                    <a:pt x="33400" y="696201"/>
                  </a:lnTo>
                  <a:lnTo>
                    <a:pt x="72136" y="711441"/>
                  </a:lnTo>
                  <a:lnTo>
                    <a:pt x="122936" y="724154"/>
                  </a:lnTo>
                  <a:lnTo>
                    <a:pt x="183896" y="733844"/>
                  </a:lnTo>
                  <a:lnTo>
                    <a:pt x="252984" y="740016"/>
                  </a:lnTo>
                  <a:lnTo>
                    <a:pt x="328295" y="742188"/>
                  </a:lnTo>
                  <a:lnTo>
                    <a:pt x="403478" y="740016"/>
                  </a:lnTo>
                  <a:lnTo>
                    <a:pt x="472566" y="733844"/>
                  </a:lnTo>
                  <a:lnTo>
                    <a:pt x="533526" y="724154"/>
                  </a:lnTo>
                  <a:lnTo>
                    <a:pt x="584326" y="711441"/>
                  </a:lnTo>
                  <a:lnTo>
                    <a:pt x="623062" y="696201"/>
                  </a:lnTo>
                  <a:lnTo>
                    <a:pt x="656463" y="660095"/>
                  </a:lnTo>
                  <a:lnTo>
                    <a:pt x="65646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00400" y="4861560"/>
              <a:ext cx="656590" cy="164465"/>
            </a:xfrm>
            <a:custGeom>
              <a:avLst/>
              <a:gdLst/>
              <a:ahLst/>
              <a:cxnLst/>
              <a:rect l="l" t="t" r="r" b="b"/>
              <a:pathLst>
                <a:path w="656589" h="164464">
                  <a:moveTo>
                    <a:pt x="328295" y="0"/>
                  </a:moveTo>
                  <a:lnTo>
                    <a:pt x="252984" y="2158"/>
                  </a:lnTo>
                  <a:lnTo>
                    <a:pt x="183896" y="8381"/>
                  </a:lnTo>
                  <a:lnTo>
                    <a:pt x="122936" y="18033"/>
                  </a:lnTo>
                  <a:lnTo>
                    <a:pt x="72136" y="30733"/>
                  </a:lnTo>
                  <a:lnTo>
                    <a:pt x="33400" y="45973"/>
                  </a:lnTo>
                  <a:lnTo>
                    <a:pt x="0" y="82168"/>
                  </a:lnTo>
                  <a:lnTo>
                    <a:pt x="8636" y="101091"/>
                  </a:lnTo>
                  <a:lnTo>
                    <a:pt x="72136" y="133603"/>
                  </a:lnTo>
                  <a:lnTo>
                    <a:pt x="122936" y="146303"/>
                  </a:lnTo>
                  <a:lnTo>
                    <a:pt x="183896" y="155956"/>
                  </a:lnTo>
                  <a:lnTo>
                    <a:pt x="252984" y="162178"/>
                  </a:lnTo>
                  <a:lnTo>
                    <a:pt x="328295" y="164337"/>
                  </a:lnTo>
                  <a:lnTo>
                    <a:pt x="403478" y="162178"/>
                  </a:lnTo>
                  <a:lnTo>
                    <a:pt x="472566" y="155956"/>
                  </a:lnTo>
                  <a:lnTo>
                    <a:pt x="533526" y="146303"/>
                  </a:lnTo>
                  <a:lnTo>
                    <a:pt x="584326" y="133603"/>
                  </a:lnTo>
                  <a:lnTo>
                    <a:pt x="623062" y="118363"/>
                  </a:lnTo>
                  <a:lnTo>
                    <a:pt x="656463" y="82168"/>
                  </a:lnTo>
                  <a:lnTo>
                    <a:pt x="647826" y="63372"/>
                  </a:lnTo>
                  <a:lnTo>
                    <a:pt x="584326" y="30733"/>
                  </a:lnTo>
                  <a:lnTo>
                    <a:pt x="533526" y="18033"/>
                  </a:lnTo>
                  <a:lnTo>
                    <a:pt x="472566" y="8381"/>
                  </a:lnTo>
                  <a:lnTo>
                    <a:pt x="403478" y="2158"/>
                  </a:lnTo>
                  <a:lnTo>
                    <a:pt x="328295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00400" y="4861560"/>
              <a:ext cx="656590" cy="824230"/>
            </a:xfrm>
            <a:custGeom>
              <a:avLst/>
              <a:gdLst/>
              <a:ahLst/>
              <a:cxnLst/>
              <a:rect l="l" t="t" r="r" b="b"/>
              <a:pathLst>
                <a:path w="656589" h="824229">
                  <a:moveTo>
                    <a:pt x="656463" y="82168"/>
                  </a:moveTo>
                  <a:lnTo>
                    <a:pt x="623062" y="118237"/>
                  </a:lnTo>
                  <a:lnTo>
                    <a:pt x="584326" y="133476"/>
                  </a:lnTo>
                  <a:lnTo>
                    <a:pt x="533526" y="146176"/>
                  </a:lnTo>
                  <a:lnTo>
                    <a:pt x="472566" y="155828"/>
                  </a:lnTo>
                  <a:lnTo>
                    <a:pt x="403478" y="161925"/>
                  </a:lnTo>
                  <a:lnTo>
                    <a:pt x="328295" y="164083"/>
                  </a:lnTo>
                  <a:lnTo>
                    <a:pt x="252984" y="161925"/>
                  </a:lnTo>
                  <a:lnTo>
                    <a:pt x="183896" y="155828"/>
                  </a:lnTo>
                  <a:lnTo>
                    <a:pt x="122936" y="146176"/>
                  </a:lnTo>
                  <a:lnTo>
                    <a:pt x="72136" y="133476"/>
                  </a:lnTo>
                  <a:lnTo>
                    <a:pt x="33400" y="118237"/>
                  </a:lnTo>
                  <a:lnTo>
                    <a:pt x="0" y="82168"/>
                  </a:lnTo>
                  <a:lnTo>
                    <a:pt x="8636" y="63245"/>
                  </a:lnTo>
                  <a:lnTo>
                    <a:pt x="72136" y="30733"/>
                  </a:lnTo>
                  <a:lnTo>
                    <a:pt x="122936" y="18033"/>
                  </a:lnTo>
                  <a:lnTo>
                    <a:pt x="183896" y="8381"/>
                  </a:lnTo>
                  <a:lnTo>
                    <a:pt x="252984" y="2158"/>
                  </a:lnTo>
                  <a:lnTo>
                    <a:pt x="328295" y="0"/>
                  </a:lnTo>
                  <a:lnTo>
                    <a:pt x="403478" y="2158"/>
                  </a:lnTo>
                  <a:lnTo>
                    <a:pt x="472566" y="8381"/>
                  </a:lnTo>
                  <a:lnTo>
                    <a:pt x="533526" y="18033"/>
                  </a:lnTo>
                  <a:lnTo>
                    <a:pt x="584326" y="30733"/>
                  </a:lnTo>
                  <a:lnTo>
                    <a:pt x="623062" y="45973"/>
                  </a:lnTo>
                  <a:lnTo>
                    <a:pt x="656463" y="82168"/>
                  </a:lnTo>
                  <a:lnTo>
                    <a:pt x="656463" y="742035"/>
                  </a:lnTo>
                  <a:lnTo>
                    <a:pt x="623062" y="778128"/>
                  </a:lnTo>
                  <a:lnTo>
                    <a:pt x="584326" y="793356"/>
                  </a:lnTo>
                  <a:lnTo>
                    <a:pt x="533526" y="806068"/>
                  </a:lnTo>
                  <a:lnTo>
                    <a:pt x="472566" y="815759"/>
                  </a:lnTo>
                  <a:lnTo>
                    <a:pt x="403478" y="821931"/>
                  </a:lnTo>
                  <a:lnTo>
                    <a:pt x="328295" y="824102"/>
                  </a:lnTo>
                  <a:lnTo>
                    <a:pt x="252984" y="821931"/>
                  </a:lnTo>
                  <a:lnTo>
                    <a:pt x="183896" y="815759"/>
                  </a:lnTo>
                  <a:lnTo>
                    <a:pt x="122936" y="806068"/>
                  </a:lnTo>
                  <a:lnTo>
                    <a:pt x="72136" y="793356"/>
                  </a:lnTo>
                  <a:lnTo>
                    <a:pt x="33400" y="778128"/>
                  </a:lnTo>
                  <a:lnTo>
                    <a:pt x="0" y="742035"/>
                  </a:lnTo>
                  <a:lnTo>
                    <a:pt x="0" y="82168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356104" y="5146547"/>
            <a:ext cx="668655" cy="213360"/>
            <a:chOff x="2356104" y="5146547"/>
            <a:chExt cx="668655" cy="213360"/>
          </a:xfrm>
        </p:grpSpPr>
        <p:sp>
          <p:nvSpPr>
            <p:cNvPr id="10" name="object 10"/>
            <p:cNvSpPr/>
            <p:nvPr/>
          </p:nvSpPr>
          <p:spPr>
            <a:xfrm>
              <a:off x="2362200" y="5152643"/>
              <a:ext cx="656590" cy="201295"/>
            </a:xfrm>
            <a:custGeom>
              <a:avLst/>
              <a:gdLst/>
              <a:ahLst/>
              <a:cxnLst/>
              <a:rect l="l" t="t" r="r" b="b"/>
              <a:pathLst>
                <a:path w="656589" h="201295">
                  <a:moveTo>
                    <a:pt x="555879" y="0"/>
                  </a:moveTo>
                  <a:lnTo>
                    <a:pt x="555879" y="50291"/>
                  </a:lnTo>
                  <a:lnTo>
                    <a:pt x="0" y="50291"/>
                  </a:lnTo>
                  <a:lnTo>
                    <a:pt x="0" y="150748"/>
                  </a:lnTo>
                  <a:lnTo>
                    <a:pt x="555879" y="150748"/>
                  </a:lnTo>
                  <a:lnTo>
                    <a:pt x="555879" y="201040"/>
                  </a:lnTo>
                  <a:lnTo>
                    <a:pt x="656463" y="100456"/>
                  </a:lnTo>
                  <a:lnTo>
                    <a:pt x="555879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62200" y="5152643"/>
              <a:ext cx="656590" cy="201295"/>
            </a:xfrm>
            <a:custGeom>
              <a:avLst/>
              <a:gdLst/>
              <a:ahLst/>
              <a:cxnLst/>
              <a:rect l="l" t="t" r="r" b="b"/>
              <a:pathLst>
                <a:path w="656589" h="201295">
                  <a:moveTo>
                    <a:pt x="0" y="50291"/>
                  </a:moveTo>
                  <a:lnTo>
                    <a:pt x="555879" y="50291"/>
                  </a:lnTo>
                  <a:lnTo>
                    <a:pt x="555879" y="0"/>
                  </a:lnTo>
                  <a:lnTo>
                    <a:pt x="656463" y="100456"/>
                  </a:lnTo>
                  <a:lnTo>
                    <a:pt x="555879" y="201040"/>
                  </a:lnTo>
                  <a:lnTo>
                    <a:pt x="555879" y="150748"/>
                  </a:lnTo>
                  <a:lnTo>
                    <a:pt x="0" y="150748"/>
                  </a:lnTo>
                  <a:lnTo>
                    <a:pt x="0" y="50291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8408" y="4674108"/>
            <a:ext cx="1156715" cy="1162812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006596" y="5167884"/>
            <a:ext cx="668655" cy="211454"/>
            <a:chOff x="4006596" y="5167884"/>
            <a:chExt cx="668655" cy="211454"/>
          </a:xfrm>
        </p:grpSpPr>
        <p:sp>
          <p:nvSpPr>
            <p:cNvPr id="14" name="object 14"/>
            <p:cNvSpPr/>
            <p:nvPr/>
          </p:nvSpPr>
          <p:spPr>
            <a:xfrm>
              <a:off x="4012692" y="5173980"/>
              <a:ext cx="656590" cy="199390"/>
            </a:xfrm>
            <a:custGeom>
              <a:avLst/>
              <a:gdLst/>
              <a:ahLst/>
              <a:cxnLst/>
              <a:rect l="l" t="t" r="r" b="b"/>
              <a:pathLst>
                <a:path w="656589" h="199389">
                  <a:moveTo>
                    <a:pt x="556641" y="0"/>
                  </a:moveTo>
                  <a:lnTo>
                    <a:pt x="556641" y="49784"/>
                  </a:lnTo>
                  <a:lnTo>
                    <a:pt x="0" y="49784"/>
                  </a:lnTo>
                  <a:lnTo>
                    <a:pt x="0" y="149479"/>
                  </a:lnTo>
                  <a:lnTo>
                    <a:pt x="556641" y="149479"/>
                  </a:lnTo>
                  <a:lnTo>
                    <a:pt x="556641" y="199263"/>
                  </a:lnTo>
                  <a:lnTo>
                    <a:pt x="656463" y="99568"/>
                  </a:lnTo>
                  <a:lnTo>
                    <a:pt x="556641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12692" y="5173980"/>
              <a:ext cx="656590" cy="199390"/>
            </a:xfrm>
            <a:custGeom>
              <a:avLst/>
              <a:gdLst/>
              <a:ahLst/>
              <a:cxnLst/>
              <a:rect l="l" t="t" r="r" b="b"/>
              <a:pathLst>
                <a:path w="656589" h="199389">
                  <a:moveTo>
                    <a:pt x="0" y="49784"/>
                  </a:moveTo>
                  <a:lnTo>
                    <a:pt x="556641" y="49784"/>
                  </a:lnTo>
                  <a:lnTo>
                    <a:pt x="556641" y="0"/>
                  </a:lnTo>
                  <a:lnTo>
                    <a:pt x="656463" y="99568"/>
                  </a:lnTo>
                  <a:lnTo>
                    <a:pt x="556641" y="199263"/>
                  </a:lnTo>
                  <a:lnTo>
                    <a:pt x="556641" y="149479"/>
                  </a:lnTo>
                  <a:lnTo>
                    <a:pt x="0" y="149479"/>
                  </a:lnTo>
                  <a:lnTo>
                    <a:pt x="0" y="49784"/>
                  </a:lnTo>
                  <a:close/>
                </a:path>
              </a:pathLst>
            </a:custGeom>
            <a:ln w="12191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990844" y="4137659"/>
            <a:ext cx="1459865" cy="2070100"/>
            <a:chOff x="5990844" y="4137659"/>
            <a:chExt cx="1459865" cy="207010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5327" y="4312919"/>
              <a:ext cx="388620" cy="38709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7624" y="5160263"/>
              <a:ext cx="342900" cy="3429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15327" y="5661659"/>
              <a:ext cx="513587" cy="5120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85788" y="4143755"/>
              <a:ext cx="758825" cy="2057400"/>
            </a:xfrm>
            <a:custGeom>
              <a:avLst/>
              <a:gdLst/>
              <a:ahLst/>
              <a:cxnLst/>
              <a:rect l="l" t="t" r="r" b="b"/>
              <a:pathLst>
                <a:path w="758825" h="2057400">
                  <a:moveTo>
                    <a:pt x="0" y="2057400"/>
                  </a:moveTo>
                  <a:lnTo>
                    <a:pt x="758444" y="2057400"/>
                  </a:lnTo>
                  <a:lnTo>
                    <a:pt x="758444" y="0"/>
                  </a:lnTo>
                  <a:lnTo>
                    <a:pt x="0" y="0"/>
                  </a:lnTo>
                  <a:lnTo>
                    <a:pt x="0" y="2057400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96940" y="5172455"/>
              <a:ext cx="656590" cy="199390"/>
            </a:xfrm>
            <a:custGeom>
              <a:avLst/>
              <a:gdLst/>
              <a:ahLst/>
              <a:cxnLst/>
              <a:rect l="l" t="t" r="r" b="b"/>
              <a:pathLst>
                <a:path w="656590" h="199389">
                  <a:moveTo>
                    <a:pt x="556640" y="0"/>
                  </a:moveTo>
                  <a:lnTo>
                    <a:pt x="556640" y="49784"/>
                  </a:lnTo>
                  <a:lnTo>
                    <a:pt x="0" y="49784"/>
                  </a:lnTo>
                  <a:lnTo>
                    <a:pt x="0" y="149479"/>
                  </a:lnTo>
                  <a:lnTo>
                    <a:pt x="556640" y="149479"/>
                  </a:lnTo>
                  <a:lnTo>
                    <a:pt x="556640" y="199263"/>
                  </a:lnTo>
                  <a:lnTo>
                    <a:pt x="656463" y="99695"/>
                  </a:lnTo>
                  <a:lnTo>
                    <a:pt x="556640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96940" y="5172455"/>
              <a:ext cx="656590" cy="199390"/>
            </a:xfrm>
            <a:custGeom>
              <a:avLst/>
              <a:gdLst/>
              <a:ahLst/>
              <a:cxnLst/>
              <a:rect l="l" t="t" r="r" b="b"/>
              <a:pathLst>
                <a:path w="656590" h="199389">
                  <a:moveTo>
                    <a:pt x="0" y="49784"/>
                  </a:moveTo>
                  <a:lnTo>
                    <a:pt x="556640" y="49784"/>
                  </a:lnTo>
                  <a:lnTo>
                    <a:pt x="556640" y="0"/>
                  </a:lnTo>
                  <a:lnTo>
                    <a:pt x="656463" y="99695"/>
                  </a:lnTo>
                  <a:lnTo>
                    <a:pt x="556640" y="199263"/>
                  </a:lnTo>
                  <a:lnTo>
                    <a:pt x="556640" y="149479"/>
                  </a:lnTo>
                  <a:lnTo>
                    <a:pt x="0" y="149479"/>
                  </a:lnTo>
                  <a:lnTo>
                    <a:pt x="0" y="49784"/>
                  </a:lnTo>
                  <a:close/>
                </a:path>
              </a:pathLst>
            </a:custGeom>
            <a:ln w="12191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03919" y="4792979"/>
            <a:ext cx="970787" cy="1158240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7709916" y="5166359"/>
            <a:ext cx="668655" cy="211454"/>
            <a:chOff x="7709916" y="5166359"/>
            <a:chExt cx="668655" cy="211454"/>
          </a:xfrm>
        </p:grpSpPr>
        <p:sp>
          <p:nvSpPr>
            <p:cNvPr id="25" name="object 25"/>
            <p:cNvSpPr/>
            <p:nvPr/>
          </p:nvSpPr>
          <p:spPr>
            <a:xfrm>
              <a:off x="7716012" y="5172455"/>
              <a:ext cx="656590" cy="199390"/>
            </a:xfrm>
            <a:custGeom>
              <a:avLst/>
              <a:gdLst/>
              <a:ahLst/>
              <a:cxnLst/>
              <a:rect l="l" t="t" r="r" b="b"/>
              <a:pathLst>
                <a:path w="656590" h="199389">
                  <a:moveTo>
                    <a:pt x="556641" y="0"/>
                  </a:moveTo>
                  <a:lnTo>
                    <a:pt x="556641" y="49784"/>
                  </a:lnTo>
                  <a:lnTo>
                    <a:pt x="0" y="49784"/>
                  </a:lnTo>
                  <a:lnTo>
                    <a:pt x="0" y="149479"/>
                  </a:lnTo>
                  <a:lnTo>
                    <a:pt x="556641" y="149479"/>
                  </a:lnTo>
                  <a:lnTo>
                    <a:pt x="556641" y="199263"/>
                  </a:lnTo>
                  <a:lnTo>
                    <a:pt x="656463" y="99695"/>
                  </a:lnTo>
                  <a:lnTo>
                    <a:pt x="556641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16012" y="5172455"/>
              <a:ext cx="656590" cy="199390"/>
            </a:xfrm>
            <a:custGeom>
              <a:avLst/>
              <a:gdLst/>
              <a:ahLst/>
              <a:cxnLst/>
              <a:rect l="l" t="t" r="r" b="b"/>
              <a:pathLst>
                <a:path w="656590" h="199389">
                  <a:moveTo>
                    <a:pt x="0" y="49784"/>
                  </a:moveTo>
                  <a:lnTo>
                    <a:pt x="556641" y="49784"/>
                  </a:lnTo>
                  <a:lnTo>
                    <a:pt x="556641" y="0"/>
                  </a:lnTo>
                  <a:lnTo>
                    <a:pt x="656463" y="99695"/>
                  </a:lnTo>
                  <a:lnTo>
                    <a:pt x="556641" y="199263"/>
                  </a:lnTo>
                  <a:lnTo>
                    <a:pt x="556641" y="149479"/>
                  </a:lnTo>
                  <a:lnTo>
                    <a:pt x="0" y="149479"/>
                  </a:lnTo>
                  <a:lnTo>
                    <a:pt x="0" y="4978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463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Machine</a:t>
            </a:r>
            <a:r>
              <a:rPr sz="4400" spc="-5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Learning</a:t>
            </a:r>
            <a:r>
              <a:rPr sz="4400" spc="-55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Paradigms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635" y="1781048"/>
            <a:ext cx="3568065" cy="2127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imes New Roman"/>
                <a:cs typeface="Times New Roman"/>
              </a:rPr>
              <a:t>Supervised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8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imes New Roman"/>
                <a:cs typeface="Times New Roman"/>
              </a:rPr>
              <a:t>Unsupervised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spc="-30" dirty="0">
                <a:latin typeface="Times New Roman"/>
                <a:cs typeface="Times New Roman"/>
              </a:rPr>
              <a:t>Reinforcement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891" y="4792726"/>
            <a:ext cx="1068260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4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as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human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being</a:t>
            </a:r>
            <a:r>
              <a:rPr sz="20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solve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various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types</a:t>
            </a:r>
            <a:r>
              <a:rPr sz="20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problem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our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day-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to-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day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life,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Various</a:t>
            </a:r>
            <a:r>
              <a:rPr sz="20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decisions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need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to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be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taken.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Depending</a:t>
            </a:r>
            <a:r>
              <a:rPr sz="2000" b="1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on</a:t>
            </a:r>
            <a:r>
              <a:rPr sz="2000" b="1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000" b="1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nature</a:t>
            </a:r>
            <a:r>
              <a:rPr sz="2000" b="1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000" b="1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2000" b="1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problem,</a:t>
            </a:r>
            <a:r>
              <a:rPr sz="2000" b="1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machine</a:t>
            </a:r>
            <a:r>
              <a:rPr sz="2000" b="1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learning</a:t>
            </a:r>
            <a:r>
              <a:rPr sz="2000" b="1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tasks</a:t>
            </a:r>
            <a:r>
              <a:rPr sz="2000" b="1" spc="3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can</a:t>
            </a:r>
            <a:r>
              <a:rPr sz="2000" b="1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be</a:t>
            </a:r>
            <a:r>
              <a:rPr sz="2000" b="1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broadly</a:t>
            </a:r>
            <a:r>
              <a:rPr sz="2000" b="1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divided</a:t>
            </a:r>
            <a:r>
              <a:rPr sz="2000" b="1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2000" b="1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three categories.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590803"/>
            <a:ext cx="67659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imes New Roman"/>
                <a:cs typeface="Times New Roman"/>
              </a:rPr>
              <a:t>What</a:t>
            </a:r>
            <a:r>
              <a:rPr sz="4400" spc="-2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is</a:t>
            </a:r>
            <a:r>
              <a:rPr sz="4400" spc="-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Supervised</a:t>
            </a:r>
            <a:r>
              <a:rPr sz="4400" spc="-6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Learning?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1435" y="5942482"/>
            <a:ext cx="6691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supervised</a:t>
            </a: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learning,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need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some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thing</a:t>
            </a:r>
            <a:r>
              <a:rPr sz="18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called</a:t>
            </a:r>
            <a:r>
              <a:rPr sz="1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Labelled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Dataset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6572" y="1690116"/>
            <a:ext cx="1574800" cy="2834640"/>
            <a:chOff x="766572" y="1690116"/>
            <a:chExt cx="1574800" cy="2834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572" y="1690116"/>
              <a:ext cx="1482852" cy="6979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572" y="2452116"/>
              <a:ext cx="1505712" cy="6309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8052" y="3258312"/>
              <a:ext cx="1146048" cy="5013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5295" y="3983736"/>
              <a:ext cx="1115567" cy="54101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924810" y="1843785"/>
            <a:ext cx="497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52876" y="2595448"/>
            <a:ext cx="497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14142" y="3397122"/>
            <a:ext cx="575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51404" y="4068521"/>
            <a:ext cx="5759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7805" y="4791582"/>
            <a:ext cx="780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Samples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58567" y="2569590"/>
            <a:ext cx="4470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Times New Roman"/>
                <a:cs typeface="Times New Roman"/>
              </a:rPr>
              <a:t>+</a:t>
            </a:r>
            <a:endParaRPr sz="6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82189" y="4779391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Labels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8472" y="1505711"/>
            <a:ext cx="2840355" cy="3662045"/>
          </a:xfrm>
          <a:custGeom>
            <a:avLst/>
            <a:gdLst/>
            <a:ahLst/>
            <a:cxnLst/>
            <a:rect l="l" t="t" r="r" b="b"/>
            <a:pathLst>
              <a:path w="2840354" h="3662045">
                <a:moveTo>
                  <a:pt x="0" y="3661664"/>
                </a:moveTo>
                <a:lnTo>
                  <a:pt x="2840228" y="3661664"/>
                </a:lnTo>
                <a:lnTo>
                  <a:pt x="2840228" y="0"/>
                </a:lnTo>
                <a:lnTo>
                  <a:pt x="0" y="0"/>
                </a:lnTo>
                <a:lnTo>
                  <a:pt x="0" y="3661664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68953" y="2525395"/>
            <a:ext cx="2783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100" b="1" baseline="-8230" dirty="0">
                <a:latin typeface="Times New Roman"/>
                <a:cs typeface="Times New Roman"/>
              </a:rPr>
              <a:t>=</a:t>
            </a:r>
            <a:r>
              <a:rPr sz="8100" b="1" spc="-450" baseline="-82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Training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2" y="1690116"/>
            <a:ext cx="1482852" cy="6979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572" y="2452116"/>
            <a:ext cx="1505712" cy="630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8052" y="3258311"/>
            <a:ext cx="1146048" cy="5013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5296" y="3983735"/>
            <a:ext cx="1115567" cy="5410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24810" y="1843785"/>
            <a:ext cx="497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2876" y="2595448"/>
            <a:ext cx="497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1404" y="3397122"/>
            <a:ext cx="638175" cy="97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7805" y="4791582"/>
            <a:ext cx="780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Samples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8567" y="2569590"/>
            <a:ext cx="4470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Times New Roman"/>
                <a:cs typeface="Times New Roman"/>
              </a:rPr>
              <a:t>+</a:t>
            </a:r>
            <a:endParaRPr sz="6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82189" y="4779391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Labels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8472" y="1505711"/>
            <a:ext cx="2819400" cy="3662045"/>
          </a:xfrm>
          <a:custGeom>
            <a:avLst/>
            <a:gdLst/>
            <a:ahLst/>
            <a:cxnLst/>
            <a:rect l="l" t="t" r="r" b="b"/>
            <a:pathLst>
              <a:path w="2819400" h="3662045">
                <a:moveTo>
                  <a:pt x="0" y="3661664"/>
                </a:moveTo>
                <a:lnTo>
                  <a:pt x="2818891" y="3661664"/>
                </a:lnTo>
                <a:lnTo>
                  <a:pt x="2818891" y="0"/>
                </a:lnTo>
                <a:lnTo>
                  <a:pt x="0" y="0"/>
                </a:lnTo>
                <a:lnTo>
                  <a:pt x="0" y="3661664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568953" y="2525395"/>
            <a:ext cx="2783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100" b="1" baseline="-8230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8100" b="1" spc="-450" baseline="-82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sz="2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08368" y="2703702"/>
            <a:ext cx="2709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87450" algn="l"/>
                <a:tab pos="2200910" algn="l"/>
              </a:tabLst>
            </a:pPr>
            <a:r>
              <a:rPr sz="4400" spc="-25" dirty="0">
                <a:latin typeface="Cambria Math"/>
                <a:cs typeface="Cambria Math"/>
              </a:rPr>
              <a:t>𝑓</a:t>
            </a:r>
            <a:r>
              <a:rPr sz="4400" spc="-25" dirty="0">
                <a:latin typeface="Times New Roman"/>
                <a:cs typeface="Times New Roman"/>
              </a:rPr>
              <a:t>(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4400" spc="-50" dirty="0">
                <a:latin typeface="Times New Roman"/>
                <a:cs typeface="Times New Roman"/>
              </a:rPr>
              <a:t>,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4400" spc="-25" dirty="0">
                <a:latin typeface="Times New Roman"/>
                <a:cs typeface="Times New Roman"/>
              </a:rPr>
              <a:t>)=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44383" y="2892551"/>
            <a:ext cx="662940" cy="542290"/>
            <a:chOff x="7644383" y="2892551"/>
            <a:chExt cx="662940" cy="542290"/>
          </a:xfrm>
        </p:grpSpPr>
        <p:sp>
          <p:nvSpPr>
            <p:cNvPr id="16" name="object 16"/>
            <p:cNvSpPr/>
            <p:nvPr/>
          </p:nvSpPr>
          <p:spPr>
            <a:xfrm>
              <a:off x="7650479" y="2961131"/>
              <a:ext cx="650240" cy="467995"/>
            </a:xfrm>
            <a:custGeom>
              <a:avLst/>
              <a:gdLst/>
              <a:ahLst/>
              <a:cxnLst/>
              <a:rect l="l" t="t" r="r" b="b"/>
              <a:pathLst>
                <a:path w="650240" h="467995">
                  <a:moveTo>
                    <a:pt x="650240" y="0"/>
                  </a:moveTo>
                  <a:lnTo>
                    <a:pt x="605917" y="31876"/>
                  </a:lnTo>
                  <a:lnTo>
                    <a:pt x="554990" y="44703"/>
                  </a:lnTo>
                  <a:lnTo>
                    <a:pt x="489203" y="54609"/>
                  </a:lnTo>
                  <a:lnTo>
                    <a:pt x="411606" y="60959"/>
                  </a:lnTo>
                  <a:lnTo>
                    <a:pt x="325120" y="63245"/>
                  </a:lnTo>
                  <a:lnTo>
                    <a:pt x="238633" y="60959"/>
                  </a:lnTo>
                  <a:lnTo>
                    <a:pt x="161036" y="54609"/>
                  </a:lnTo>
                  <a:lnTo>
                    <a:pt x="95250" y="44703"/>
                  </a:lnTo>
                  <a:lnTo>
                    <a:pt x="44323" y="31876"/>
                  </a:lnTo>
                  <a:lnTo>
                    <a:pt x="0" y="0"/>
                  </a:lnTo>
                  <a:lnTo>
                    <a:pt x="0" y="404621"/>
                  </a:lnTo>
                  <a:lnTo>
                    <a:pt x="44323" y="436625"/>
                  </a:lnTo>
                  <a:lnTo>
                    <a:pt x="95250" y="449325"/>
                  </a:lnTo>
                  <a:lnTo>
                    <a:pt x="161036" y="459231"/>
                  </a:lnTo>
                  <a:lnTo>
                    <a:pt x="238633" y="465581"/>
                  </a:lnTo>
                  <a:lnTo>
                    <a:pt x="325120" y="467867"/>
                  </a:lnTo>
                  <a:lnTo>
                    <a:pt x="411606" y="465581"/>
                  </a:lnTo>
                  <a:lnTo>
                    <a:pt x="489203" y="459231"/>
                  </a:lnTo>
                  <a:lnTo>
                    <a:pt x="554990" y="449325"/>
                  </a:lnTo>
                  <a:lnTo>
                    <a:pt x="605917" y="436625"/>
                  </a:lnTo>
                  <a:lnTo>
                    <a:pt x="650240" y="404621"/>
                  </a:lnTo>
                  <a:lnTo>
                    <a:pt x="650240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50479" y="2898647"/>
              <a:ext cx="650240" cy="126364"/>
            </a:xfrm>
            <a:custGeom>
              <a:avLst/>
              <a:gdLst/>
              <a:ahLst/>
              <a:cxnLst/>
              <a:rect l="l" t="t" r="r" b="b"/>
              <a:pathLst>
                <a:path w="650240" h="126364">
                  <a:moveTo>
                    <a:pt x="325120" y="0"/>
                  </a:moveTo>
                  <a:lnTo>
                    <a:pt x="238633" y="2286"/>
                  </a:lnTo>
                  <a:lnTo>
                    <a:pt x="161036" y="8636"/>
                  </a:lnTo>
                  <a:lnTo>
                    <a:pt x="95250" y="18414"/>
                  </a:lnTo>
                  <a:lnTo>
                    <a:pt x="44323" y="31241"/>
                  </a:lnTo>
                  <a:lnTo>
                    <a:pt x="0" y="62991"/>
                  </a:lnTo>
                  <a:lnTo>
                    <a:pt x="11556" y="79882"/>
                  </a:lnTo>
                  <a:lnTo>
                    <a:pt x="95250" y="107696"/>
                  </a:lnTo>
                  <a:lnTo>
                    <a:pt x="161036" y="117601"/>
                  </a:lnTo>
                  <a:lnTo>
                    <a:pt x="238633" y="123951"/>
                  </a:lnTo>
                  <a:lnTo>
                    <a:pt x="325120" y="126237"/>
                  </a:lnTo>
                  <a:lnTo>
                    <a:pt x="411606" y="123951"/>
                  </a:lnTo>
                  <a:lnTo>
                    <a:pt x="489203" y="117601"/>
                  </a:lnTo>
                  <a:lnTo>
                    <a:pt x="554990" y="107696"/>
                  </a:lnTo>
                  <a:lnTo>
                    <a:pt x="605917" y="94996"/>
                  </a:lnTo>
                  <a:lnTo>
                    <a:pt x="650240" y="62991"/>
                  </a:lnTo>
                  <a:lnTo>
                    <a:pt x="638683" y="46227"/>
                  </a:lnTo>
                  <a:lnTo>
                    <a:pt x="554990" y="18414"/>
                  </a:lnTo>
                  <a:lnTo>
                    <a:pt x="489203" y="8636"/>
                  </a:lnTo>
                  <a:lnTo>
                    <a:pt x="411606" y="2286"/>
                  </a:lnTo>
                  <a:lnTo>
                    <a:pt x="325120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50479" y="2898647"/>
              <a:ext cx="650240" cy="530225"/>
            </a:xfrm>
            <a:custGeom>
              <a:avLst/>
              <a:gdLst/>
              <a:ahLst/>
              <a:cxnLst/>
              <a:rect l="l" t="t" r="r" b="b"/>
              <a:pathLst>
                <a:path w="650240" h="530225">
                  <a:moveTo>
                    <a:pt x="650240" y="62991"/>
                  </a:moveTo>
                  <a:lnTo>
                    <a:pt x="605917" y="94741"/>
                  </a:lnTo>
                  <a:lnTo>
                    <a:pt x="554990" y="107568"/>
                  </a:lnTo>
                  <a:lnTo>
                    <a:pt x="489203" y="117348"/>
                  </a:lnTo>
                  <a:lnTo>
                    <a:pt x="411606" y="123698"/>
                  </a:lnTo>
                  <a:lnTo>
                    <a:pt x="325120" y="125984"/>
                  </a:lnTo>
                  <a:lnTo>
                    <a:pt x="238633" y="123698"/>
                  </a:lnTo>
                  <a:lnTo>
                    <a:pt x="161036" y="117348"/>
                  </a:lnTo>
                  <a:lnTo>
                    <a:pt x="95250" y="107568"/>
                  </a:lnTo>
                  <a:lnTo>
                    <a:pt x="44323" y="94741"/>
                  </a:lnTo>
                  <a:lnTo>
                    <a:pt x="0" y="62991"/>
                  </a:lnTo>
                  <a:lnTo>
                    <a:pt x="11556" y="46227"/>
                  </a:lnTo>
                  <a:lnTo>
                    <a:pt x="95250" y="18414"/>
                  </a:lnTo>
                  <a:lnTo>
                    <a:pt x="161036" y="8636"/>
                  </a:lnTo>
                  <a:lnTo>
                    <a:pt x="238633" y="2286"/>
                  </a:lnTo>
                  <a:lnTo>
                    <a:pt x="325120" y="0"/>
                  </a:lnTo>
                  <a:lnTo>
                    <a:pt x="411606" y="2286"/>
                  </a:lnTo>
                  <a:lnTo>
                    <a:pt x="489203" y="8636"/>
                  </a:lnTo>
                  <a:lnTo>
                    <a:pt x="554990" y="18414"/>
                  </a:lnTo>
                  <a:lnTo>
                    <a:pt x="605917" y="31114"/>
                  </a:lnTo>
                  <a:lnTo>
                    <a:pt x="650240" y="62991"/>
                  </a:lnTo>
                  <a:lnTo>
                    <a:pt x="650240" y="466725"/>
                  </a:lnTo>
                  <a:lnTo>
                    <a:pt x="605917" y="498601"/>
                  </a:lnTo>
                  <a:lnTo>
                    <a:pt x="554990" y="511428"/>
                  </a:lnTo>
                  <a:lnTo>
                    <a:pt x="489203" y="521207"/>
                  </a:lnTo>
                  <a:lnTo>
                    <a:pt x="411606" y="527557"/>
                  </a:lnTo>
                  <a:lnTo>
                    <a:pt x="325120" y="529843"/>
                  </a:lnTo>
                  <a:lnTo>
                    <a:pt x="238633" y="527557"/>
                  </a:lnTo>
                  <a:lnTo>
                    <a:pt x="161036" y="521207"/>
                  </a:lnTo>
                  <a:lnTo>
                    <a:pt x="95250" y="511428"/>
                  </a:lnTo>
                  <a:lnTo>
                    <a:pt x="44323" y="498601"/>
                  </a:lnTo>
                  <a:lnTo>
                    <a:pt x="0" y="466725"/>
                  </a:lnTo>
                  <a:lnTo>
                    <a:pt x="0" y="6299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244" y="1690116"/>
            <a:ext cx="1507236" cy="6979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244" y="2452116"/>
            <a:ext cx="1528571" cy="630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6819" y="3258311"/>
            <a:ext cx="1165859" cy="5013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5588" y="3983735"/>
            <a:ext cx="1132332" cy="5410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38526" y="1843785"/>
            <a:ext cx="497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66592" y="2595448"/>
            <a:ext cx="497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6644" y="3397122"/>
            <a:ext cx="638175" cy="97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4932" y="4791582"/>
            <a:ext cx="778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Samples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2029" y="2569590"/>
            <a:ext cx="4470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Times New Roman"/>
                <a:cs typeface="Times New Roman"/>
              </a:rPr>
              <a:t>+</a:t>
            </a:r>
            <a:endParaRPr sz="6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635" y="4779391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Labels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1505711"/>
            <a:ext cx="2834640" cy="3662045"/>
          </a:xfrm>
          <a:custGeom>
            <a:avLst/>
            <a:gdLst/>
            <a:ahLst/>
            <a:cxnLst/>
            <a:rect l="l" t="t" r="r" b="b"/>
            <a:pathLst>
              <a:path w="2834640" h="3662045">
                <a:moveTo>
                  <a:pt x="0" y="3661664"/>
                </a:moveTo>
                <a:lnTo>
                  <a:pt x="2834131" y="3661664"/>
                </a:lnTo>
                <a:lnTo>
                  <a:pt x="2834131" y="0"/>
                </a:lnTo>
                <a:lnTo>
                  <a:pt x="0" y="0"/>
                </a:lnTo>
                <a:lnTo>
                  <a:pt x="0" y="3661664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657853" y="2525395"/>
            <a:ext cx="27838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100" b="1" baseline="-8230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8100" b="1" spc="-450" baseline="-82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sz="2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01967" y="2703702"/>
            <a:ext cx="5226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latin typeface="Cambria Math"/>
                <a:cs typeface="Cambria Math"/>
              </a:rPr>
              <a:t>𝑓</a:t>
            </a:r>
            <a:r>
              <a:rPr sz="4400" spc="-25" dirty="0">
                <a:latin typeface="Times New Roman"/>
                <a:cs typeface="Times New Roman"/>
              </a:rPr>
              <a:t>(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89925" y="2777304"/>
            <a:ext cx="119697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5"/>
              </a:lnSpc>
              <a:tabLst>
                <a:tab pos="1012825" algn="l"/>
              </a:tabLst>
            </a:pPr>
            <a:r>
              <a:rPr sz="4400" spc="-50" dirty="0">
                <a:latin typeface="Times New Roman"/>
                <a:cs typeface="Times New Roman"/>
              </a:rPr>
              <a:t>,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4400" spc="-70" dirty="0">
                <a:latin typeface="Times New Roman"/>
                <a:cs typeface="Times New Roman"/>
              </a:rPr>
              <a:t>)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73573" y="2703702"/>
            <a:ext cx="3378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>
                <a:latin typeface="Times New Roman"/>
                <a:cs typeface="Times New Roman"/>
              </a:rPr>
              <a:t>=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662671" y="2865120"/>
            <a:ext cx="1758950" cy="569595"/>
            <a:chOff x="7662671" y="2865120"/>
            <a:chExt cx="1758950" cy="569595"/>
          </a:xfrm>
        </p:grpSpPr>
        <p:sp>
          <p:nvSpPr>
            <p:cNvPr id="18" name="object 18"/>
            <p:cNvSpPr/>
            <p:nvPr/>
          </p:nvSpPr>
          <p:spPr>
            <a:xfrm>
              <a:off x="7668767" y="2961132"/>
              <a:ext cx="659765" cy="467995"/>
            </a:xfrm>
            <a:custGeom>
              <a:avLst/>
              <a:gdLst/>
              <a:ahLst/>
              <a:cxnLst/>
              <a:rect l="l" t="t" r="r" b="b"/>
              <a:pathLst>
                <a:path w="659765" h="467995">
                  <a:moveTo>
                    <a:pt x="659383" y="0"/>
                  </a:moveTo>
                  <a:lnTo>
                    <a:pt x="614426" y="31876"/>
                  </a:lnTo>
                  <a:lnTo>
                    <a:pt x="562863" y="44703"/>
                  </a:lnTo>
                  <a:lnTo>
                    <a:pt x="496061" y="54609"/>
                  </a:lnTo>
                  <a:lnTo>
                    <a:pt x="417322" y="60959"/>
                  </a:lnTo>
                  <a:lnTo>
                    <a:pt x="329691" y="63245"/>
                  </a:lnTo>
                  <a:lnTo>
                    <a:pt x="242061" y="60959"/>
                  </a:lnTo>
                  <a:lnTo>
                    <a:pt x="163322" y="54609"/>
                  </a:lnTo>
                  <a:lnTo>
                    <a:pt x="96520" y="44703"/>
                  </a:lnTo>
                  <a:lnTo>
                    <a:pt x="44957" y="31876"/>
                  </a:lnTo>
                  <a:lnTo>
                    <a:pt x="0" y="0"/>
                  </a:lnTo>
                  <a:lnTo>
                    <a:pt x="0" y="404621"/>
                  </a:lnTo>
                  <a:lnTo>
                    <a:pt x="44957" y="436625"/>
                  </a:lnTo>
                  <a:lnTo>
                    <a:pt x="96520" y="449325"/>
                  </a:lnTo>
                  <a:lnTo>
                    <a:pt x="163322" y="459231"/>
                  </a:lnTo>
                  <a:lnTo>
                    <a:pt x="242061" y="465581"/>
                  </a:lnTo>
                  <a:lnTo>
                    <a:pt x="329691" y="467867"/>
                  </a:lnTo>
                  <a:lnTo>
                    <a:pt x="417322" y="465581"/>
                  </a:lnTo>
                  <a:lnTo>
                    <a:pt x="496061" y="459231"/>
                  </a:lnTo>
                  <a:lnTo>
                    <a:pt x="562863" y="449325"/>
                  </a:lnTo>
                  <a:lnTo>
                    <a:pt x="614426" y="436625"/>
                  </a:lnTo>
                  <a:lnTo>
                    <a:pt x="659383" y="404621"/>
                  </a:lnTo>
                  <a:lnTo>
                    <a:pt x="6593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68767" y="2898648"/>
              <a:ext cx="659765" cy="126364"/>
            </a:xfrm>
            <a:custGeom>
              <a:avLst/>
              <a:gdLst/>
              <a:ahLst/>
              <a:cxnLst/>
              <a:rect l="l" t="t" r="r" b="b"/>
              <a:pathLst>
                <a:path w="659765" h="126364">
                  <a:moveTo>
                    <a:pt x="329691" y="0"/>
                  </a:moveTo>
                  <a:lnTo>
                    <a:pt x="242061" y="2286"/>
                  </a:lnTo>
                  <a:lnTo>
                    <a:pt x="163322" y="8636"/>
                  </a:lnTo>
                  <a:lnTo>
                    <a:pt x="96520" y="18414"/>
                  </a:lnTo>
                  <a:lnTo>
                    <a:pt x="44957" y="31241"/>
                  </a:lnTo>
                  <a:lnTo>
                    <a:pt x="0" y="62991"/>
                  </a:lnTo>
                  <a:lnTo>
                    <a:pt x="11810" y="79882"/>
                  </a:lnTo>
                  <a:lnTo>
                    <a:pt x="96520" y="107696"/>
                  </a:lnTo>
                  <a:lnTo>
                    <a:pt x="163322" y="117601"/>
                  </a:lnTo>
                  <a:lnTo>
                    <a:pt x="242061" y="123951"/>
                  </a:lnTo>
                  <a:lnTo>
                    <a:pt x="329691" y="126237"/>
                  </a:lnTo>
                  <a:lnTo>
                    <a:pt x="417322" y="123951"/>
                  </a:lnTo>
                  <a:lnTo>
                    <a:pt x="496061" y="117601"/>
                  </a:lnTo>
                  <a:lnTo>
                    <a:pt x="562863" y="107696"/>
                  </a:lnTo>
                  <a:lnTo>
                    <a:pt x="614426" y="94996"/>
                  </a:lnTo>
                  <a:lnTo>
                    <a:pt x="659383" y="62991"/>
                  </a:lnTo>
                  <a:lnTo>
                    <a:pt x="647573" y="46227"/>
                  </a:lnTo>
                  <a:lnTo>
                    <a:pt x="562863" y="18414"/>
                  </a:lnTo>
                  <a:lnTo>
                    <a:pt x="496061" y="8636"/>
                  </a:lnTo>
                  <a:lnTo>
                    <a:pt x="417322" y="2286"/>
                  </a:lnTo>
                  <a:lnTo>
                    <a:pt x="329691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68767" y="2898648"/>
              <a:ext cx="659765" cy="530225"/>
            </a:xfrm>
            <a:custGeom>
              <a:avLst/>
              <a:gdLst/>
              <a:ahLst/>
              <a:cxnLst/>
              <a:rect l="l" t="t" r="r" b="b"/>
              <a:pathLst>
                <a:path w="659765" h="530225">
                  <a:moveTo>
                    <a:pt x="659383" y="62991"/>
                  </a:moveTo>
                  <a:lnTo>
                    <a:pt x="614426" y="94741"/>
                  </a:lnTo>
                  <a:lnTo>
                    <a:pt x="562863" y="107568"/>
                  </a:lnTo>
                  <a:lnTo>
                    <a:pt x="496061" y="117348"/>
                  </a:lnTo>
                  <a:lnTo>
                    <a:pt x="417322" y="123698"/>
                  </a:lnTo>
                  <a:lnTo>
                    <a:pt x="329691" y="125984"/>
                  </a:lnTo>
                  <a:lnTo>
                    <a:pt x="242061" y="123698"/>
                  </a:lnTo>
                  <a:lnTo>
                    <a:pt x="163322" y="117348"/>
                  </a:lnTo>
                  <a:lnTo>
                    <a:pt x="96520" y="107568"/>
                  </a:lnTo>
                  <a:lnTo>
                    <a:pt x="44957" y="94741"/>
                  </a:lnTo>
                  <a:lnTo>
                    <a:pt x="0" y="62991"/>
                  </a:lnTo>
                  <a:lnTo>
                    <a:pt x="11810" y="46227"/>
                  </a:lnTo>
                  <a:lnTo>
                    <a:pt x="96520" y="18414"/>
                  </a:lnTo>
                  <a:lnTo>
                    <a:pt x="163322" y="8636"/>
                  </a:lnTo>
                  <a:lnTo>
                    <a:pt x="242061" y="2286"/>
                  </a:lnTo>
                  <a:lnTo>
                    <a:pt x="329691" y="0"/>
                  </a:lnTo>
                  <a:lnTo>
                    <a:pt x="417322" y="2286"/>
                  </a:lnTo>
                  <a:lnTo>
                    <a:pt x="496061" y="8636"/>
                  </a:lnTo>
                  <a:lnTo>
                    <a:pt x="562863" y="18414"/>
                  </a:lnTo>
                  <a:lnTo>
                    <a:pt x="614426" y="31114"/>
                  </a:lnTo>
                  <a:lnTo>
                    <a:pt x="659383" y="62991"/>
                  </a:lnTo>
                  <a:lnTo>
                    <a:pt x="659383" y="466725"/>
                  </a:lnTo>
                  <a:lnTo>
                    <a:pt x="614426" y="498601"/>
                  </a:lnTo>
                  <a:lnTo>
                    <a:pt x="562863" y="511428"/>
                  </a:lnTo>
                  <a:lnTo>
                    <a:pt x="496061" y="521207"/>
                  </a:lnTo>
                  <a:lnTo>
                    <a:pt x="417322" y="527557"/>
                  </a:lnTo>
                  <a:lnTo>
                    <a:pt x="329691" y="529843"/>
                  </a:lnTo>
                  <a:lnTo>
                    <a:pt x="242061" y="527557"/>
                  </a:lnTo>
                  <a:lnTo>
                    <a:pt x="163322" y="521207"/>
                  </a:lnTo>
                  <a:lnTo>
                    <a:pt x="96520" y="511428"/>
                  </a:lnTo>
                  <a:lnTo>
                    <a:pt x="44957" y="498601"/>
                  </a:lnTo>
                  <a:lnTo>
                    <a:pt x="0" y="466725"/>
                  </a:lnTo>
                  <a:lnTo>
                    <a:pt x="0" y="6299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7991" y="2865120"/>
              <a:ext cx="1103376" cy="5608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2" y="1690116"/>
            <a:ext cx="1482852" cy="6979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572" y="2452116"/>
            <a:ext cx="1505712" cy="630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8052" y="3258311"/>
            <a:ext cx="1146048" cy="5013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5296" y="3983735"/>
            <a:ext cx="1115567" cy="5410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24810" y="1843785"/>
            <a:ext cx="497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2876" y="2595448"/>
            <a:ext cx="497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1404" y="3397122"/>
            <a:ext cx="638175" cy="97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7805" y="4791582"/>
            <a:ext cx="780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Samples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8567" y="2569590"/>
            <a:ext cx="4470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Times New Roman"/>
                <a:cs typeface="Times New Roman"/>
              </a:rPr>
              <a:t>+</a:t>
            </a:r>
            <a:endParaRPr sz="6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82189" y="4779391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Labels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8472" y="1505711"/>
            <a:ext cx="2840355" cy="3662045"/>
          </a:xfrm>
          <a:custGeom>
            <a:avLst/>
            <a:gdLst/>
            <a:ahLst/>
            <a:cxnLst/>
            <a:rect l="l" t="t" r="r" b="b"/>
            <a:pathLst>
              <a:path w="2840354" h="3662045">
                <a:moveTo>
                  <a:pt x="0" y="3661664"/>
                </a:moveTo>
                <a:lnTo>
                  <a:pt x="2840228" y="3661664"/>
                </a:lnTo>
                <a:lnTo>
                  <a:pt x="2840228" y="0"/>
                </a:lnTo>
                <a:lnTo>
                  <a:pt x="0" y="0"/>
                </a:lnTo>
                <a:lnTo>
                  <a:pt x="0" y="3661664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568953" y="2525395"/>
            <a:ext cx="2783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100" b="1" baseline="-8230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8100" b="1" spc="-450" baseline="-82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sz="2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08368" y="2703702"/>
            <a:ext cx="39992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87450" algn="l"/>
                <a:tab pos="2200910" algn="l"/>
              </a:tabLst>
            </a:pPr>
            <a:r>
              <a:rPr sz="4400" spc="-25" dirty="0">
                <a:latin typeface="Cambria Math"/>
                <a:cs typeface="Cambria Math"/>
              </a:rPr>
              <a:t>𝑓</a:t>
            </a:r>
            <a:r>
              <a:rPr sz="4400" spc="-25" dirty="0">
                <a:latin typeface="Times New Roman"/>
                <a:cs typeface="Times New Roman"/>
              </a:rPr>
              <a:t>(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4400" spc="-50" dirty="0">
                <a:latin typeface="Times New Roman"/>
                <a:cs typeface="Times New Roman"/>
              </a:rPr>
              <a:t>,</a:t>
            </a:r>
            <a:r>
              <a:rPr sz="4400" dirty="0">
                <a:latin typeface="Times New Roman"/>
                <a:cs typeface="Times New Roman"/>
              </a:rPr>
              <a:t>	)=</a:t>
            </a:r>
            <a:r>
              <a:rPr sz="4400" spc="-25" dirty="0">
                <a:latin typeface="Times New Roman"/>
                <a:cs typeface="Times New Roman"/>
              </a:rPr>
              <a:t> CAR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44383" y="2865120"/>
            <a:ext cx="1729739" cy="569595"/>
            <a:chOff x="7644383" y="2865120"/>
            <a:chExt cx="1729739" cy="569595"/>
          </a:xfrm>
        </p:grpSpPr>
        <p:sp>
          <p:nvSpPr>
            <p:cNvPr id="16" name="object 16"/>
            <p:cNvSpPr/>
            <p:nvPr/>
          </p:nvSpPr>
          <p:spPr>
            <a:xfrm>
              <a:off x="7650479" y="2961132"/>
              <a:ext cx="650240" cy="467995"/>
            </a:xfrm>
            <a:custGeom>
              <a:avLst/>
              <a:gdLst/>
              <a:ahLst/>
              <a:cxnLst/>
              <a:rect l="l" t="t" r="r" b="b"/>
              <a:pathLst>
                <a:path w="650240" h="467995">
                  <a:moveTo>
                    <a:pt x="650240" y="0"/>
                  </a:moveTo>
                  <a:lnTo>
                    <a:pt x="605917" y="31876"/>
                  </a:lnTo>
                  <a:lnTo>
                    <a:pt x="554990" y="44703"/>
                  </a:lnTo>
                  <a:lnTo>
                    <a:pt x="489203" y="54609"/>
                  </a:lnTo>
                  <a:lnTo>
                    <a:pt x="411606" y="60959"/>
                  </a:lnTo>
                  <a:lnTo>
                    <a:pt x="325120" y="63245"/>
                  </a:lnTo>
                  <a:lnTo>
                    <a:pt x="238633" y="60959"/>
                  </a:lnTo>
                  <a:lnTo>
                    <a:pt x="161036" y="54609"/>
                  </a:lnTo>
                  <a:lnTo>
                    <a:pt x="95250" y="44703"/>
                  </a:lnTo>
                  <a:lnTo>
                    <a:pt x="44323" y="31876"/>
                  </a:lnTo>
                  <a:lnTo>
                    <a:pt x="0" y="0"/>
                  </a:lnTo>
                  <a:lnTo>
                    <a:pt x="0" y="404621"/>
                  </a:lnTo>
                  <a:lnTo>
                    <a:pt x="44323" y="436625"/>
                  </a:lnTo>
                  <a:lnTo>
                    <a:pt x="95250" y="449325"/>
                  </a:lnTo>
                  <a:lnTo>
                    <a:pt x="161036" y="459231"/>
                  </a:lnTo>
                  <a:lnTo>
                    <a:pt x="238633" y="465581"/>
                  </a:lnTo>
                  <a:lnTo>
                    <a:pt x="325120" y="467867"/>
                  </a:lnTo>
                  <a:lnTo>
                    <a:pt x="411606" y="465581"/>
                  </a:lnTo>
                  <a:lnTo>
                    <a:pt x="489203" y="459231"/>
                  </a:lnTo>
                  <a:lnTo>
                    <a:pt x="554990" y="449325"/>
                  </a:lnTo>
                  <a:lnTo>
                    <a:pt x="605917" y="436625"/>
                  </a:lnTo>
                  <a:lnTo>
                    <a:pt x="650240" y="404621"/>
                  </a:lnTo>
                  <a:lnTo>
                    <a:pt x="650240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50479" y="2898648"/>
              <a:ext cx="650240" cy="126364"/>
            </a:xfrm>
            <a:custGeom>
              <a:avLst/>
              <a:gdLst/>
              <a:ahLst/>
              <a:cxnLst/>
              <a:rect l="l" t="t" r="r" b="b"/>
              <a:pathLst>
                <a:path w="650240" h="126364">
                  <a:moveTo>
                    <a:pt x="325120" y="0"/>
                  </a:moveTo>
                  <a:lnTo>
                    <a:pt x="238633" y="2286"/>
                  </a:lnTo>
                  <a:lnTo>
                    <a:pt x="161036" y="8636"/>
                  </a:lnTo>
                  <a:lnTo>
                    <a:pt x="95250" y="18414"/>
                  </a:lnTo>
                  <a:lnTo>
                    <a:pt x="44323" y="31241"/>
                  </a:lnTo>
                  <a:lnTo>
                    <a:pt x="0" y="62991"/>
                  </a:lnTo>
                  <a:lnTo>
                    <a:pt x="11556" y="79882"/>
                  </a:lnTo>
                  <a:lnTo>
                    <a:pt x="95250" y="107696"/>
                  </a:lnTo>
                  <a:lnTo>
                    <a:pt x="161036" y="117601"/>
                  </a:lnTo>
                  <a:lnTo>
                    <a:pt x="238633" y="123951"/>
                  </a:lnTo>
                  <a:lnTo>
                    <a:pt x="325120" y="126237"/>
                  </a:lnTo>
                  <a:lnTo>
                    <a:pt x="411606" y="123951"/>
                  </a:lnTo>
                  <a:lnTo>
                    <a:pt x="489203" y="117601"/>
                  </a:lnTo>
                  <a:lnTo>
                    <a:pt x="554990" y="107696"/>
                  </a:lnTo>
                  <a:lnTo>
                    <a:pt x="605917" y="94996"/>
                  </a:lnTo>
                  <a:lnTo>
                    <a:pt x="650240" y="62991"/>
                  </a:lnTo>
                  <a:lnTo>
                    <a:pt x="638683" y="46227"/>
                  </a:lnTo>
                  <a:lnTo>
                    <a:pt x="554990" y="18414"/>
                  </a:lnTo>
                  <a:lnTo>
                    <a:pt x="489203" y="8636"/>
                  </a:lnTo>
                  <a:lnTo>
                    <a:pt x="411606" y="2286"/>
                  </a:lnTo>
                  <a:lnTo>
                    <a:pt x="325120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50479" y="2898648"/>
              <a:ext cx="650240" cy="530225"/>
            </a:xfrm>
            <a:custGeom>
              <a:avLst/>
              <a:gdLst/>
              <a:ahLst/>
              <a:cxnLst/>
              <a:rect l="l" t="t" r="r" b="b"/>
              <a:pathLst>
                <a:path w="650240" h="530225">
                  <a:moveTo>
                    <a:pt x="650240" y="62991"/>
                  </a:moveTo>
                  <a:lnTo>
                    <a:pt x="605917" y="94741"/>
                  </a:lnTo>
                  <a:lnTo>
                    <a:pt x="554990" y="107568"/>
                  </a:lnTo>
                  <a:lnTo>
                    <a:pt x="489203" y="117348"/>
                  </a:lnTo>
                  <a:lnTo>
                    <a:pt x="411606" y="123698"/>
                  </a:lnTo>
                  <a:lnTo>
                    <a:pt x="325120" y="125984"/>
                  </a:lnTo>
                  <a:lnTo>
                    <a:pt x="238633" y="123698"/>
                  </a:lnTo>
                  <a:lnTo>
                    <a:pt x="161036" y="117348"/>
                  </a:lnTo>
                  <a:lnTo>
                    <a:pt x="95250" y="107568"/>
                  </a:lnTo>
                  <a:lnTo>
                    <a:pt x="44323" y="94741"/>
                  </a:lnTo>
                  <a:lnTo>
                    <a:pt x="0" y="62991"/>
                  </a:lnTo>
                  <a:lnTo>
                    <a:pt x="11556" y="46227"/>
                  </a:lnTo>
                  <a:lnTo>
                    <a:pt x="95250" y="18414"/>
                  </a:lnTo>
                  <a:lnTo>
                    <a:pt x="161036" y="8636"/>
                  </a:lnTo>
                  <a:lnTo>
                    <a:pt x="238633" y="2286"/>
                  </a:lnTo>
                  <a:lnTo>
                    <a:pt x="325120" y="0"/>
                  </a:lnTo>
                  <a:lnTo>
                    <a:pt x="411606" y="2286"/>
                  </a:lnTo>
                  <a:lnTo>
                    <a:pt x="489203" y="8636"/>
                  </a:lnTo>
                  <a:lnTo>
                    <a:pt x="554990" y="18414"/>
                  </a:lnTo>
                  <a:lnTo>
                    <a:pt x="605917" y="31114"/>
                  </a:lnTo>
                  <a:lnTo>
                    <a:pt x="650240" y="62991"/>
                  </a:lnTo>
                  <a:lnTo>
                    <a:pt x="650240" y="466725"/>
                  </a:lnTo>
                  <a:lnTo>
                    <a:pt x="605917" y="498601"/>
                  </a:lnTo>
                  <a:lnTo>
                    <a:pt x="554990" y="511428"/>
                  </a:lnTo>
                  <a:lnTo>
                    <a:pt x="489203" y="521207"/>
                  </a:lnTo>
                  <a:lnTo>
                    <a:pt x="411606" y="527557"/>
                  </a:lnTo>
                  <a:lnTo>
                    <a:pt x="325120" y="529843"/>
                  </a:lnTo>
                  <a:lnTo>
                    <a:pt x="238633" y="527557"/>
                  </a:lnTo>
                  <a:lnTo>
                    <a:pt x="161036" y="521207"/>
                  </a:lnTo>
                  <a:lnTo>
                    <a:pt x="95250" y="511428"/>
                  </a:lnTo>
                  <a:lnTo>
                    <a:pt x="44323" y="498601"/>
                  </a:lnTo>
                  <a:lnTo>
                    <a:pt x="0" y="466725"/>
                  </a:lnTo>
                  <a:lnTo>
                    <a:pt x="0" y="6299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9035" y="2865120"/>
              <a:ext cx="1085087" cy="5608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6572" y="1690116"/>
            <a:ext cx="1222375" cy="2834640"/>
            <a:chOff x="766572" y="1690116"/>
            <a:chExt cx="1222375" cy="2834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572" y="1690116"/>
              <a:ext cx="1152143" cy="6979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572" y="2452116"/>
              <a:ext cx="1168908" cy="6309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12" y="3258312"/>
              <a:ext cx="890015" cy="5013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188" y="3983736"/>
              <a:ext cx="865632" cy="54101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924810" y="1836165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2876" y="2587828"/>
            <a:ext cx="394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8567" y="2546730"/>
            <a:ext cx="3924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Calibri"/>
                <a:cs typeface="Calibri"/>
              </a:rPr>
              <a:t>+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0091" y="3389503"/>
            <a:ext cx="10263505" cy="224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800">
              <a:latin typeface="Calibri"/>
              <a:cs typeface="Calibri"/>
            </a:endParaRPr>
          </a:p>
          <a:p>
            <a:pPr marL="1861185">
              <a:lnSpc>
                <a:spcPct val="100000"/>
              </a:lnSpc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800">
              <a:latin typeface="Calibri"/>
              <a:cs typeface="Calibri"/>
            </a:endParaRPr>
          </a:p>
          <a:p>
            <a:pPr marL="197485">
              <a:lnSpc>
                <a:spcPct val="100000"/>
              </a:lnSpc>
              <a:tabLst>
                <a:tab pos="1791970" algn="l"/>
              </a:tabLst>
            </a:pPr>
            <a:r>
              <a:rPr sz="1800" spc="-10" dirty="0">
                <a:latin typeface="Calibri"/>
                <a:cs typeface="Calibri"/>
              </a:rPr>
              <a:t>Samples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15" baseline="3086" dirty="0">
                <a:latin typeface="Calibri"/>
                <a:cs typeface="Calibri"/>
              </a:rPr>
              <a:t>Labels</a:t>
            </a:r>
            <a:endParaRPr sz="2700" baseline="3086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possible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values</a:t>
            </a:r>
            <a:r>
              <a:rPr sz="1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predefined</a:t>
            </a:r>
            <a:r>
              <a:rPr sz="18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discrete/categorical,</a:t>
            </a:r>
            <a:r>
              <a:rPr sz="18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called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classification.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8472" y="1505711"/>
            <a:ext cx="2747645" cy="3662045"/>
          </a:xfrm>
          <a:custGeom>
            <a:avLst/>
            <a:gdLst/>
            <a:ahLst/>
            <a:cxnLst/>
            <a:rect l="l" t="t" r="r" b="b"/>
            <a:pathLst>
              <a:path w="2747645" h="3662045">
                <a:moveTo>
                  <a:pt x="0" y="3661664"/>
                </a:moveTo>
                <a:lnTo>
                  <a:pt x="2747264" y="3661664"/>
                </a:lnTo>
                <a:lnTo>
                  <a:pt x="2747264" y="0"/>
                </a:lnTo>
                <a:lnTo>
                  <a:pt x="0" y="0"/>
                </a:lnTo>
                <a:lnTo>
                  <a:pt x="0" y="3661664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68953" y="2504059"/>
            <a:ext cx="25863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100" b="1" baseline="-8230" dirty="0">
                <a:latin typeface="Calibri"/>
                <a:cs typeface="Calibri"/>
              </a:rPr>
              <a:t>=</a:t>
            </a:r>
            <a:r>
              <a:rPr sz="8100" b="1" spc="-442" baseline="-82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Training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42859" y="2892551"/>
            <a:ext cx="516255" cy="542290"/>
            <a:chOff x="7642859" y="2892551"/>
            <a:chExt cx="516255" cy="542290"/>
          </a:xfrm>
        </p:grpSpPr>
        <p:sp>
          <p:nvSpPr>
            <p:cNvPr id="14" name="object 14"/>
            <p:cNvSpPr/>
            <p:nvPr/>
          </p:nvSpPr>
          <p:spPr>
            <a:xfrm>
              <a:off x="7648955" y="2961131"/>
              <a:ext cx="504190" cy="467995"/>
            </a:xfrm>
            <a:custGeom>
              <a:avLst/>
              <a:gdLst/>
              <a:ahLst/>
              <a:cxnLst/>
              <a:rect l="l" t="t" r="r" b="b"/>
              <a:pathLst>
                <a:path w="504190" h="467995">
                  <a:moveTo>
                    <a:pt x="504063" y="0"/>
                  </a:moveTo>
                  <a:lnTo>
                    <a:pt x="469646" y="31876"/>
                  </a:lnTo>
                  <a:lnTo>
                    <a:pt x="430275" y="44703"/>
                  </a:lnTo>
                  <a:lnTo>
                    <a:pt x="379222" y="54609"/>
                  </a:lnTo>
                  <a:lnTo>
                    <a:pt x="319024" y="60959"/>
                  </a:lnTo>
                  <a:lnTo>
                    <a:pt x="252095" y="63245"/>
                  </a:lnTo>
                  <a:lnTo>
                    <a:pt x="185039" y="60959"/>
                  </a:lnTo>
                  <a:lnTo>
                    <a:pt x="124841" y="54609"/>
                  </a:lnTo>
                  <a:lnTo>
                    <a:pt x="73787" y="44703"/>
                  </a:lnTo>
                  <a:lnTo>
                    <a:pt x="34417" y="31876"/>
                  </a:lnTo>
                  <a:lnTo>
                    <a:pt x="0" y="0"/>
                  </a:lnTo>
                  <a:lnTo>
                    <a:pt x="0" y="404621"/>
                  </a:lnTo>
                  <a:lnTo>
                    <a:pt x="34417" y="436625"/>
                  </a:lnTo>
                  <a:lnTo>
                    <a:pt x="73787" y="449325"/>
                  </a:lnTo>
                  <a:lnTo>
                    <a:pt x="124841" y="459231"/>
                  </a:lnTo>
                  <a:lnTo>
                    <a:pt x="185039" y="465581"/>
                  </a:lnTo>
                  <a:lnTo>
                    <a:pt x="252095" y="467867"/>
                  </a:lnTo>
                  <a:lnTo>
                    <a:pt x="319024" y="465581"/>
                  </a:lnTo>
                  <a:lnTo>
                    <a:pt x="379222" y="459231"/>
                  </a:lnTo>
                  <a:lnTo>
                    <a:pt x="430275" y="449325"/>
                  </a:lnTo>
                  <a:lnTo>
                    <a:pt x="469646" y="436625"/>
                  </a:lnTo>
                  <a:lnTo>
                    <a:pt x="504063" y="404621"/>
                  </a:lnTo>
                  <a:lnTo>
                    <a:pt x="50406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48955" y="2898647"/>
              <a:ext cx="504190" cy="126364"/>
            </a:xfrm>
            <a:custGeom>
              <a:avLst/>
              <a:gdLst/>
              <a:ahLst/>
              <a:cxnLst/>
              <a:rect l="l" t="t" r="r" b="b"/>
              <a:pathLst>
                <a:path w="504190" h="126364">
                  <a:moveTo>
                    <a:pt x="252095" y="0"/>
                  </a:moveTo>
                  <a:lnTo>
                    <a:pt x="185039" y="2286"/>
                  </a:lnTo>
                  <a:lnTo>
                    <a:pt x="124841" y="8636"/>
                  </a:lnTo>
                  <a:lnTo>
                    <a:pt x="73787" y="18414"/>
                  </a:lnTo>
                  <a:lnTo>
                    <a:pt x="34417" y="31241"/>
                  </a:lnTo>
                  <a:lnTo>
                    <a:pt x="0" y="62991"/>
                  </a:lnTo>
                  <a:lnTo>
                    <a:pt x="9017" y="79882"/>
                  </a:lnTo>
                  <a:lnTo>
                    <a:pt x="73787" y="107696"/>
                  </a:lnTo>
                  <a:lnTo>
                    <a:pt x="124841" y="117601"/>
                  </a:lnTo>
                  <a:lnTo>
                    <a:pt x="185039" y="123951"/>
                  </a:lnTo>
                  <a:lnTo>
                    <a:pt x="252095" y="126237"/>
                  </a:lnTo>
                  <a:lnTo>
                    <a:pt x="319024" y="123951"/>
                  </a:lnTo>
                  <a:lnTo>
                    <a:pt x="379222" y="117601"/>
                  </a:lnTo>
                  <a:lnTo>
                    <a:pt x="430275" y="107696"/>
                  </a:lnTo>
                  <a:lnTo>
                    <a:pt x="469646" y="94996"/>
                  </a:lnTo>
                  <a:lnTo>
                    <a:pt x="504063" y="62991"/>
                  </a:lnTo>
                  <a:lnTo>
                    <a:pt x="495046" y="46227"/>
                  </a:lnTo>
                  <a:lnTo>
                    <a:pt x="430275" y="18414"/>
                  </a:lnTo>
                  <a:lnTo>
                    <a:pt x="379222" y="8636"/>
                  </a:lnTo>
                  <a:lnTo>
                    <a:pt x="319024" y="2286"/>
                  </a:lnTo>
                  <a:lnTo>
                    <a:pt x="252095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48955" y="2898647"/>
              <a:ext cx="504190" cy="530225"/>
            </a:xfrm>
            <a:custGeom>
              <a:avLst/>
              <a:gdLst/>
              <a:ahLst/>
              <a:cxnLst/>
              <a:rect l="l" t="t" r="r" b="b"/>
              <a:pathLst>
                <a:path w="504190" h="530225">
                  <a:moveTo>
                    <a:pt x="504063" y="62991"/>
                  </a:moveTo>
                  <a:lnTo>
                    <a:pt x="469646" y="94741"/>
                  </a:lnTo>
                  <a:lnTo>
                    <a:pt x="430275" y="107568"/>
                  </a:lnTo>
                  <a:lnTo>
                    <a:pt x="379222" y="117348"/>
                  </a:lnTo>
                  <a:lnTo>
                    <a:pt x="319024" y="123698"/>
                  </a:lnTo>
                  <a:lnTo>
                    <a:pt x="252095" y="125984"/>
                  </a:lnTo>
                  <a:lnTo>
                    <a:pt x="185039" y="123698"/>
                  </a:lnTo>
                  <a:lnTo>
                    <a:pt x="124841" y="117348"/>
                  </a:lnTo>
                  <a:lnTo>
                    <a:pt x="73787" y="107568"/>
                  </a:lnTo>
                  <a:lnTo>
                    <a:pt x="34417" y="94741"/>
                  </a:lnTo>
                  <a:lnTo>
                    <a:pt x="0" y="62991"/>
                  </a:lnTo>
                  <a:lnTo>
                    <a:pt x="9017" y="46227"/>
                  </a:lnTo>
                  <a:lnTo>
                    <a:pt x="73787" y="18414"/>
                  </a:lnTo>
                  <a:lnTo>
                    <a:pt x="124841" y="8636"/>
                  </a:lnTo>
                  <a:lnTo>
                    <a:pt x="185039" y="2286"/>
                  </a:lnTo>
                  <a:lnTo>
                    <a:pt x="252095" y="0"/>
                  </a:lnTo>
                  <a:lnTo>
                    <a:pt x="319024" y="2286"/>
                  </a:lnTo>
                  <a:lnTo>
                    <a:pt x="379222" y="8636"/>
                  </a:lnTo>
                  <a:lnTo>
                    <a:pt x="430275" y="18414"/>
                  </a:lnTo>
                  <a:lnTo>
                    <a:pt x="469646" y="31114"/>
                  </a:lnTo>
                  <a:lnTo>
                    <a:pt x="504063" y="62991"/>
                  </a:lnTo>
                  <a:lnTo>
                    <a:pt x="504063" y="466725"/>
                  </a:lnTo>
                  <a:lnTo>
                    <a:pt x="469646" y="498601"/>
                  </a:lnTo>
                  <a:lnTo>
                    <a:pt x="430275" y="511428"/>
                  </a:lnTo>
                  <a:lnTo>
                    <a:pt x="379222" y="521207"/>
                  </a:lnTo>
                  <a:lnTo>
                    <a:pt x="319024" y="527557"/>
                  </a:lnTo>
                  <a:lnTo>
                    <a:pt x="252095" y="529843"/>
                  </a:lnTo>
                  <a:lnTo>
                    <a:pt x="185039" y="527557"/>
                  </a:lnTo>
                  <a:lnTo>
                    <a:pt x="124841" y="521207"/>
                  </a:lnTo>
                  <a:lnTo>
                    <a:pt x="73787" y="511428"/>
                  </a:lnTo>
                  <a:lnTo>
                    <a:pt x="34417" y="498601"/>
                  </a:lnTo>
                  <a:lnTo>
                    <a:pt x="0" y="466725"/>
                  </a:lnTo>
                  <a:lnTo>
                    <a:pt x="0" y="6299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89035" y="2865120"/>
            <a:ext cx="842772" cy="56083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008368" y="2015314"/>
            <a:ext cx="3768090" cy="137858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873760">
              <a:lnSpc>
                <a:spcPct val="100000"/>
              </a:lnSpc>
              <a:spcBef>
                <a:spcPts val="975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  <a:tabLst>
                <a:tab pos="1187450" algn="l"/>
                <a:tab pos="2200910" algn="l"/>
              </a:tabLst>
            </a:pPr>
            <a:r>
              <a:rPr sz="4400" spc="-25" dirty="0">
                <a:latin typeface="Cambria Math"/>
                <a:cs typeface="Cambria Math"/>
              </a:rPr>
              <a:t>𝑓(</a:t>
            </a:r>
            <a:r>
              <a:rPr sz="4400" dirty="0">
                <a:latin typeface="Cambria Math"/>
                <a:cs typeface="Cambria Math"/>
              </a:rPr>
              <a:t>	</a:t>
            </a:r>
            <a:r>
              <a:rPr sz="4400" spc="-50" dirty="0">
                <a:latin typeface="Cambria Math"/>
                <a:cs typeface="Cambria Math"/>
              </a:rPr>
              <a:t>,</a:t>
            </a:r>
            <a:r>
              <a:rPr sz="4400" dirty="0">
                <a:latin typeface="Cambria Math"/>
                <a:cs typeface="Cambria Math"/>
              </a:rPr>
              <a:t>	)</a:t>
            </a:r>
            <a:r>
              <a:rPr sz="4400" dirty="0">
                <a:latin typeface="Calibri"/>
                <a:cs typeface="Calibri"/>
              </a:rPr>
              <a:t>=</a:t>
            </a:r>
            <a:r>
              <a:rPr sz="4400" spc="-40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CAR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94846" y="6415836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1435" y="5934862"/>
            <a:ext cx="9979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Predefined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classes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means,</a:t>
            </a:r>
            <a:r>
              <a:rPr sz="1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will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produce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1800" b="1" spc="-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only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from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defined</a:t>
            </a:r>
            <a:r>
              <a:rPr sz="18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dataset.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1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example,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even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we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sz="1800" b="1" spc="3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 bus,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will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produce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either</a:t>
            </a:r>
            <a:r>
              <a:rPr sz="1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CAR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6572" y="1690116"/>
            <a:ext cx="1222375" cy="2834640"/>
            <a:chOff x="766572" y="1690116"/>
            <a:chExt cx="1222375" cy="2834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572" y="1690116"/>
              <a:ext cx="1152143" cy="6979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572" y="2452116"/>
              <a:ext cx="1168908" cy="6309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12" y="3258312"/>
              <a:ext cx="890015" cy="5013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188" y="3983736"/>
              <a:ext cx="865632" cy="5410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924810" y="1836165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2876" y="2587828"/>
            <a:ext cx="394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1404" y="3389503"/>
            <a:ext cx="492125" cy="97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BIKE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7805" y="4783963"/>
            <a:ext cx="779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Samples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8567" y="2546730"/>
            <a:ext cx="3924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latin typeface="Calibri"/>
                <a:cs typeface="Calibri"/>
              </a:rPr>
              <a:t>+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82189" y="4771770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Labels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8472" y="1505711"/>
            <a:ext cx="2747645" cy="3662045"/>
          </a:xfrm>
          <a:custGeom>
            <a:avLst/>
            <a:gdLst/>
            <a:ahLst/>
            <a:cxnLst/>
            <a:rect l="l" t="t" r="r" b="b"/>
            <a:pathLst>
              <a:path w="2747645" h="3662045">
                <a:moveTo>
                  <a:pt x="0" y="3661664"/>
                </a:moveTo>
                <a:lnTo>
                  <a:pt x="2747264" y="3661664"/>
                </a:lnTo>
                <a:lnTo>
                  <a:pt x="2747264" y="0"/>
                </a:lnTo>
                <a:lnTo>
                  <a:pt x="0" y="0"/>
                </a:lnTo>
                <a:lnTo>
                  <a:pt x="0" y="3661664"/>
                </a:lnTo>
                <a:close/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568953" y="2504059"/>
            <a:ext cx="25863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100" b="1" baseline="-8230" dirty="0">
                <a:latin typeface="Calibri"/>
                <a:cs typeface="Calibri"/>
              </a:rPr>
              <a:t>=</a:t>
            </a:r>
            <a:r>
              <a:rPr sz="8100" b="1" spc="-442" baseline="-82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Training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42859" y="2892551"/>
            <a:ext cx="516255" cy="542290"/>
            <a:chOff x="7642859" y="2892551"/>
            <a:chExt cx="516255" cy="542290"/>
          </a:xfrm>
        </p:grpSpPr>
        <p:sp>
          <p:nvSpPr>
            <p:cNvPr id="17" name="object 17"/>
            <p:cNvSpPr/>
            <p:nvPr/>
          </p:nvSpPr>
          <p:spPr>
            <a:xfrm>
              <a:off x="7648955" y="2961131"/>
              <a:ext cx="504190" cy="467995"/>
            </a:xfrm>
            <a:custGeom>
              <a:avLst/>
              <a:gdLst/>
              <a:ahLst/>
              <a:cxnLst/>
              <a:rect l="l" t="t" r="r" b="b"/>
              <a:pathLst>
                <a:path w="504190" h="467995">
                  <a:moveTo>
                    <a:pt x="504063" y="0"/>
                  </a:moveTo>
                  <a:lnTo>
                    <a:pt x="469646" y="31876"/>
                  </a:lnTo>
                  <a:lnTo>
                    <a:pt x="430275" y="44703"/>
                  </a:lnTo>
                  <a:lnTo>
                    <a:pt x="379222" y="54609"/>
                  </a:lnTo>
                  <a:lnTo>
                    <a:pt x="319024" y="60959"/>
                  </a:lnTo>
                  <a:lnTo>
                    <a:pt x="252095" y="63245"/>
                  </a:lnTo>
                  <a:lnTo>
                    <a:pt x="185039" y="60959"/>
                  </a:lnTo>
                  <a:lnTo>
                    <a:pt x="124841" y="54609"/>
                  </a:lnTo>
                  <a:lnTo>
                    <a:pt x="73787" y="44703"/>
                  </a:lnTo>
                  <a:lnTo>
                    <a:pt x="34417" y="31876"/>
                  </a:lnTo>
                  <a:lnTo>
                    <a:pt x="0" y="0"/>
                  </a:lnTo>
                  <a:lnTo>
                    <a:pt x="0" y="404621"/>
                  </a:lnTo>
                  <a:lnTo>
                    <a:pt x="34417" y="436625"/>
                  </a:lnTo>
                  <a:lnTo>
                    <a:pt x="73787" y="449325"/>
                  </a:lnTo>
                  <a:lnTo>
                    <a:pt x="124841" y="459231"/>
                  </a:lnTo>
                  <a:lnTo>
                    <a:pt x="185039" y="465581"/>
                  </a:lnTo>
                  <a:lnTo>
                    <a:pt x="252095" y="467867"/>
                  </a:lnTo>
                  <a:lnTo>
                    <a:pt x="319024" y="465581"/>
                  </a:lnTo>
                  <a:lnTo>
                    <a:pt x="379222" y="459231"/>
                  </a:lnTo>
                  <a:lnTo>
                    <a:pt x="430275" y="449325"/>
                  </a:lnTo>
                  <a:lnTo>
                    <a:pt x="469646" y="436625"/>
                  </a:lnTo>
                  <a:lnTo>
                    <a:pt x="504063" y="404621"/>
                  </a:lnTo>
                  <a:lnTo>
                    <a:pt x="50406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48955" y="2898647"/>
              <a:ext cx="504190" cy="126364"/>
            </a:xfrm>
            <a:custGeom>
              <a:avLst/>
              <a:gdLst/>
              <a:ahLst/>
              <a:cxnLst/>
              <a:rect l="l" t="t" r="r" b="b"/>
              <a:pathLst>
                <a:path w="504190" h="126364">
                  <a:moveTo>
                    <a:pt x="252095" y="0"/>
                  </a:moveTo>
                  <a:lnTo>
                    <a:pt x="185039" y="2286"/>
                  </a:lnTo>
                  <a:lnTo>
                    <a:pt x="124841" y="8636"/>
                  </a:lnTo>
                  <a:lnTo>
                    <a:pt x="73787" y="18414"/>
                  </a:lnTo>
                  <a:lnTo>
                    <a:pt x="34417" y="31241"/>
                  </a:lnTo>
                  <a:lnTo>
                    <a:pt x="0" y="62991"/>
                  </a:lnTo>
                  <a:lnTo>
                    <a:pt x="9017" y="79882"/>
                  </a:lnTo>
                  <a:lnTo>
                    <a:pt x="73787" y="107696"/>
                  </a:lnTo>
                  <a:lnTo>
                    <a:pt x="124841" y="117601"/>
                  </a:lnTo>
                  <a:lnTo>
                    <a:pt x="185039" y="123951"/>
                  </a:lnTo>
                  <a:lnTo>
                    <a:pt x="252095" y="126237"/>
                  </a:lnTo>
                  <a:lnTo>
                    <a:pt x="319024" y="123951"/>
                  </a:lnTo>
                  <a:lnTo>
                    <a:pt x="379222" y="117601"/>
                  </a:lnTo>
                  <a:lnTo>
                    <a:pt x="430275" y="107696"/>
                  </a:lnTo>
                  <a:lnTo>
                    <a:pt x="469646" y="94996"/>
                  </a:lnTo>
                  <a:lnTo>
                    <a:pt x="504063" y="62991"/>
                  </a:lnTo>
                  <a:lnTo>
                    <a:pt x="495046" y="46227"/>
                  </a:lnTo>
                  <a:lnTo>
                    <a:pt x="430275" y="18414"/>
                  </a:lnTo>
                  <a:lnTo>
                    <a:pt x="379222" y="8636"/>
                  </a:lnTo>
                  <a:lnTo>
                    <a:pt x="319024" y="2286"/>
                  </a:lnTo>
                  <a:lnTo>
                    <a:pt x="252095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48955" y="2898647"/>
              <a:ext cx="504190" cy="530225"/>
            </a:xfrm>
            <a:custGeom>
              <a:avLst/>
              <a:gdLst/>
              <a:ahLst/>
              <a:cxnLst/>
              <a:rect l="l" t="t" r="r" b="b"/>
              <a:pathLst>
                <a:path w="504190" h="530225">
                  <a:moveTo>
                    <a:pt x="504063" y="62991"/>
                  </a:moveTo>
                  <a:lnTo>
                    <a:pt x="469646" y="94741"/>
                  </a:lnTo>
                  <a:lnTo>
                    <a:pt x="430275" y="107568"/>
                  </a:lnTo>
                  <a:lnTo>
                    <a:pt x="379222" y="117348"/>
                  </a:lnTo>
                  <a:lnTo>
                    <a:pt x="319024" y="123698"/>
                  </a:lnTo>
                  <a:lnTo>
                    <a:pt x="252095" y="125984"/>
                  </a:lnTo>
                  <a:lnTo>
                    <a:pt x="185039" y="123698"/>
                  </a:lnTo>
                  <a:lnTo>
                    <a:pt x="124841" y="117348"/>
                  </a:lnTo>
                  <a:lnTo>
                    <a:pt x="73787" y="107568"/>
                  </a:lnTo>
                  <a:lnTo>
                    <a:pt x="34417" y="94741"/>
                  </a:lnTo>
                  <a:lnTo>
                    <a:pt x="0" y="62991"/>
                  </a:lnTo>
                  <a:lnTo>
                    <a:pt x="9017" y="46227"/>
                  </a:lnTo>
                  <a:lnTo>
                    <a:pt x="73787" y="18414"/>
                  </a:lnTo>
                  <a:lnTo>
                    <a:pt x="124841" y="8636"/>
                  </a:lnTo>
                  <a:lnTo>
                    <a:pt x="185039" y="2286"/>
                  </a:lnTo>
                  <a:lnTo>
                    <a:pt x="252095" y="0"/>
                  </a:lnTo>
                  <a:lnTo>
                    <a:pt x="319024" y="2286"/>
                  </a:lnTo>
                  <a:lnTo>
                    <a:pt x="379222" y="8636"/>
                  </a:lnTo>
                  <a:lnTo>
                    <a:pt x="430275" y="18414"/>
                  </a:lnTo>
                  <a:lnTo>
                    <a:pt x="469646" y="31114"/>
                  </a:lnTo>
                  <a:lnTo>
                    <a:pt x="504063" y="62991"/>
                  </a:lnTo>
                  <a:lnTo>
                    <a:pt x="504063" y="466725"/>
                  </a:lnTo>
                  <a:lnTo>
                    <a:pt x="469646" y="498601"/>
                  </a:lnTo>
                  <a:lnTo>
                    <a:pt x="430275" y="511428"/>
                  </a:lnTo>
                  <a:lnTo>
                    <a:pt x="379222" y="521207"/>
                  </a:lnTo>
                  <a:lnTo>
                    <a:pt x="319024" y="527557"/>
                  </a:lnTo>
                  <a:lnTo>
                    <a:pt x="252095" y="529843"/>
                  </a:lnTo>
                  <a:lnTo>
                    <a:pt x="185039" y="527557"/>
                  </a:lnTo>
                  <a:lnTo>
                    <a:pt x="124841" y="521207"/>
                  </a:lnTo>
                  <a:lnTo>
                    <a:pt x="73787" y="511428"/>
                  </a:lnTo>
                  <a:lnTo>
                    <a:pt x="34417" y="498601"/>
                  </a:lnTo>
                  <a:lnTo>
                    <a:pt x="0" y="466725"/>
                  </a:lnTo>
                  <a:lnTo>
                    <a:pt x="0" y="6299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008368" y="2015314"/>
            <a:ext cx="3768090" cy="137858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873760">
              <a:lnSpc>
                <a:spcPct val="100000"/>
              </a:lnSpc>
              <a:spcBef>
                <a:spcPts val="975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  <a:tabLst>
                <a:tab pos="1187450" algn="l"/>
                <a:tab pos="2200910" algn="l"/>
              </a:tabLst>
            </a:pPr>
            <a:r>
              <a:rPr sz="4400" spc="-25" dirty="0">
                <a:latin typeface="Cambria Math"/>
                <a:cs typeface="Cambria Math"/>
              </a:rPr>
              <a:t>𝑓(</a:t>
            </a:r>
            <a:r>
              <a:rPr sz="4400" dirty="0">
                <a:latin typeface="Cambria Math"/>
                <a:cs typeface="Cambria Math"/>
              </a:rPr>
              <a:t>	</a:t>
            </a:r>
            <a:r>
              <a:rPr sz="4400" spc="-50" dirty="0">
                <a:latin typeface="Cambria Math"/>
                <a:cs typeface="Cambria Math"/>
              </a:rPr>
              <a:t>,</a:t>
            </a:r>
            <a:r>
              <a:rPr sz="4400" dirty="0">
                <a:latin typeface="Cambria Math"/>
                <a:cs typeface="Cambria Math"/>
              </a:rPr>
              <a:t>	)</a:t>
            </a:r>
            <a:r>
              <a:rPr sz="4400" dirty="0">
                <a:latin typeface="Calibri"/>
                <a:cs typeface="Calibri"/>
              </a:rPr>
              <a:t>=</a:t>
            </a:r>
            <a:r>
              <a:rPr sz="4400" spc="-40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CAR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93607" y="2758439"/>
            <a:ext cx="976883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699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Classifier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060" y="1836420"/>
            <a:ext cx="3028188" cy="15148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1160" y="3695700"/>
            <a:ext cx="2609088" cy="1752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63752" y="1690116"/>
            <a:ext cx="4512945" cy="3876040"/>
          </a:xfrm>
          <a:prstGeom prst="rect">
            <a:avLst/>
          </a:prstGeom>
          <a:ln w="12192">
            <a:solidFill>
              <a:srgbClr val="2D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800">
              <a:latin typeface="Times New Roman"/>
              <a:cs typeface="Times New Roman"/>
            </a:endParaRPr>
          </a:p>
          <a:p>
            <a:pPr marR="161925" algn="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Elephant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800">
              <a:latin typeface="Calibri"/>
              <a:cs typeface="Calibri"/>
            </a:endParaRPr>
          </a:p>
          <a:p>
            <a:pPr marR="400685" algn="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Tiger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14261" y="2421635"/>
            <a:ext cx="4723130" cy="1847214"/>
            <a:chOff x="6414261" y="2421635"/>
            <a:chExt cx="4723130" cy="1847214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70035" y="2421635"/>
              <a:ext cx="2467355" cy="18470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20611" y="2785871"/>
              <a:ext cx="1382395" cy="1286510"/>
            </a:xfrm>
            <a:custGeom>
              <a:avLst/>
              <a:gdLst/>
              <a:ahLst/>
              <a:cxnLst/>
              <a:rect l="l" t="t" r="r" b="b"/>
              <a:pathLst>
                <a:path w="1382395" h="1286510">
                  <a:moveTo>
                    <a:pt x="1167764" y="0"/>
                  </a:moveTo>
                  <a:lnTo>
                    <a:pt x="214376" y="0"/>
                  </a:lnTo>
                  <a:lnTo>
                    <a:pt x="165227" y="5714"/>
                  </a:lnTo>
                  <a:lnTo>
                    <a:pt x="120141" y="21843"/>
                  </a:lnTo>
                  <a:lnTo>
                    <a:pt x="80263" y="47116"/>
                  </a:lnTo>
                  <a:lnTo>
                    <a:pt x="47116" y="80263"/>
                  </a:lnTo>
                  <a:lnTo>
                    <a:pt x="21843" y="120141"/>
                  </a:lnTo>
                  <a:lnTo>
                    <a:pt x="5714" y="165226"/>
                  </a:lnTo>
                  <a:lnTo>
                    <a:pt x="0" y="214375"/>
                  </a:lnTo>
                  <a:lnTo>
                    <a:pt x="0" y="1071626"/>
                  </a:lnTo>
                  <a:lnTo>
                    <a:pt x="5714" y="1120775"/>
                  </a:lnTo>
                  <a:lnTo>
                    <a:pt x="21843" y="1165859"/>
                  </a:lnTo>
                  <a:lnTo>
                    <a:pt x="47116" y="1205738"/>
                  </a:lnTo>
                  <a:lnTo>
                    <a:pt x="80263" y="1238884"/>
                  </a:lnTo>
                  <a:lnTo>
                    <a:pt x="120141" y="1264158"/>
                  </a:lnTo>
                  <a:lnTo>
                    <a:pt x="165227" y="1280286"/>
                  </a:lnTo>
                  <a:lnTo>
                    <a:pt x="214376" y="1286002"/>
                  </a:lnTo>
                  <a:lnTo>
                    <a:pt x="1167764" y="1286002"/>
                  </a:lnTo>
                  <a:lnTo>
                    <a:pt x="1216914" y="1280286"/>
                  </a:lnTo>
                  <a:lnTo>
                    <a:pt x="1261998" y="1264158"/>
                  </a:lnTo>
                  <a:lnTo>
                    <a:pt x="1301877" y="1238884"/>
                  </a:lnTo>
                  <a:lnTo>
                    <a:pt x="1335023" y="1205738"/>
                  </a:lnTo>
                  <a:lnTo>
                    <a:pt x="1360296" y="1165859"/>
                  </a:lnTo>
                  <a:lnTo>
                    <a:pt x="1376426" y="1120775"/>
                  </a:lnTo>
                  <a:lnTo>
                    <a:pt x="1382140" y="1071626"/>
                  </a:lnTo>
                  <a:lnTo>
                    <a:pt x="1382140" y="214375"/>
                  </a:lnTo>
                  <a:lnTo>
                    <a:pt x="1376426" y="165226"/>
                  </a:lnTo>
                  <a:lnTo>
                    <a:pt x="1360296" y="120141"/>
                  </a:lnTo>
                  <a:lnTo>
                    <a:pt x="1335023" y="80263"/>
                  </a:lnTo>
                  <a:lnTo>
                    <a:pt x="1301877" y="47116"/>
                  </a:lnTo>
                  <a:lnTo>
                    <a:pt x="1261998" y="21843"/>
                  </a:lnTo>
                  <a:lnTo>
                    <a:pt x="1216914" y="5714"/>
                  </a:lnTo>
                  <a:lnTo>
                    <a:pt x="116776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20611" y="2785871"/>
              <a:ext cx="1382395" cy="1286510"/>
            </a:xfrm>
            <a:custGeom>
              <a:avLst/>
              <a:gdLst/>
              <a:ahLst/>
              <a:cxnLst/>
              <a:rect l="l" t="t" r="r" b="b"/>
              <a:pathLst>
                <a:path w="1382395" h="1286510">
                  <a:moveTo>
                    <a:pt x="0" y="214375"/>
                  </a:moveTo>
                  <a:lnTo>
                    <a:pt x="5714" y="165226"/>
                  </a:lnTo>
                  <a:lnTo>
                    <a:pt x="21843" y="120141"/>
                  </a:lnTo>
                  <a:lnTo>
                    <a:pt x="47116" y="80263"/>
                  </a:lnTo>
                  <a:lnTo>
                    <a:pt x="80263" y="47116"/>
                  </a:lnTo>
                  <a:lnTo>
                    <a:pt x="120141" y="21843"/>
                  </a:lnTo>
                  <a:lnTo>
                    <a:pt x="165227" y="5714"/>
                  </a:lnTo>
                  <a:lnTo>
                    <a:pt x="214376" y="0"/>
                  </a:lnTo>
                  <a:lnTo>
                    <a:pt x="1167764" y="0"/>
                  </a:lnTo>
                  <a:lnTo>
                    <a:pt x="1216914" y="5714"/>
                  </a:lnTo>
                  <a:lnTo>
                    <a:pt x="1261998" y="21843"/>
                  </a:lnTo>
                  <a:lnTo>
                    <a:pt x="1301877" y="47116"/>
                  </a:lnTo>
                  <a:lnTo>
                    <a:pt x="1335023" y="80263"/>
                  </a:lnTo>
                  <a:lnTo>
                    <a:pt x="1360296" y="120141"/>
                  </a:lnTo>
                  <a:lnTo>
                    <a:pt x="1376426" y="165226"/>
                  </a:lnTo>
                  <a:lnTo>
                    <a:pt x="1382140" y="214375"/>
                  </a:lnTo>
                  <a:lnTo>
                    <a:pt x="1382140" y="1071626"/>
                  </a:lnTo>
                  <a:lnTo>
                    <a:pt x="1376426" y="1120775"/>
                  </a:lnTo>
                  <a:lnTo>
                    <a:pt x="1360296" y="1165859"/>
                  </a:lnTo>
                  <a:lnTo>
                    <a:pt x="1335023" y="1205738"/>
                  </a:lnTo>
                  <a:lnTo>
                    <a:pt x="1301877" y="1238884"/>
                  </a:lnTo>
                  <a:lnTo>
                    <a:pt x="1261998" y="1264158"/>
                  </a:lnTo>
                  <a:lnTo>
                    <a:pt x="1216914" y="1280286"/>
                  </a:lnTo>
                  <a:lnTo>
                    <a:pt x="1167764" y="1286002"/>
                  </a:lnTo>
                  <a:lnTo>
                    <a:pt x="214376" y="1286002"/>
                  </a:lnTo>
                  <a:lnTo>
                    <a:pt x="165227" y="1280286"/>
                  </a:lnTo>
                  <a:lnTo>
                    <a:pt x="120141" y="1264158"/>
                  </a:lnTo>
                  <a:lnTo>
                    <a:pt x="80263" y="1238884"/>
                  </a:lnTo>
                  <a:lnTo>
                    <a:pt x="47116" y="1205738"/>
                  </a:lnTo>
                  <a:lnTo>
                    <a:pt x="21843" y="1165859"/>
                  </a:lnTo>
                  <a:lnTo>
                    <a:pt x="5714" y="1120775"/>
                  </a:lnTo>
                  <a:lnTo>
                    <a:pt x="0" y="1071626"/>
                  </a:lnTo>
                  <a:lnTo>
                    <a:pt x="0" y="214375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17826" y="5659628"/>
            <a:ext cx="996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70009" y="4305427"/>
            <a:ext cx="1953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Identify</a:t>
            </a:r>
            <a:r>
              <a:rPr sz="18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Animal</a:t>
            </a:r>
            <a:r>
              <a:rPr sz="18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84391" y="3250438"/>
            <a:ext cx="843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990588" y="2249423"/>
            <a:ext cx="1636395" cy="1392555"/>
            <a:chOff x="6990588" y="2249423"/>
            <a:chExt cx="1636395" cy="1392555"/>
          </a:xfrm>
        </p:grpSpPr>
        <p:sp>
          <p:nvSpPr>
            <p:cNvPr id="14" name="object 14"/>
            <p:cNvSpPr/>
            <p:nvPr/>
          </p:nvSpPr>
          <p:spPr>
            <a:xfrm>
              <a:off x="7812024" y="3291839"/>
              <a:ext cx="808990" cy="344170"/>
            </a:xfrm>
            <a:custGeom>
              <a:avLst/>
              <a:gdLst/>
              <a:ahLst/>
              <a:cxnLst/>
              <a:rect l="l" t="t" r="r" b="b"/>
              <a:pathLst>
                <a:path w="808990" h="344170">
                  <a:moveTo>
                    <a:pt x="172084" y="0"/>
                  </a:moveTo>
                  <a:lnTo>
                    <a:pt x="0" y="172085"/>
                  </a:lnTo>
                  <a:lnTo>
                    <a:pt x="172084" y="344043"/>
                  </a:lnTo>
                  <a:lnTo>
                    <a:pt x="172084" y="258063"/>
                  </a:lnTo>
                  <a:lnTo>
                    <a:pt x="808862" y="258063"/>
                  </a:lnTo>
                  <a:lnTo>
                    <a:pt x="808862" y="85979"/>
                  </a:lnTo>
                  <a:lnTo>
                    <a:pt x="172084" y="85979"/>
                  </a:lnTo>
                  <a:lnTo>
                    <a:pt x="1720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12024" y="3291839"/>
              <a:ext cx="808990" cy="344170"/>
            </a:xfrm>
            <a:custGeom>
              <a:avLst/>
              <a:gdLst/>
              <a:ahLst/>
              <a:cxnLst/>
              <a:rect l="l" t="t" r="r" b="b"/>
              <a:pathLst>
                <a:path w="808990" h="344170">
                  <a:moveTo>
                    <a:pt x="0" y="172085"/>
                  </a:moveTo>
                  <a:lnTo>
                    <a:pt x="172084" y="0"/>
                  </a:lnTo>
                  <a:lnTo>
                    <a:pt x="172084" y="85979"/>
                  </a:lnTo>
                  <a:lnTo>
                    <a:pt x="808862" y="85979"/>
                  </a:lnTo>
                  <a:lnTo>
                    <a:pt x="808862" y="258063"/>
                  </a:lnTo>
                  <a:lnTo>
                    <a:pt x="172084" y="258063"/>
                  </a:lnTo>
                  <a:lnTo>
                    <a:pt x="172084" y="344043"/>
                  </a:lnTo>
                  <a:lnTo>
                    <a:pt x="0" y="172085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96684" y="2255519"/>
              <a:ext cx="239395" cy="510540"/>
            </a:xfrm>
            <a:custGeom>
              <a:avLst/>
              <a:gdLst/>
              <a:ahLst/>
              <a:cxnLst/>
              <a:rect l="l" t="t" r="r" b="b"/>
              <a:pathLst>
                <a:path w="239395" h="510539">
                  <a:moveTo>
                    <a:pt x="119507" y="0"/>
                  </a:moveTo>
                  <a:lnTo>
                    <a:pt x="0" y="119633"/>
                  </a:lnTo>
                  <a:lnTo>
                    <a:pt x="59817" y="119633"/>
                  </a:lnTo>
                  <a:lnTo>
                    <a:pt x="59817" y="510539"/>
                  </a:lnTo>
                  <a:lnTo>
                    <a:pt x="179324" y="510539"/>
                  </a:lnTo>
                  <a:lnTo>
                    <a:pt x="179324" y="119633"/>
                  </a:lnTo>
                  <a:lnTo>
                    <a:pt x="239141" y="119633"/>
                  </a:lnTo>
                  <a:lnTo>
                    <a:pt x="11950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96684" y="2255519"/>
              <a:ext cx="239395" cy="510540"/>
            </a:xfrm>
            <a:custGeom>
              <a:avLst/>
              <a:gdLst/>
              <a:ahLst/>
              <a:cxnLst/>
              <a:rect l="l" t="t" r="r" b="b"/>
              <a:pathLst>
                <a:path w="239395" h="510539">
                  <a:moveTo>
                    <a:pt x="0" y="119633"/>
                  </a:moveTo>
                  <a:lnTo>
                    <a:pt x="119507" y="0"/>
                  </a:lnTo>
                  <a:lnTo>
                    <a:pt x="239141" y="119633"/>
                  </a:lnTo>
                  <a:lnTo>
                    <a:pt x="179324" y="119633"/>
                  </a:lnTo>
                  <a:lnTo>
                    <a:pt x="179324" y="510539"/>
                  </a:lnTo>
                  <a:lnTo>
                    <a:pt x="59817" y="510539"/>
                  </a:lnTo>
                  <a:lnTo>
                    <a:pt x="59817" y="119633"/>
                  </a:lnTo>
                  <a:lnTo>
                    <a:pt x="0" y="119633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60006" y="1915795"/>
            <a:ext cx="8394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Elephant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70220" y="3345179"/>
            <a:ext cx="786130" cy="239395"/>
            <a:chOff x="5570220" y="3345179"/>
            <a:chExt cx="786130" cy="239395"/>
          </a:xfrm>
        </p:grpSpPr>
        <p:sp>
          <p:nvSpPr>
            <p:cNvPr id="20" name="object 20"/>
            <p:cNvSpPr/>
            <p:nvPr/>
          </p:nvSpPr>
          <p:spPr>
            <a:xfrm>
              <a:off x="5576316" y="3351275"/>
              <a:ext cx="774065" cy="227329"/>
            </a:xfrm>
            <a:custGeom>
              <a:avLst/>
              <a:gdLst/>
              <a:ahLst/>
              <a:cxnLst/>
              <a:rect l="l" t="t" r="r" b="b"/>
              <a:pathLst>
                <a:path w="774064" h="227329">
                  <a:moveTo>
                    <a:pt x="660273" y="0"/>
                  </a:moveTo>
                  <a:lnTo>
                    <a:pt x="660273" y="56641"/>
                  </a:lnTo>
                  <a:lnTo>
                    <a:pt x="0" y="56641"/>
                  </a:lnTo>
                  <a:lnTo>
                    <a:pt x="0" y="170179"/>
                  </a:lnTo>
                  <a:lnTo>
                    <a:pt x="660273" y="170179"/>
                  </a:lnTo>
                  <a:lnTo>
                    <a:pt x="660273" y="226822"/>
                  </a:lnTo>
                  <a:lnTo>
                    <a:pt x="773684" y="113411"/>
                  </a:lnTo>
                  <a:lnTo>
                    <a:pt x="66027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76316" y="3351275"/>
              <a:ext cx="774065" cy="227329"/>
            </a:xfrm>
            <a:custGeom>
              <a:avLst/>
              <a:gdLst/>
              <a:ahLst/>
              <a:cxnLst/>
              <a:rect l="l" t="t" r="r" b="b"/>
              <a:pathLst>
                <a:path w="774064" h="227329">
                  <a:moveTo>
                    <a:pt x="0" y="56641"/>
                  </a:moveTo>
                  <a:lnTo>
                    <a:pt x="660273" y="56641"/>
                  </a:lnTo>
                  <a:lnTo>
                    <a:pt x="660273" y="0"/>
                  </a:lnTo>
                  <a:lnTo>
                    <a:pt x="773684" y="113411"/>
                  </a:lnTo>
                  <a:lnTo>
                    <a:pt x="660273" y="226822"/>
                  </a:lnTo>
                  <a:lnTo>
                    <a:pt x="660273" y="170179"/>
                  </a:lnTo>
                  <a:lnTo>
                    <a:pt x="0" y="170179"/>
                  </a:lnTo>
                  <a:lnTo>
                    <a:pt x="0" y="56641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8303" y="1684020"/>
            <a:ext cx="3945254" cy="3104515"/>
            <a:chOff x="908303" y="1684020"/>
            <a:chExt cx="3945254" cy="3104515"/>
          </a:xfrm>
        </p:grpSpPr>
        <p:sp>
          <p:nvSpPr>
            <p:cNvPr id="3" name="object 3"/>
            <p:cNvSpPr/>
            <p:nvPr/>
          </p:nvSpPr>
          <p:spPr>
            <a:xfrm>
              <a:off x="914399" y="1690116"/>
              <a:ext cx="3933190" cy="3092450"/>
            </a:xfrm>
            <a:custGeom>
              <a:avLst/>
              <a:gdLst/>
              <a:ahLst/>
              <a:cxnLst/>
              <a:rect l="l" t="t" r="r" b="b"/>
              <a:pathLst>
                <a:path w="3933190" h="3092450">
                  <a:moveTo>
                    <a:pt x="0" y="3091942"/>
                  </a:moveTo>
                  <a:lnTo>
                    <a:pt x="3933063" y="3091942"/>
                  </a:lnTo>
                  <a:lnTo>
                    <a:pt x="3933063" y="0"/>
                  </a:lnTo>
                  <a:lnTo>
                    <a:pt x="0" y="0"/>
                  </a:lnTo>
                  <a:lnTo>
                    <a:pt x="0" y="3091942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035" y="1959864"/>
              <a:ext cx="3797808" cy="26289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635" y="574039"/>
            <a:ext cx="24542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Regression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9226" y="4905882"/>
            <a:ext cx="996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7991" y="6129324"/>
            <a:ext cx="9384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[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If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possible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18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values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r>
              <a:rPr sz="1800" b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continuous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real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values,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then</a:t>
            </a:r>
            <a:r>
              <a:rPr sz="18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called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98792" y="2892551"/>
            <a:ext cx="518159" cy="542290"/>
            <a:chOff x="7098792" y="2892551"/>
            <a:chExt cx="518159" cy="542290"/>
          </a:xfrm>
        </p:grpSpPr>
        <p:sp>
          <p:nvSpPr>
            <p:cNvPr id="9" name="object 9"/>
            <p:cNvSpPr/>
            <p:nvPr/>
          </p:nvSpPr>
          <p:spPr>
            <a:xfrm>
              <a:off x="7104888" y="2962655"/>
              <a:ext cx="506095" cy="466090"/>
            </a:xfrm>
            <a:custGeom>
              <a:avLst/>
              <a:gdLst/>
              <a:ahLst/>
              <a:cxnLst/>
              <a:rect l="l" t="t" r="r" b="b"/>
              <a:pathLst>
                <a:path w="506095" h="466089">
                  <a:moveTo>
                    <a:pt x="505840" y="0"/>
                  </a:moveTo>
                  <a:lnTo>
                    <a:pt x="471296" y="31877"/>
                  </a:lnTo>
                  <a:lnTo>
                    <a:pt x="431800" y="44577"/>
                  </a:lnTo>
                  <a:lnTo>
                    <a:pt x="380618" y="54483"/>
                  </a:lnTo>
                  <a:lnTo>
                    <a:pt x="320166" y="60833"/>
                  </a:lnTo>
                  <a:lnTo>
                    <a:pt x="252856" y="63119"/>
                  </a:lnTo>
                  <a:lnTo>
                    <a:pt x="185673" y="60833"/>
                  </a:lnTo>
                  <a:lnTo>
                    <a:pt x="125221" y="54483"/>
                  </a:lnTo>
                  <a:lnTo>
                    <a:pt x="74040" y="44577"/>
                  </a:lnTo>
                  <a:lnTo>
                    <a:pt x="34543" y="31877"/>
                  </a:lnTo>
                  <a:lnTo>
                    <a:pt x="0" y="0"/>
                  </a:lnTo>
                  <a:lnTo>
                    <a:pt x="0" y="402971"/>
                  </a:lnTo>
                  <a:lnTo>
                    <a:pt x="34543" y="434848"/>
                  </a:lnTo>
                  <a:lnTo>
                    <a:pt x="74040" y="447548"/>
                  </a:lnTo>
                  <a:lnTo>
                    <a:pt x="125221" y="457454"/>
                  </a:lnTo>
                  <a:lnTo>
                    <a:pt x="185673" y="463804"/>
                  </a:lnTo>
                  <a:lnTo>
                    <a:pt x="252856" y="466090"/>
                  </a:lnTo>
                  <a:lnTo>
                    <a:pt x="320166" y="463804"/>
                  </a:lnTo>
                  <a:lnTo>
                    <a:pt x="380618" y="457454"/>
                  </a:lnTo>
                  <a:lnTo>
                    <a:pt x="431800" y="447548"/>
                  </a:lnTo>
                  <a:lnTo>
                    <a:pt x="471296" y="434848"/>
                  </a:lnTo>
                  <a:lnTo>
                    <a:pt x="505840" y="402971"/>
                  </a:lnTo>
                  <a:lnTo>
                    <a:pt x="505840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04888" y="2898647"/>
              <a:ext cx="506095" cy="126364"/>
            </a:xfrm>
            <a:custGeom>
              <a:avLst/>
              <a:gdLst/>
              <a:ahLst/>
              <a:cxnLst/>
              <a:rect l="l" t="t" r="r" b="b"/>
              <a:pathLst>
                <a:path w="506095" h="126364">
                  <a:moveTo>
                    <a:pt x="252856" y="0"/>
                  </a:moveTo>
                  <a:lnTo>
                    <a:pt x="185673" y="2286"/>
                  </a:lnTo>
                  <a:lnTo>
                    <a:pt x="125221" y="8636"/>
                  </a:lnTo>
                  <a:lnTo>
                    <a:pt x="74040" y="18414"/>
                  </a:lnTo>
                  <a:lnTo>
                    <a:pt x="34543" y="31241"/>
                  </a:lnTo>
                  <a:lnTo>
                    <a:pt x="0" y="62991"/>
                  </a:lnTo>
                  <a:lnTo>
                    <a:pt x="9016" y="79755"/>
                  </a:lnTo>
                  <a:lnTo>
                    <a:pt x="74040" y="107568"/>
                  </a:lnTo>
                  <a:lnTo>
                    <a:pt x="125221" y="117348"/>
                  </a:lnTo>
                  <a:lnTo>
                    <a:pt x="185673" y="123698"/>
                  </a:lnTo>
                  <a:lnTo>
                    <a:pt x="252856" y="125984"/>
                  </a:lnTo>
                  <a:lnTo>
                    <a:pt x="320166" y="123698"/>
                  </a:lnTo>
                  <a:lnTo>
                    <a:pt x="380618" y="117348"/>
                  </a:lnTo>
                  <a:lnTo>
                    <a:pt x="431800" y="107568"/>
                  </a:lnTo>
                  <a:lnTo>
                    <a:pt x="471296" y="94741"/>
                  </a:lnTo>
                  <a:lnTo>
                    <a:pt x="505840" y="62991"/>
                  </a:lnTo>
                  <a:lnTo>
                    <a:pt x="496823" y="46227"/>
                  </a:lnTo>
                  <a:lnTo>
                    <a:pt x="431800" y="18414"/>
                  </a:lnTo>
                  <a:lnTo>
                    <a:pt x="380618" y="8636"/>
                  </a:lnTo>
                  <a:lnTo>
                    <a:pt x="320166" y="2286"/>
                  </a:lnTo>
                  <a:lnTo>
                    <a:pt x="252856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04888" y="2898647"/>
              <a:ext cx="506095" cy="530225"/>
            </a:xfrm>
            <a:custGeom>
              <a:avLst/>
              <a:gdLst/>
              <a:ahLst/>
              <a:cxnLst/>
              <a:rect l="l" t="t" r="r" b="b"/>
              <a:pathLst>
                <a:path w="506095" h="530225">
                  <a:moveTo>
                    <a:pt x="505840" y="63246"/>
                  </a:moveTo>
                  <a:lnTo>
                    <a:pt x="471296" y="95123"/>
                  </a:lnTo>
                  <a:lnTo>
                    <a:pt x="431800" y="107823"/>
                  </a:lnTo>
                  <a:lnTo>
                    <a:pt x="380618" y="117728"/>
                  </a:lnTo>
                  <a:lnTo>
                    <a:pt x="320166" y="124078"/>
                  </a:lnTo>
                  <a:lnTo>
                    <a:pt x="252856" y="126364"/>
                  </a:lnTo>
                  <a:lnTo>
                    <a:pt x="185673" y="124078"/>
                  </a:lnTo>
                  <a:lnTo>
                    <a:pt x="125221" y="117728"/>
                  </a:lnTo>
                  <a:lnTo>
                    <a:pt x="74040" y="107823"/>
                  </a:lnTo>
                  <a:lnTo>
                    <a:pt x="34543" y="95123"/>
                  </a:lnTo>
                  <a:lnTo>
                    <a:pt x="0" y="63246"/>
                  </a:lnTo>
                  <a:lnTo>
                    <a:pt x="9016" y="46354"/>
                  </a:lnTo>
                  <a:lnTo>
                    <a:pt x="74040" y="18541"/>
                  </a:lnTo>
                  <a:lnTo>
                    <a:pt x="125221" y="8636"/>
                  </a:lnTo>
                  <a:lnTo>
                    <a:pt x="185673" y="2286"/>
                  </a:lnTo>
                  <a:lnTo>
                    <a:pt x="252856" y="0"/>
                  </a:lnTo>
                  <a:lnTo>
                    <a:pt x="320166" y="2286"/>
                  </a:lnTo>
                  <a:lnTo>
                    <a:pt x="380618" y="8636"/>
                  </a:lnTo>
                  <a:lnTo>
                    <a:pt x="431800" y="18541"/>
                  </a:lnTo>
                  <a:lnTo>
                    <a:pt x="471296" y="31241"/>
                  </a:lnTo>
                  <a:lnTo>
                    <a:pt x="505840" y="63246"/>
                  </a:lnTo>
                  <a:lnTo>
                    <a:pt x="505840" y="466598"/>
                  </a:lnTo>
                  <a:lnTo>
                    <a:pt x="471296" y="498601"/>
                  </a:lnTo>
                  <a:lnTo>
                    <a:pt x="431800" y="511301"/>
                  </a:lnTo>
                  <a:lnTo>
                    <a:pt x="380618" y="521207"/>
                  </a:lnTo>
                  <a:lnTo>
                    <a:pt x="320166" y="527557"/>
                  </a:lnTo>
                  <a:lnTo>
                    <a:pt x="252856" y="529843"/>
                  </a:lnTo>
                  <a:lnTo>
                    <a:pt x="185673" y="527557"/>
                  </a:lnTo>
                  <a:lnTo>
                    <a:pt x="125221" y="521207"/>
                  </a:lnTo>
                  <a:lnTo>
                    <a:pt x="74040" y="511301"/>
                  </a:lnTo>
                  <a:lnTo>
                    <a:pt x="34543" y="498601"/>
                  </a:lnTo>
                  <a:lnTo>
                    <a:pt x="0" y="466598"/>
                  </a:lnTo>
                  <a:lnTo>
                    <a:pt x="0" y="63246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01356" y="2570988"/>
            <a:ext cx="1008888" cy="923543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00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Regression</a:t>
            </a:r>
          </a:p>
          <a:p>
            <a:pPr marL="12700">
              <a:lnSpc>
                <a:spcPct val="100000"/>
              </a:lnSpc>
              <a:spcBef>
                <a:spcPts val="3754"/>
              </a:spcBef>
              <a:tabLst>
                <a:tab pos="1187450" algn="l"/>
                <a:tab pos="2200910" algn="l"/>
              </a:tabLst>
            </a:pPr>
            <a:r>
              <a:rPr sz="4400" b="0" spc="-25" dirty="0">
                <a:solidFill>
                  <a:srgbClr val="000000"/>
                </a:solidFill>
                <a:latin typeface="Cambria Math"/>
                <a:cs typeface="Cambria Math"/>
              </a:rPr>
              <a:t>𝑓(</a:t>
            </a:r>
            <a:r>
              <a:rPr sz="4400" b="0" dirty="0">
                <a:solidFill>
                  <a:srgbClr val="000000"/>
                </a:solidFill>
                <a:latin typeface="Cambria Math"/>
                <a:cs typeface="Cambria Math"/>
              </a:rPr>
              <a:t>	</a:t>
            </a:r>
            <a:r>
              <a:rPr sz="4400" b="0" spc="-50" dirty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sz="4400" b="0" dirty="0">
                <a:solidFill>
                  <a:srgbClr val="000000"/>
                </a:solidFill>
                <a:latin typeface="Cambria Math"/>
                <a:cs typeface="Cambria Math"/>
              </a:rPr>
              <a:t>	)</a:t>
            </a: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44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Calibri"/>
                <a:cs typeface="Calibri"/>
              </a:rPr>
              <a:t>20500.50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091" y="1481404"/>
            <a:ext cx="9910445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b="1" spc="24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b="1" spc="25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b="1" spc="25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Regression</a:t>
            </a:r>
            <a:r>
              <a:rPr b="1" spc="25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problems</a:t>
            </a:r>
            <a:r>
              <a:rPr b="1" spc="25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are</a:t>
            </a:r>
            <a:r>
              <a:rPr b="1" spc="25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supervised,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because</a:t>
            </a:r>
            <a:r>
              <a:rPr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decision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depends</a:t>
            </a:r>
            <a:r>
              <a:rPr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characteristics</a:t>
            </a:r>
            <a:r>
              <a:rPr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of the</a:t>
            </a:r>
            <a:r>
              <a:rPr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ground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truth</a:t>
            </a:r>
            <a:r>
              <a:rPr b="1" spc="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labels</a:t>
            </a:r>
            <a:r>
              <a:rPr b="1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b="1" spc="1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values</a:t>
            </a:r>
            <a:r>
              <a:rPr b="1" spc="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present</a:t>
            </a:r>
            <a:r>
              <a:rPr b="1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b="1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b="1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dataset,</a:t>
            </a:r>
            <a:r>
              <a:rPr b="1" spc="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which</a:t>
            </a:r>
            <a:r>
              <a:rPr b="1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we</a:t>
            </a:r>
            <a:r>
              <a:rPr b="1" spc="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define</a:t>
            </a:r>
            <a:r>
              <a:rPr b="1" spc="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as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experience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463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What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is</a:t>
            </a:r>
            <a:r>
              <a:rPr sz="4400" spc="-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Unsupervised</a:t>
            </a:r>
            <a:r>
              <a:rPr sz="4400" spc="-75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97991" y="6136944"/>
            <a:ext cx="82492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unsupervised</a:t>
            </a:r>
            <a:r>
              <a:rPr sz="1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learning,</a:t>
            </a:r>
            <a:r>
              <a:rPr sz="18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we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do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not</a:t>
            </a: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need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know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labels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or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Ground</a:t>
            </a:r>
            <a:r>
              <a:rPr sz="1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truth</a:t>
            </a: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values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2" y="1690116"/>
            <a:ext cx="1316736" cy="6979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572" y="2452116"/>
            <a:ext cx="1336548" cy="6309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611" y="3258311"/>
            <a:ext cx="1016508" cy="5013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3188" y="3983735"/>
            <a:ext cx="989076" cy="5410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8321" y="1930653"/>
            <a:ext cx="1929130" cy="3351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endParaRPr sz="1800">
              <a:latin typeface="Times New Roman"/>
              <a:cs typeface="Times New Roman"/>
            </a:endParaRPr>
          </a:p>
          <a:p>
            <a:pPr marL="1290955" marR="5080" indent="100330" algn="just">
              <a:lnSpc>
                <a:spcPct val="247300"/>
              </a:lnSpc>
              <a:spcBef>
                <a:spcPts val="575"/>
              </a:spcBef>
            </a:pPr>
            <a:r>
              <a:rPr sz="1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CAR </a:t>
            </a:r>
            <a:r>
              <a:rPr sz="1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BIKE BIKE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72105" y="1919477"/>
            <a:ext cx="401955" cy="367030"/>
          </a:xfrm>
          <a:custGeom>
            <a:avLst/>
            <a:gdLst/>
            <a:ahLst/>
            <a:cxnLst/>
            <a:rect l="l" t="t" r="r" b="b"/>
            <a:pathLst>
              <a:path w="401955" h="367030">
                <a:moveTo>
                  <a:pt x="0" y="0"/>
                </a:moveTo>
                <a:lnTo>
                  <a:pt x="371094" y="367030"/>
                </a:lnTo>
              </a:path>
              <a:path w="401955" h="367030">
                <a:moveTo>
                  <a:pt x="401700" y="0"/>
                </a:moveTo>
                <a:lnTo>
                  <a:pt x="66293" y="365506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72105" y="2654045"/>
            <a:ext cx="401955" cy="367030"/>
          </a:xfrm>
          <a:custGeom>
            <a:avLst/>
            <a:gdLst/>
            <a:ahLst/>
            <a:cxnLst/>
            <a:rect l="l" t="t" r="r" b="b"/>
            <a:pathLst>
              <a:path w="401955" h="367030">
                <a:moveTo>
                  <a:pt x="0" y="0"/>
                </a:moveTo>
                <a:lnTo>
                  <a:pt x="371094" y="367029"/>
                </a:lnTo>
              </a:path>
              <a:path w="401955" h="367030">
                <a:moveTo>
                  <a:pt x="401700" y="0"/>
                </a:moveTo>
                <a:lnTo>
                  <a:pt x="66293" y="365505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72105" y="3484626"/>
            <a:ext cx="401955" cy="365760"/>
          </a:xfrm>
          <a:custGeom>
            <a:avLst/>
            <a:gdLst/>
            <a:ahLst/>
            <a:cxnLst/>
            <a:rect l="l" t="t" r="r" b="b"/>
            <a:pathLst>
              <a:path w="401955" h="365760">
                <a:moveTo>
                  <a:pt x="0" y="0"/>
                </a:moveTo>
                <a:lnTo>
                  <a:pt x="371094" y="365506"/>
                </a:lnTo>
              </a:path>
              <a:path w="401955" h="365760">
                <a:moveTo>
                  <a:pt x="401700" y="0"/>
                </a:moveTo>
                <a:lnTo>
                  <a:pt x="66293" y="363981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97429" y="4152138"/>
            <a:ext cx="399415" cy="365760"/>
          </a:xfrm>
          <a:custGeom>
            <a:avLst/>
            <a:gdLst/>
            <a:ahLst/>
            <a:cxnLst/>
            <a:rect l="l" t="t" r="r" b="b"/>
            <a:pathLst>
              <a:path w="399414" h="365760">
                <a:moveTo>
                  <a:pt x="0" y="0"/>
                </a:moveTo>
                <a:lnTo>
                  <a:pt x="370205" y="365506"/>
                </a:lnTo>
              </a:path>
              <a:path w="399414" h="365760">
                <a:moveTo>
                  <a:pt x="399161" y="0"/>
                </a:moveTo>
                <a:lnTo>
                  <a:pt x="64515" y="363981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8321" y="4902149"/>
            <a:ext cx="9994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7991" y="6136944"/>
            <a:ext cx="7072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task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8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1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identify</a:t>
            </a:r>
            <a:r>
              <a:rPr sz="18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patterns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like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group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similar</a:t>
            </a:r>
            <a:r>
              <a:rPr sz="1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objects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together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2" y="1690116"/>
            <a:ext cx="1152143" cy="6979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572" y="2452116"/>
            <a:ext cx="1168908" cy="6309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611" y="3258311"/>
            <a:ext cx="890015" cy="5013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3188" y="3983735"/>
            <a:ext cx="865632" cy="54101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135623" y="1990344"/>
            <a:ext cx="1566545" cy="1934210"/>
            <a:chOff x="6135623" y="1990344"/>
            <a:chExt cx="1566545" cy="19342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1927" y="2272284"/>
              <a:ext cx="1152144" cy="6964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1927" y="3034283"/>
              <a:ext cx="1168907" cy="6294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50101" y="2004822"/>
              <a:ext cx="1537970" cy="1905000"/>
            </a:xfrm>
            <a:custGeom>
              <a:avLst/>
              <a:gdLst/>
              <a:ahLst/>
              <a:cxnLst/>
              <a:rect l="l" t="t" r="r" b="b"/>
              <a:pathLst>
                <a:path w="1537970" h="1905000">
                  <a:moveTo>
                    <a:pt x="0" y="952500"/>
                  </a:moveTo>
                  <a:lnTo>
                    <a:pt x="1143" y="900302"/>
                  </a:lnTo>
                  <a:lnTo>
                    <a:pt x="4572" y="848740"/>
                  </a:lnTo>
                  <a:lnTo>
                    <a:pt x="10033" y="797940"/>
                  </a:lnTo>
                  <a:lnTo>
                    <a:pt x="17780" y="748156"/>
                  </a:lnTo>
                  <a:lnTo>
                    <a:pt x="27432" y="699262"/>
                  </a:lnTo>
                  <a:lnTo>
                    <a:pt x="39243" y="651382"/>
                  </a:lnTo>
                  <a:lnTo>
                    <a:pt x="52832" y="604647"/>
                  </a:lnTo>
                  <a:lnTo>
                    <a:pt x="68452" y="559053"/>
                  </a:lnTo>
                  <a:lnTo>
                    <a:pt x="85851" y="514730"/>
                  </a:lnTo>
                  <a:lnTo>
                    <a:pt x="104901" y="471804"/>
                  </a:lnTo>
                  <a:lnTo>
                    <a:pt x="125857" y="430149"/>
                  </a:lnTo>
                  <a:lnTo>
                    <a:pt x="148336" y="390016"/>
                  </a:lnTo>
                  <a:lnTo>
                    <a:pt x="172338" y="351281"/>
                  </a:lnTo>
                  <a:lnTo>
                    <a:pt x="197993" y="314325"/>
                  </a:lnTo>
                  <a:lnTo>
                    <a:pt x="225171" y="279018"/>
                  </a:lnTo>
                  <a:lnTo>
                    <a:pt x="253619" y="245363"/>
                  </a:lnTo>
                  <a:lnTo>
                    <a:pt x="283590" y="213613"/>
                  </a:lnTo>
                  <a:lnTo>
                    <a:pt x="314706" y="183768"/>
                  </a:lnTo>
                  <a:lnTo>
                    <a:pt x="347090" y="155955"/>
                  </a:lnTo>
                  <a:lnTo>
                    <a:pt x="380746" y="130048"/>
                  </a:lnTo>
                  <a:lnTo>
                    <a:pt x="415417" y="106299"/>
                  </a:lnTo>
                  <a:lnTo>
                    <a:pt x="451230" y="84836"/>
                  </a:lnTo>
                  <a:lnTo>
                    <a:pt x="487933" y="65531"/>
                  </a:lnTo>
                  <a:lnTo>
                    <a:pt x="525779" y="48513"/>
                  </a:lnTo>
                  <a:lnTo>
                    <a:pt x="564388" y="34036"/>
                  </a:lnTo>
                  <a:lnTo>
                    <a:pt x="603757" y="21970"/>
                  </a:lnTo>
                  <a:lnTo>
                    <a:pt x="644017" y="12445"/>
                  </a:lnTo>
                  <a:lnTo>
                    <a:pt x="684911" y="5587"/>
                  </a:lnTo>
                  <a:lnTo>
                    <a:pt x="726567" y="1397"/>
                  </a:lnTo>
                  <a:lnTo>
                    <a:pt x="768730" y="0"/>
                  </a:lnTo>
                  <a:lnTo>
                    <a:pt x="810895" y="1397"/>
                  </a:lnTo>
                  <a:lnTo>
                    <a:pt x="852551" y="5587"/>
                  </a:lnTo>
                  <a:lnTo>
                    <a:pt x="893445" y="12445"/>
                  </a:lnTo>
                  <a:lnTo>
                    <a:pt x="933703" y="21970"/>
                  </a:lnTo>
                  <a:lnTo>
                    <a:pt x="973074" y="34036"/>
                  </a:lnTo>
                  <a:lnTo>
                    <a:pt x="1011681" y="48513"/>
                  </a:lnTo>
                  <a:lnTo>
                    <a:pt x="1049401" y="65531"/>
                  </a:lnTo>
                  <a:lnTo>
                    <a:pt x="1086230" y="84836"/>
                  </a:lnTo>
                  <a:lnTo>
                    <a:pt x="1122045" y="106299"/>
                  </a:lnTo>
                  <a:lnTo>
                    <a:pt x="1156716" y="130048"/>
                  </a:lnTo>
                  <a:lnTo>
                    <a:pt x="1190371" y="155955"/>
                  </a:lnTo>
                  <a:lnTo>
                    <a:pt x="1222755" y="183768"/>
                  </a:lnTo>
                  <a:lnTo>
                    <a:pt x="1253871" y="213613"/>
                  </a:lnTo>
                  <a:lnTo>
                    <a:pt x="1283843" y="245363"/>
                  </a:lnTo>
                  <a:lnTo>
                    <a:pt x="1312291" y="279018"/>
                  </a:lnTo>
                  <a:lnTo>
                    <a:pt x="1339469" y="314325"/>
                  </a:lnTo>
                  <a:lnTo>
                    <a:pt x="1365123" y="351281"/>
                  </a:lnTo>
                  <a:lnTo>
                    <a:pt x="1389126" y="390016"/>
                  </a:lnTo>
                  <a:lnTo>
                    <a:pt x="1411604" y="430149"/>
                  </a:lnTo>
                  <a:lnTo>
                    <a:pt x="1432559" y="471804"/>
                  </a:lnTo>
                  <a:lnTo>
                    <a:pt x="1451609" y="514730"/>
                  </a:lnTo>
                  <a:lnTo>
                    <a:pt x="1469008" y="559053"/>
                  </a:lnTo>
                  <a:lnTo>
                    <a:pt x="1484629" y="604647"/>
                  </a:lnTo>
                  <a:lnTo>
                    <a:pt x="1498219" y="651382"/>
                  </a:lnTo>
                  <a:lnTo>
                    <a:pt x="1510029" y="699262"/>
                  </a:lnTo>
                  <a:lnTo>
                    <a:pt x="1519681" y="748156"/>
                  </a:lnTo>
                  <a:lnTo>
                    <a:pt x="1527428" y="797940"/>
                  </a:lnTo>
                  <a:lnTo>
                    <a:pt x="1532890" y="848740"/>
                  </a:lnTo>
                  <a:lnTo>
                    <a:pt x="1536319" y="900302"/>
                  </a:lnTo>
                  <a:lnTo>
                    <a:pt x="1537462" y="952500"/>
                  </a:lnTo>
                  <a:lnTo>
                    <a:pt x="1536319" y="1004697"/>
                  </a:lnTo>
                  <a:lnTo>
                    <a:pt x="1532890" y="1056258"/>
                  </a:lnTo>
                  <a:lnTo>
                    <a:pt x="1527428" y="1107058"/>
                  </a:lnTo>
                  <a:lnTo>
                    <a:pt x="1519681" y="1156842"/>
                  </a:lnTo>
                  <a:lnTo>
                    <a:pt x="1510029" y="1205738"/>
                  </a:lnTo>
                  <a:lnTo>
                    <a:pt x="1498219" y="1253616"/>
                  </a:lnTo>
                  <a:lnTo>
                    <a:pt x="1484629" y="1300352"/>
                  </a:lnTo>
                  <a:lnTo>
                    <a:pt x="1469008" y="1345945"/>
                  </a:lnTo>
                  <a:lnTo>
                    <a:pt x="1451609" y="1390268"/>
                  </a:lnTo>
                  <a:lnTo>
                    <a:pt x="1432559" y="1433194"/>
                  </a:lnTo>
                  <a:lnTo>
                    <a:pt x="1411604" y="1474851"/>
                  </a:lnTo>
                  <a:lnTo>
                    <a:pt x="1389126" y="1514982"/>
                  </a:lnTo>
                  <a:lnTo>
                    <a:pt x="1365123" y="1553590"/>
                  </a:lnTo>
                  <a:lnTo>
                    <a:pt x="1339469" y="1590675"/>
                  </a:lnTo>
                  <a:lnTo>
                    <a:pt x="1312291" y="1625980"/>
                  </a:lnTo>
                  <a:lnTo>
                    <a:pt x="1283843" y="1659635"/>
                  </a:lnTo>
                  <a:lnTo>
                    <a:pt x="1253871" y="1691385"/>
                  </a:lnTo>
                  <a:lnTo>
                    <a:pt x="1222755" y="1721230"/>
                  </a:lnTo>
                  <a:lnTo>
                    <a:pt x="1190371" y="1749044"/>
                  </a:lnTo>
                  <a:lnTo>
                    <a:pt x="1156716" y="1774952"/>
                  </a:lnTo>
                  <a:lnTo>
                    <a:pt x="1122045" y="1798701"/>
                  </a:lnTo>
                  <a:lnTo>
                    <a:pt x="1086230" y="1820164"/>
                  </a:lnTo>
                  <a:lnTo>
                    <a:pt x="1049401" y="1839467"/>
                  </a:lnTo>
                  <a:lnTo>
                    <a:pt x="1011681" y="1856485"/>
                  </a:lnTo>
                  <a:lnTo>
                    <a:pt x="973074" y="1870964"/>
                  </a:lnTo>
                  <a:lnTo>
                    <a:pt x="933703" y="1883028"/>
                  </a:lnTo>
                  <a:lnTo>
                    <a:pt x="893445" y="1892553"/>
                  </a:lnTo>
                  <a:lnTo>
                    <a:pt x="852551" y="1899411"/>
                  </a:lnTo>
                  <a:lnTo>
                    <a:pt x="810895" y="1903602"/>
                  </a:lnTo>
                  <a:lnTo>
                    <a:pt x="768730" y="1905000"/>
                  </a:lnTo>
                  <a:lnTo>
                    <a:pt x="726567" y="1903602"/>
                  </a:lnTo>
                  <a:lnTo>
                    <a:pt x="684911" y="1899411"/>
                  </a:lnTo>
                  <a:lnTo>
                    <a:pt x="644017" y="1892553"/>
                  </a:lnTo>
                  <a:lnTo>
                    <a:pt x="603757" y="1883028"/>
                  </a:lnTo>
                  <a:lnTo>
                    <a:pt x="564388" y="1870964"/>
                  </a:lnTo>
                  <a:lnTo>
                    <a:pt x="525779" y="1856485"/>
                  </a:lnTo>
                  <a:lnTo>
                    <a:pt x="487933" y="1839467"/>
                  </a:lnTo>
                  <a:lnTo>
                    <a:pt x="451230" y="1820164"/>
                  </a:lnTo>
                  <a:lnTo>
                    <a:pt x="415417" y="1798701"/>
                  </a:lnTo>
                  <a:lnTo>
                    <a:pt x="380746" y="1774952"/>
                  </a:lnTo>
                  <a:lnTo>
                    <a:pt x="347090" y="1749044"/>
                  </a:lnTo>
                  <a:lnTo>
                    <a:pt x="314706" y="1721230"/>
                  </a:lnTo>
                  <a:lnTo>
                    <a:pt x="283590" y="1691385"/>
                  </a:lnTo>
                  <a:lnTo>
                    <a:pt x="253619" y="1659635"/>
                  </a:lnTo>
                  <a:lnTo>
                    <a:pt x="225171" y="1625980"/>
                  </a:lnTo>
                  <a:lnTo>
                    <a:pt x="197993" y="1590675"/>
                  </a:lnTo>
                  <a:lnTo>
                    <a:pt x="172338" y="1553590"/>
                  </a:lnTo>
                  <a:lnTo>
                    <a:pt x="148336" y="1514982"/>
                  </a:lnTo>
                  <a:lnTo>
                    <a:pt x="125857" y="1474851"/>
                  </a:lnTo>
                  <a:lnTo>
                    <a:pt x="104901" y="1433194"/>
                  </a:lnTo>
                  <a:lnTo>
                    <a:pt x="85851" y="1390268"/>
                  </a:lnTo>
                  <a:lnTo>
                    <a:pt x="68452" y="1345945"/>
                  </a:lnTo>
                  <a:lnTo>
                    <a:pt x="52832" y="1300352"/>
                  </a:lnTo>
                  <a:lnTo>
                    <a:pt x="39243" y="1253616"/>
                  </a:lnTo>
                  <a:lnTo>
                    <a:pt x="27432" y="1205738"/>
                  </a:lnTo>
                  <a:lnTo>
                    <a:pt x="17780" y="1156842"/>
                  </a:lnTo>
                  <a:lnTo>
                    <a:pt x="10033" y="1107058"/>
                  </a:lnTo>
                  <a:lnTo>
                    <a:pt x="4572" y="1056258"/>
                  </a:lnTo>
                  <a:lnTo>
                    <a:pt x="1143" y="1004697"/>
                  </a:lnTo>
                  <a:lnTo>
                    <a:pt x="0" y="952500"/>
                  </a:lnTo>
                  <a:close/>
                </a:path>
              </a:pathLst>
            </a:custGeom>
            <a:ln w="28956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759952" y="2010155"/>
            <a:ext cx="1566545" cy="1934210"/>
            <a:chOff x="8759952" y="2010155"/>
            <a:chExt cx="1566545" cy="193421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0660" y="2388107"/>
              <a:ext cx="888492" cy="50139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27236" y="3011423"/>
              <a:ext cx="864107" cy="5410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774430" y="2024633"/>
              <a:ext cx="1537970" cy="1905000"/>
            </a:xfrm>
            <a:custGeom>
              <a:avLst/>
              <a:gdLst/>
              <a:ahLst/>
              <a:cxnLst/>
              <a:rect l="l" t="t" r="r" b="b"/>
              <a:pathLst>
                <a:path w="1537970" h="1905000">
                  <a:moveTo>
                    <a:pt x="0" y="952500"/>
                  </a:moveTo>
                  <a:lnTo>
                    <a:pt x="1143" y="900302"/>
                  </a:lnTo>
                  <a:lnTo>
                    <a:pt x="4572" y="848740"/>
                  </a:lnTo>
                  <a:lnTo>
                    <a:pt x="10033" y="797940"/>
                  </a:lnTo>
                  <a:lnTo>
                    <a:pt x="17779" y="748156"/>
                  </a:lnTo>
                  <a:lnTo>
                    <a:pt x="27431" y="699262"/>
                  </a:lnTo>
                  <a:lnTo>
                    <a:pt x="39243" y="651382"/>
                  </a:lnTo>
                  <a:lnTo>
                    <a:pt x="52831" y="604646"/>
                  </a:lnTo>
                  <a:lnTo>
                    <a:pt x="68452" y="559053"/>
                  </a:lnTo>
                  <a:lnTo>
                    <a:pt x="85851" y="514730"/>
                  </a:lnTo>
                  <a:lnTo>
                    <a:pt x="104901" y="471804"/>
                  </a:lnTo>
                  <a:lnTo>
                    <a:pt x="125856" y="430149"/>
                  </a:lnTo>
                  <a:lnTo>
                    <a:pt x="148336" y="390016"/>
                  </a:lnTo>
                  <a:lnTo>
                    <a:pt x="172339" y="351281"/>
                  </a:lnTo>
                  <a:lnTo>
                    <a:pt x="197993" y="314325"/>
                  </a:lnTo>
                  <a:lnTo>
                    <a:pt x="225171" y="279018"/>
                  </a:lnTo>
                  <a:lnTo>
                    <a:pt x="253619" y="245363"/>
                  </a:lnTo>
                  <a:lnTo>
                    <a:pt x="283591" y="213613"/>
                  </a:lnTo>
                  <a:lnTo>
                    <a:pt x="314705" y="183768"/>
                  </a:lnTo>
                  <a:lnTo>
                    <a:pt x="347091" y="155955"/>
                  </a:lnTo>
                  <a:lnTo>
                    <a:pt x="380746" y="130048"/>
                  </a:lnTo>
                  <a:lnTo>
                    <a:pt x="415417" y="106299"/>
                  </a:lnTo>
                  <a:lnTo>
                    <a:pt x="451230" y="84836"/>
                  </a:lnTo>
                  <a:lnTo>
                    <a:pt x="487934" y="65531"/>
                  </a:lnTo>
                  <a:lnTo>
                    <a:pt x="525779" y="48513"/>
                  </a:lnTo>
                  <a:lnTo>
                    <a:pt x="564388" y="34036"/>
                  </a:lnTo>
                  <a:lnTo>
                    <a:pt x="603758" y="21970"/>
                  </a:lnTo>
                  <a:lnTo>
                    <a:pt x="644017" y="12445"/>
                  </a:lnTo>
                  <a:lnTo>
                    <a:pt x="684911" y="5587"/>
                  </a:lnTo>
                  <a:lnTo>
                    <a:pt x="726567" y="1396"/>
                  </a:lnTo>
                  <a:lnTo>
                    <a:pt x="768730" y="0"/>
                  </a:lnTo>
                  <a:lnTo>
                    <a:pt x="810895" y="1396"/>
                  </a:lnTo>
                  <a:lnTo>
                    <a:pt x="852551" y="5587"/>
                  </a:lnTo>
                  <a:lnTo>
                    <a:pt x="893445" y="12445"/>
                  </a:lnTo>
                  <a:lnTo>
                    <a:pt x="933703" y="21970"/>
                  </a:lnTo>
                  <a:lnTo>
                    <a:pt x="973074" y="34036"/>
                  </a:lnTo>
                  <a:lnTo>
                    <a:pt x="1011681" y="48513"/>
                  </a:lnTo>
                  <a:lnTo>
                    <a:pt x="1049401" y="65531"/>
                  </a:lnTo>
                  <a:lnTo>
                    <a:pt x="1086230" y="84836"/>
                  </a:lnTo>
                  <a:lnTo>
                    <a:pt x="1122045" y="106299"/>
                  </a:lnTo>
                  <a:lnTo>
                    <a:pt x="1156716" y="130048"/>
                  </a:lnTo>
                  <a:lnTo>
                    <a:pt x="1190371" y="155955"/>
                  </a:lnTo>
                  <a:lnTo>
                    <a:pt x="1222755" y="183768"/>
                  </a:lnTo>
                  <a:lnTo>
                    <a:pt x="1253871" y="213613"/>
                  </a:lnTo>
                  <a:lnTo>
                    <a:pt x="1283843" y="245363"/>
                  </a:lnTo>
                  <a:lnTo>
                    <a:pt x="1312291" y="279018"/>
                  </a:lnTo>
                  <a:lnTo>
                    <a:pt x="1339469" y="314325"/>
                  </a:lnTo>
                  <a:lnTo>
                    <a:pt x="1365123" y="351281"/>
                  </a:lnTo>
                  <a:lnTo>
                    <a:pt x="1389126" y="390016"/>
                  </a:lnTo>
                  <a:lnTo>
                    <a:pt x="1411604" y="430149"/>
                  </a:lnTo>
                  <a:lnTo>
                    <a:pt x="1432560" y="471804"/>
                  </a:lnTo>
                  <a:lnTo>
                    <a:pt x="1451610" y="514730"/>
                  </a:lnTo>
                  <a:lnTo>
                    <a:pt x="1469009" y="559053"/>
                  </a:lnTo>
                  <a:lnTo>
                    <a:pt x="1484629" y="604646"/>
                  </a:lnTo>
                  <a:lnTo>
                    <a:pt x="1498219" y="651382"/>
                  </a:lnTo>
                  <a:lnTo>
                    <a:pt x="1510029" y="699262"/>
                  </a:lnTo>
                  <a:lnTo>
                    <a:pt x="1519681" y="748156"/>
                  </a:lnTo>
                  <a:lnTo>
                    <a:pt x="1527428" y="797940"/>
                  </a:lnTo>
                  <a:lnTo>
                    <a:pt x="1532890" y="848740"/>
                  </a:lnTo>
                  <a:lnTo>
                    <a:pt x="1536319" y="900302"/>
                  </a:lnTo>
                  <a:lnTo>
                    <a:pt x="1537462" y="952500"/>
                  </a:lnTo>
                  <a:lnTo>
                    <a:pt x="1536319" y="1004696"/>
                  </a:lnTo>
                  <a:lnTo>
                    <a:pt x="1532890" y="1056258"/>
                  </a:lnTo>
                  <a:lnTo>
                    <a:pt x="1527428" y="1107058"/>
                  </a:lnTo>
                  <a:lnTo>
                    <a:pt x="1519681" y="1156842"/>
                  </a:lnTo>
                  <a:lnTo>
                    <a:pt x="1510029" y="1205738"/>
                  </a:lnTo>
                  <a:lnTo>
                    <a:pt x="1498219" y="1253616"/>
                  </a:lnTo>
                  <a:lnTo>
                    <a:pt x="1484629" y="1300352"/>
                  </a:lnTo>
                  <a:lnTo>
                    <a:pt x="1469009" y="1345945"/>
                  </a:lnTo>
                  <a:lnTo>
                    <a:pt x="1451610" y="1390268"/>
                  </a:lnTo>
                  <a:lnTo>
                    <a:pt x="1432560" y="1433194"/>
                  </a:lnTo>
                  <a:lnTo>
                    <a:pt x="1411604" y="1474851"/>
                  </a:lnTo>
                  <a:lnTo>
                    <a:pt x="1389126" y="1514982"/>
                  </a:lnTo>
                  <a:lnTo>
                    <a:pt x="1365123" y="1553590"/>
                  </a:lnTo>
                  <a:lnTo>
                    <a:pt x="1339469" y="1590674"/>
                  </a:lnTo>
                  <a:lnTo>
                    <a:pt x="1312291" y="1625980"/>
                  </a:lnTo>
                  <a:lnTo>
                    <a:pt x="1283843" y="1659635"/>
                  </a:lnTo>
                  <a:lnTo>
                    <a:pt x="1253871" y="1691385"/>
                  </a:lnTo>
                  <a:lnTo>
                    <a:pt x="1222755" y="1721230"/>
                  </a:lnTo>
                  <a:lnTo>
                    <a:pt x="1190371" y="1749043"/>
                  </a:lnTo>
                  <a:lnTo>
                    <a:pt x="1156716" y="1774952"/>
                  </a:lnTo>
                  <a:lnTo>
                    <a:pt x="1122045" y="1798701"/>
                  </a:lnTo>
                  <a:lnTo>
                    <a:pt x="1086230" y="1820164"/>
                  </a:lnTo>
                  <a:lnTo>
                    <a:pt x="1049401" y="1839467"/>
                  </a:lnTo>
                  <a:lnTo>
                    <a:pt x="1011681" y="1856485"/>
                  </a:lnTo>
                  <a:lnTo>
                    <a:pt x="973074" y="1870964"/>
                  </a:lnTo>
                  <a:lnTo>
                    <a:pt x="933703" y="1883028"/>
                  </a:lnTo>
                  <a:lnTo>
                    <a:pt x="893445" y="1892553"/>
                  </a:lnTo>
                  <a:lnTo>
                    <a:pt x="852551" y="1899411"/>
                  </a:lnTo>
                  <a:lnTo>
                    <a:pt x="810895" y="1903602"/>
                  </a:lnTo>
                  <a:lnTo>
                    <a:pt x="768730" y="1904999"/>
                  </a:lnTo>
                  <a:lnTo>
                    <a:pt x="726567" y="1903602"/>
                  </a:lnTo>
                  <a:lnTo>
                    <a:pt x="684911" y="1899411"/>
                  </a:lnTo>
                  <a:lnTo>
                    <a:pt x="644017" y="1892553"/>
                  </a:lnTo>
                  <a:lnTo>
                    <a:pt x="603758" y="1883028"/>
                  </a:lnTo>
                  <a:lnTo>
                    <a:pt x="564388" y="1870964"/>
                  </a:lnTo>
                  <a:lnTo>
                    <a:pt x="525779" y="1856485"/>
                  </a:lnTo>
                  <a:lnTo>
                    <a:pt x="487934" y="1839467"/>
                  </a:lnTo>
                  <a:lnTo>
                    <a:pt x="451230" y="1820164"/>
                  </a:lnTo>
                  <a:lnTo>
                    <a:pt x="415417" y="1798701"/>
                  </a:lnTo>
                  <a:lnTo>
                    <a:pt x="380746" y="1774952"/>
                  </a:lnTo>
                  <a:lnTo>
                    <a:pt x="347091" y="1749043"/>
                  </a:lnTo>
                  <a:lnTo>
                    <a:pt x="314705" y="1721230"/>
                  </a:lnTo>
                  <a:lnTo>
                    <a:pt x="283591" y="1691385"/>
                  </a:lnTo>
                  <a:lnTo>
                    <a:pt x="253619" y="1659635"/>
                  </a:lnTo>
                  <a:lnTo>
                    <a:pt x="225171" y="1625980"/>
                  </a:lnTo>
                  <a:lnTo>
                    <a:pt x="197993" y="1590674"/>
                  </a:lnTo>
                  <a:lnTo>
                    <a:pt x="172339" y="1553590"/>
                  </a:lnTo>
                  <a:lnTo>
                    <a:pt x="148336" y="1514982"/>
                  </a:lnTo>
                  <a:lnTo>
                    <a:pt x="125856" y="1474851"/>
                  </a:lnTo>
                  <a:lnTo>
                    <a:pt x="104901" y="1433194"/>
                  </a:lnTo>
                  <a:lnTo>
                    <a:pt x="85851" y="1390268"/>
                  </a:lnTo>
                  <a:lnTo>
                    <a:pt x="68452" y="1345945"/>
                  </a:lnTo>
                  <a:lnTo>
                    <a:pt x="52831" y="1300352"/>
                  </a:lnTo>
                  <a:lnTo>
                    <a:pt x="39243" y="1253616"/>
                  </a:lnTo>
                  <a:lnTo>
                    <a:pt x="27431" y="1205738"/>
                  </a:lnTo>
                  <a:lnTo>
                    <a:pt x="17779" y="1156842"/>
                  </a:lnTo>
                  <a:lnTo>
                    <a:pt x="10033" y="1107058"/>
                  </a:lnTo>
                  <a:lnTo>
                    <a:pt x="4572" y="1056258"/>
                  </a:lnTo>
                  <a:lnTo>
                    <a:pt x="1143" y="1004696"/>
                  </a:lnTo>
                  <a:lnTo>
                    <a:pt x="0" y="952500"/>
                  </a:lnTo>
                  <a:close/>
                </a:path>
              </a:pathLst>
            </a:custGeom>
            <a:ln w="28956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34756" y="4172458"/>
            <a:ext cx="196164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Clusterin</a:t>
            </a:r>
            <a:r>
              <a:rPr sz="32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g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94846" y="6418884"/>
            <a:ext cx="172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39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463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What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is</a:t>
            </a:r>
            <a:r>
              <a:rPr sz="4400" spc="-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Unsupervised</a:t>
            </a:r>
            <a:r>
              <a:rPr sz="4400" spc="-75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8321" y="4902149"/>
            <a:ext cx="9994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2" y="1690116"/>
            <a:ext cx="1152143" cy="6979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572" y="2452116"/>
            <a:ext cx="1168908" cy="6309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611" y="3258311"/>
            <a:ext cx="890015" cy="5013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3188" y="3983735"/>
            <a:ext cx="865632" cy="5410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8715" y="1741932"/>
            <a:ext cx="1168908" cy="6294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33515" y="3366515"/>
            <a:ext cx="864108" cy="5410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916929" y="4371847"/>
            <a:ext cx="308292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Association</a:t>
            </a:r>
            <a:r>
              <a:rPr sz="3200" b="1" spc="-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Rules Mining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8659" y="1623060"/>
            <a:ext cx="713231" cy="85191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97240" y="3130295"/>
            <a:ext cx="753503" cy="81381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7255764" y="2004060"/>
            <a:ext cx="788035" cy="239395"/>
            <a:chOff x="7255764" y="2004060"/>
            <a:chExt cx="788035" cy="239395"/>
          </a:xfrm>
        </p:grpSpPr>
        <p:sp>
          <p:nvSpPr>
            <p:cNvPr id="14" name="object 14"/>
            <p:cNvSpPr/>
            <p:nvPr/>
          </p:nvSpPr>
          <p:spPr>
            <a:xfrm>
              <a:off x="7261860" y="2010156"/>
              <a:ext cx="775970" cy="227329"/>
            </a:xfrm>
            <a:custGeom>
              <a:avLst/>
              <a:gdLst/>
              <a:ahLst/>
              <a:cxnLst/>
              <a:rect l="l" t="t" r="r" b="b"/>
              <a:pathLst>
                <a:path w="775970" h="227330">
                  <a:moveTo>
                    <a:pt x="661924" y="0"/>
                  </a:moveTo>
                  <a:lnTo>
                    <a:pt x="661924" y="56642"/>
                  </a:lnTo>
                  <a:lnTo>
                    <a:pt x="0" y="56642"/>
                  </a:lnTo>
                  <a:lnTo>
                    <a:pt x="0" y="170053"/>
                  </a:lnTo>
                  <a:lnTo>
                    <a:pt x="661924" y="170053"/>
                  </a:lnTo>
                  <a:lnTo>
                    <a:pt x="661924" y="226822"/>
                  </a:lnTo>
                  <a:lnTo>
                    <a:pt x="775462" y="113411"/>
                  </a:lnTo>
                  <a:lnTo>
                    <a:pt x="66192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61860" y="2010156"/>
              <a:ext cx="775970" cy="227329"/>
            </a:xfrm>
            <a:custGeom>
              <a:avLst/>
              <a:gdLst/>
              <a:ahLst/>
              <a:cxnLst/>
              <a:rect l="l" t="t" r="r" b="b"/>
              <a:pathLst>
                <a:path w="775970" h="227330">
                  <a:moveTo>
                    <a:pt x="0" y="56642"/>
                  </a:moveTo>
                  <a:lnTo>
                    <a:pt x="661924" y="56642"/>
                  </a:lnTo>
                  <a:lnTo>
                    <a:pt x="661924" y="0"/>
                  </a:lnTo>
                  <a:lnTo>
                    <a:pt x="775462" y="113411"/>
                  </a:lnTo>
                  <a:lnTo>
                    <a:pt x="661924" y="226822"/>
                  </a:lnTo>
                  <a:lnTo>
                    <a:pt x="661924" y="170053"/>
                  </a:lnTo>
                  <a:lnTo>
                    <a:pt x="0" y="170053"/>
                  </a:lnTo>
                  <a:lnTo>
                    <a:pt x="0" y="56642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255764" y="3532632"/>
            <a:ext cx="788035" cy="237490"/>
            <a:chOff x="7255764" y="3532632"/>
            <a:chExt cx="788035" cy="237490"/>
          </a:xfrm>
        </p:grpSpPr>
        <p:sp>
          <p:nvSpPr>
            <p:cNvPr id="17" name="object 17"/>
            <p:cNvSpPr/>
            <p:nvPr/>
          </p:nvSpPr>
          <p:spPr>
            <a:xfrm>
              <a:off x="7261860" y="3538728"/>
              <a:ext cx="775970" cy="225425"/>
            </a:xfrm>
            <a:custGeom>
              <a:avLst/>
              <a:gdLst/>
              <a:ahLst/>
              <a:cxnLst/>
              <a:rect l="l" t="t" r="r" b="b"/>
              <a:pathLst>
                <a:path w="775970" h="225425">
                  <a:moveTo>
                    <a:pt x="662686" y="0"/>
                  </a:moveTo>
                  <a:lnTo>
                    <a:pt x="662686" y="56261"/>
                  </a:lnTo>
                  <a:lnTo>
                    <a:pt x="0" y="56261"/>
                  </a:lnTo>
                  <a:lnTo>
                    <a:pt x="0" y="168783"/>
                  </a:lnTo>
                  <a:lnTo>
                    <a:pt x="662686" y="168783"/>
                  </a:lnTo>
                  <a:lnTo>
                    <a:pt x="662686" y="225044"/>
                  </a:lnTo>
                  <a:lnTo>
                    <a:pt x="775462" y="112522"/>
                  </a:lnTo>
                  <a:lnTo>
                    <a:pt x="66268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1860" y="3538728"/>
              <a:ext cx="775970" cy="225425"/>
            </a:xfrm>
            <a:custGeom>
              <a:avLst/>
              <a:gdLst/>
              <a:ahLst/>
              <a:cxnLst/>
              <a:rect l="l" t="t" r="r" b="b"/>
              <a:pathLst>
                <a:path w="775970" h="225425">
                  <a:moveTo>
                    <a:pt x="0" y="56261"/>
                  </a:moveTo>
                  <a:lnTo>
                    <a:pt x="662686" y="56261"/>
                  </a:lnTo>
                  <a:lnTo>
                    <a:pt x="662686" y="0"/>
                  </a:lnTo>
                  <a:lnTo>
                    <a:pt x="775462" y="112522"/>
                  </a:lnTo>
                  <a:lnTo>
                    <a:pt x="662686" y="225044"/>
                  </a:lnTo>
                  <a:lnTo>
                    <a:pt x="662686" y="168783"/>
                  </a:lnTo>
                  <a:lnTo>
                    <a:pt x="0" y="168783"/>
                  </a:lnTo>
                  <a:lnTo>
                    <a:pt x="0" y="56261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8303" y="1684020"/>
            <a:ext cx="4792980" cy="3887470"/>
            <a:chOff x="908303" y="1684020"/>
            <a:chExt cx="4792980" cy="3887470"/>
          </a:xfrm>
        </p:grpSpPr>
        <p:sp>
          <p:nvSpPr>
            <p:cNvPr id="3" name="object 3"/>
            <p:cNvSpPr/>
            <p:nvPr/>
          </p:nvSpPr>
          <p:spPr>
            <a:xfrm>
              <a:off x="914399" y="1690116"/>
              <a:ext cx="4780915" cy="3875404"/>
            </a:xfrm>
            <a:custGeom>
              <a:avLst/>
              <a:gdLst/>
              <a:ahLst/>
              <a:cxnLst/>
              <a:rect l="l" t="t" r="r" b="b"/>
              <a:pathLst>
                <a:path w="4780915" h="3875404">
                  <a:moveTo>
                    <a:pt x="0" y="3875024"/>
                  </a:moveTo>
                  <a:lnTo>
                    <a:pt x="4780534" y="3875024"/>
                  </a:lnTo>
                  <a:lnTo>
                    <a:pt x="4780534" y="0"/>
                  </a:lnTo>
                  <a:lnTo>
                    <a:pt x="0" y="0"/>
                  </a:lnTo>
                  <a:lnTo>
                    <a:pt x="0" y="387502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4815" y="2142744"/>
              <a:ext cx="4169664" cy="262585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463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More</a:t>
            </a:r>
            <a:r>
              <a:rPr sz="4400" spc="-9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Example</a:t>
            </a:r>
            <a:r>
              <a:rPr sz="4400" spc="-6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Unsupervised</a:t>
            </a:r>
            <a:r>
              <a:rPr sz="4400" spc="-100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Learning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417826" y="5668771"/>
            <a:ext cx="998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8303" y="1684020"/>
            <a:ext cx="4674235" cy="3887470"/>
            <a:chOff x="908303" y="1684020"/>
            <a:chExt cx="4674235" cy="3887470"/>
          </a:xfrm>
        </p:grpSpPr>
        <p:sp>
          <p:nvSpPr>
            <p:cNvPr id="3" name="object 3"/>
            <p:cNvSpPr/>
            <p:nvPr/>
          </p:nvSpPr>
          <p:spPr>
            <a:xfrm>
              <a:off x="914399" y="1690116"/>
              <a:ext cx="4662170" cy="3875404"/>
            </a:xfrm>
            <a:custGeom>
              <a:avLst/>
              <a:gdLst/>
              <a:ahLst/>
              <a:cxnLst/>
              <a:rect l="l" t="t" r="r" b="b"/>
              <a:pathLst>
                <a:path w="4662170" h="3875404">
                  <a:moveTo>
                    <a:pt x="0" y="3875024"/>
                  </a:moveTo>
                  <a:lnTo>
                    <a:pt x="4661662" y="3875024"/>
                  </a:lnTo>
                  <a:lnTo>
                    <a:pt x="4661662" y="0"/>
                  </a:lnTo>
                  <a:lnTo>
                    <a:pt x="0" y="0"/>
                  </a:lnTo>
                  <a:lnTo>
                    <a:pt x="0" y="387502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8719" y="2142744"/>
              <a:ext cx="4066031" cy="262585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463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More</a:t>
            </a:r>
            <a:r>
              <a:rPr sz="4400" spc="-9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Example</a:t>
            </a:r>
            <a:r>
              <a:rPr sz="4400" spc="-6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Unsupervised</a:t>
            </a:r>
            <a:r>
              <a:rPr sz="4400" spc="-100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Learning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417826" y="5668771"/>
            <a:ext cx="998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10983" y="1975104"/>
            <a:ext cx="4076700" cy="2626360"/>
            <a:chOff x="7110983" y="1975104"/>
            <a:chExt cx="4076700" cy="26263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3175" y="1975104"/>
              <a:ext cx="4064508" cy="26258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25461" y="2012442"/>
              <a:ext cx="4023360" cy="2464435"/>
            </a:xfrm>
            <a:custGeom>
              <a:avLst/>
              <a:gdLst/>
              <a:ahLst/>
              <a:cxnLst/>
              <a:rect l="l" t="t" r="r" b="b"/>
              <a:pathLst>
                <a:path w="4023359" h="2464435">
                  <a:moveTo>
                    <a:pt x="313944" y="595122"/>
                  </a:moveTo>
                  <a:lnTo>
                    <a:pt x="315976" y="543687"/>
                  </a:lnTo>
                  <a:lnTo>
                    <a:pt x="321691" y="493649"/>
                  </a:lnTo>
                  <a:lnTo>
                    <a:pt x="331216" y="444881"/>
                  </a:lnTo>
                  <a:lnTo>
                    <a:pt x="344297" y="397637"/>
                  </a:lnTo>
                  <a:lnTo>
                    <a:pt x="360680" y="352298"/>
                  </a:lnTo>
                  <a:lnTo>
                    <a:pt x="380238" y="308737"/>
                  </a:lnTo>
                  <a:lnTo>
                    <a:pt x="402971" y="267335"/>
                  </a:lnTo>
                  <a:lnTo>
                    <a:pt x="428371" y="228219"/>
                  </a:lnTo>
                  <a:lnTo>
                    <a:pt x="456692" y="191643"/>
                  </a:lnTo>
                  <a:lnTo>
                    <a:pt x="487426" y="157607"/>
                  </a:lnTo>
                  <a:lnTo>
                    <a:pt x="520573" y="126492"/>
                  </a:lnTo>
                  <a:lnTo>
                    <a:pt x="556006" y="98298"/>
                  </a:lnTo>
                  <a:lnTo>
                    <a:pt x="593471" y="73279"/>
                  </a:lnTo>
                  <a:lnTo>
                    <a:pt x="632841" y="51688"/>
                  </a:lnTo>
                  <a:lnTo>
                    <a:pt x="673989" y="33528"/>
                  </a:lnTo>
                  <a:lnTo>
                    <a:pt x="716661" y="19177"/>
                  </a:lnTo>
                  <a:lnTo>
                    <a:pt x="760857" y="8636"/>
                  </a:lnTo>
                  <a:lnTo>
                    <a:pt x="806196" y="2159"/>
                  </a:lnTo>
                  <a:lnTo>
                    <a:pt x="852678" y="0"/>
                  </a:lnTo>
                  <a:lnTo>
                    <a:pt x="899160" y="2159"/>
                  </a:lnTo>
                  <a:lnTo>
                    <a:pt x="944499" y="8636"/>
                  </a:lnTo>
                  <a:lnTo>
                    <a:pt x="988695" y="19177"/>
                  </a:lnTo>
                  <a:lnTo>
                    <a:pt x="1031367" y="33528"/>
                  </a:lnTo>
                  <a:lnTo>
                    <a:pt x="1072515" y="51688"/>
                  </a:lnTo>
                  <a:lnTo>
                    <a:pt x="1111885" y="73279"/>
                  </a:lnTo>
                  <a:lnTo>
                    <a:pt x="1149350" y="98298"/>
                  </a:lnTo>
                  <a:lnTo>
                    <a:pt x="1184783" y="126492"/>
                  </a:lnTo>
                  <a:lnTo>
                    <a:pt x="1217930" y="157607"/>
                  </a:lnTo>
                  <a:lnTo>
                    <a:pt x="1248664" y="191643"/>
                  </a:lnTo>
                  <a:lnTo>
                    <a:pt x="1276985" y="228219"/>
                  </a:lnTo>
                  <a:lnTo>
                    <a:pt x="1302385" y="267335"/>
                  </a:lnTo>
                  <a:lnTo>
                    <a:pt x="1325118" y="308737"/>
                  </a:lnTo>
                  <a:lnTo>
                    <a:pt x="1344676" y="352298"/>
                  </a:lnTo>
                  <a:lnTo>
                    <a:pt x="1361059" y="397637"/>
                  </a:lnTo>
                  <a:lnTo>
                    <a:pt x="1374140" y="444881"/>
                  </a:lnTo>
                  <a:lnTo>
                    <a:pt x="1383665" y="493649"/>
                  </a:lnTo>
                  <a:lnTo>
                    <a:pt x="1389380" y="543687"/>
                  </a:lnTo>
                  <a:lnTo>
                    <a:pt x="1391412" y="595122"/>
                  </a:lnTo>
                  <a:lnTo>
                    <a:pt x="1389380" y="646430"/>
                  </a:lnTo>
                  <a:lnTo>
                    <a:pt x="1383665" y="696595"/>
                  </a:lnTo>
                  <a:lnTo>
                    <a:pt x="1374140" y="745363"/>
                  </a:lnTo>
                  <a:lnTo>
                    <a:pt x="1361059" y="792480"/>
                  </a:lnTo>
                  <a:lnTo>
                    <a:pt x="1344676" y="837946"/>
                  </a:lnTo>
                  <a:lnTo>
                    <a:pt x="1325118" y="881380"/>
                  </a:lnTo>
                  <a:lnTo>
                    <a:pt x="1302385" y="922782"/>
                  </a:lnTo>
                  <a:lnTo>
                    <a:pt x="1276985" y="961898"/>
                  </a:lnTo>
                  <a:lnTo>
                    <a:pt x="1248664" y="998601"/>
                  </a:lnTo>
                  <a:lnTo>
                    <a:pt x="1217930" y="1032510"/>
                  </a:lnTo>
                  <a:lnTo>
                    <a:pt x="1184783" y="1063752"/>
                  </a:lnTo>
                  <a:lnTo>
                    <a:pt x="1149350" y="1091946"/>
                  </a:lnTo>
                  <a:lnTo>
                    <a:pt x="1111885" y="1116965"/>
                  </a:lnTo>
                  <a:lnTo>
                    <a:pt x="1072515" y="1138555"/>
                  </a:lnTo>
                  <a:lnTo>
                    <a:pt x="1031367" y="1156716"/>
                  </a:lnTo>
                  <a:lnTo>
                    <a:pt x="988695" y="1171067"/>
                  </a:lnTo>
                  <a:lnTo>
                    <a:pt x="944499" y="1181608"/>
                  </a:lnTo>
                  <a:lnTo>
                    <a:pt x="899160" y="1187958"/>
                  </a:lnTo>
                  <a:lnTo>
                    <a:pt x="852678" y="1190244"/>
                  </a:lnTo>
                  <a:lnTo>
                    <a:pt x="806196" y="1187958"/>
                  </a:lnTo>
                  <a:lnTo>
                    <a:pt x="760857" y="1181608"/>
                  </a:lnTo>
                  <a:lnTo>
                    <a:pt x="716661" y="1171067"/>
                  </a:lnTo>
                  <a:lnTo>
                    <a:pt x="673989" y="1156716"/>
                  </a:lnTo>
                  <a:lnTo>
                    <a:pt x="632841" y="1138555"/>
                  </a:lnTo>
                  <a:lnTo>
                    <a:pt x="593471" y="1116965"/>
                  </a:lnTo>
                  <a:lnTo>
                    <a:pt x="556006" y="1091946"/>
                  </a:lnTo>
                  <a:lnTo>
                    <a:pt x="520573" y="1063752"/>
                  </a:lnTo>
                  <a:lnTo>
                    <a:pt x="487426" y="1032510"/>
                  </a:lnTo>
                  <a:lnTo>
                    <a:pt x="456692" y="998601"/>
                  </a:lnTo>
                  <a:lnTo>
                    <a:pt x="428371" y="961898"/>
                  </a:lnTo>
                  <a:lnTo>
                    <a:pt x="402971" y="922782"/>
                  </a:lnTo>
                  <a:lnTo>
                    <a:pt x="380238" y="881380"/>
                  </a:lnTo>
                  <a:lnTo>
                    <a:pt x="360680" y="837946"/>
                  </a:lnTo>
                  <a:lnTo>
                    <a:pt x="344297" y="792480"/>
                  </a:lnTo>
                  <a:lnTo>
                    <a:pt x="331216" y="745363"/>
                  </a:lnTo>
                  <a:lnTo>
                    <a:pt x="321691" y="696595"/>
                  </a:lnTo>
                  <a:lnTo>
                    <a:pt x="315976" y="646430"/>
                  </a:lnTo>
                  <a:lnTo>
                    <a:pt x="313944" y="595122"/>
                  </a:lnTo>
                  <a:close/>
                </a:path>
                <a:path w="4023359" h="2464435">
                  <a:moveTo>
                    <a:pt x="0" y="1814195"/>
                  </a:moveTo>
                  <a:lnTo>
                    <a:pt x="1905" y="1767713"/>
                  </a:lnTo>
                  <a:lnTo>
                    <a:pt x="7747" y="1722247"/>
                  </a:lnTo>
                  <a:lnTo>
                    <a:pt x="17145" y="1677797"/>
                  </a:lnTo>
                  <a:lnTo>
                    <a:pt x="29972" y="1634617"/>
                  </a:lnTo>
                  <a:lnTo>
                    <a:pt x="46355" y="1592834"/>
                  </a:lnTo>
                  <a:lnTo>
                    <a:pt x="65786" y="1552575"/>
                  </a:lnTo>
                  <a:lnTo>
                    <a:pt x="88392" y="1513840"/>
                  </a:lnTo>
                  <a:lnTo>
                    <a:pt x="113919" y="1477010"/>
                  </a:lnTo>
                  <a:lnTo>
                    <a:pt x="142240" y="1442085"/>
                  </a:lnTo>
                  <a:lnTo>
                    <a:pt x="173228" y="1409065"/>
                  </a:lnTo>
                  <a:lnTo>
                    <a:pt x="206756" y="1378331"/>
                  </a:lnTo>
                  <a:lnTo>
                    <a:pt x="242570" y="1349883"/>
                  </a:lnTo>
                  <a:lnTo>
                    <a:pt x="280670" y="1323848"/>
                  </a:lnTo>
                  <a:lnTo>
                    <a:pt x="320802" y="1300353"/>
                  </a:lnTo>
                  <a:lnTo>
                    <a:pt x="362839" y="1279652"/>
                  </a:lnTo>
                  <a:lnTo>
                    <a:pt x="406654" y="1261745"/>
                  </a:lnTo>
                  <a:lnTo>
                    <a:pt x="452120" y="1246759"/>
                  </a:lnTo>
                  <a:lnTo>
                    <a:pt x="499110" y="1234821"/>
                  </a:lnTo>
                  <a:lnTo>
                    <a:pt x="547497" y="1226185"/>
                  </a:lnTo>
                  <a:lnTo>
                    <a:pt x="597027" y="1220978"/>
                  </a:lnTo>
                  <a:lnTo>
                    <a:pt x="647700" y="1219200"/>
                  </a:lnTo>
                  <a:lnTo>
                    <a:pt x="698373" y="1220978"/>
                  </a:lnTo>
                  <a:lnTo>
                    <a:pt x="747903" y="1226185"/>
                  </a:lnTo>
                  <a:lnTo>
                    <a:pt x="796163" y="1234821"/>
                  </a:lnTo>
                  <a:lnTo>
                    <a:pt x="843153" y="1246759"/>
                  </a:lnTo>
                  <a:lnTo>
                    <a:pt x="888746" y="1261745"/>
                  </a:lnTo>
                  <a:lnTo>
                    <a:pt x="932561" y="1279652"/>
                  </a:lnTo>
                  <a:lnTo>
                    <a:pt x="974598" y="1300353"/>
                  </a:lnTo>
                  <a:lnTo>
                    <a:pt x="1014730" y="1323848"/>
                  </a:lnTo>
                  <a:lnTo>
                    <a:pt x="1052830" y="1349883"/>
                  </a:lnTo>
                  <a:lnTo>
                    <a:pt x="1088644" y="1378331"/>
                  </a:lnTo>
                  <a:lnTo>
                    <a:pt x="1122172" y="1409065"/>
                  </a:lnTo>
                  <a:lnTo>
                    <a:pt x="1153160" y="1442085"/>
                  </a:lnTo>
                  <a:lnTo>
                    <a:pt x="1181481" y="1477010"/>
                  </a:lnTo>
                  <a:lnTo>
                    <a:pt x="1207008" y="1513840"/>
                  </a:lnTo>
                  <a:lnTo>
                    <a:pt x="1229614" y="1552575"/>
                  </a:lnTo>
                  <a:lnTo>
                    <a:pt x="1249045" y="1592834"/>
                  </a:lnTo>
                  <a:lnTo>
                    <a:pt x="1265428" y="1634617"/>
                  </a:lnTo>
                  <a:lnTo>
                    <a:pt x="1278255" y="1677797"/>
                  </a:lnTo>
                  <a:lnTo>
                    <a:pt x="1287653" y="1722247"/>
                  </a:lnTo>
                  <a:lnTo>
                    <a:pt x="1293495" y="1767713"/>
                  </a:lnTo>
                  <a:lnTo>
                    <a:pt x="1295400" y="1814195"/>
                  </a:lnTo>
                  <a:lnTo>
                    <a:pt x="1293495" y="1860677"/>
                  </a:lnTo>
                  <a:lnTo>
                    <a:pt x="1287653" y="1906270"/>
                  </a:lnTo>
                  <a:lnTo>
                    <a:pt x="1278255" y="1950720"/>
                  </a:lnTo>
                  <a:lnTo>
                    <a:pt x="1265428" y="1993900"/>
                  </a:lnTo>
                  <a:lnTo>
                    <a:pt x="1249045" y="2035683"/>
                  </a:lnTo>
                  <a:lnTo>
                    <a:pt x="1229614" y="2075942"/>
                  </a:lnTo>
                  <a:lnTo>
                    <a:pt x="1207008" y="2114550"/>
                  </a:lnTo>
                  <a:lnTo>
                    <a:pt x="1181481" y="2151507"/>
                  </a:lnTo>
                  <a:lnTo>
                    <a:pt x="1153160" y="2186432"/>
                  </a:lnTo>
                  <a:lnTo>
                    <a:pt x="1122172" y="2219325"/>
                  </a:lnTo>
                  <a:lnTo>
                    <a:pt x="1088644" y="2250186"/>
                  </a:lnTo>
                  <a:lnTo>
                    <a:pt x="1052830" y="2278634"/>
                  </a:lnTo>
                  <a:lnTo>
                    <a:pt x="1014730" y="2304669"/>
                  </a:lnTo>
                  <a:lnTo>
                    <a:pt x="974598" y="2328037"/>
                  </a:lnTo>
                  <a:lnTo>
                    <a:pt x="932561" y="2348865"/>
                  </a:lnTo>
                  <a:lnTo>
                    <a:pt x="888746" y="2366772"/>
                  </a:lnTo>
                  <a:lnTo>
                    <a:pt x="843153" y="2381758"/>
                  </a:lnTo>
                  <a:lnTo>
                    <a:pt x="796163" y="2393569"/>
                  </a:lnTo>
                  <a:lnTo>
                    <a:pt x="747903" y="2402205"/>
                  </a:lnTo>
                  <a:lnTo>
                    <a:pt x="698373" y="2407539"/>
                  </a:lnTo>
                  <a:lnTo>
                    <a:pt x="647700" y="2409317"/>
                  </a:lnTo>
                  <a:lnTo>
                    <a:pt x="597027" y="2407539"/>
                  </a:lnTo>
                  <a:lnTo>
                    <a:pt x="547497" y="2402205"/>
                  </a:lnTo>
                  <a:lnTo>
                    <a:pt x="499110" y="2393569"/>
                  </a:lnTo>
                  <a:lnTo>
                    <a:pt x="452120" y="2381758"/>
                  </a:lnTo>
                  <a:lnTo>
                    <a:pt x="406654" y="2366772"/>
                  </a:lnTo>
                  <a:lnTo>
                    <a:pt x="362839" y="2348865"/>
                  </a:lnTo>
                  <a:lnTo>
                    <a:pt x="320802" y="2328037"/>
                  </a:lnTo>
                  <a:lnTo>
                    <a:pt x="280670" y="2304669"/>
                  </a:lnTo>
                  <a:lnTo>
                    <a:pt x="242570" y="2278634"/>
                  </a:lnTo>
                  <a:lnTo>
                    <a:pt x="206756" y="2250186"/>
                  </a:lnTo>
                  <a:lnTo>
                    <a:pt x="173228" y="2219325"/>
                  </a:lnTo>
                  <a:lnTo>
                    <a:pt x="142240" y="2186432"/>
                  </a:lnTo>
                  <a:lnTo>
                    <a:pt x="113919" y="2151507"/>
                  </a:lnTo>
                  <a:lnTo>
                    <a:pt x="88392" y="2114550"/>
                  </a:lnTo>
                  <a:lnTo>
                    <a:pt x="65786" y="2075942"/>
                  </a:lnTo>
                  <a:lnTo>
                    <a:pt x="46355" y="2035683"/>
                  </a:lnTo>
                  <a:lnTo>
                    <a:pt x="29972" y="1993900"/>
                  </a:lnTo>
                  <a:lnTo>
                    <a:pt x="17145" y="1950720"/>
                  </a:lnTo>
                  <a:lnTo>
                    <a:pt x="7747" y="1906270"/>
                  </a:lnTo>
                  <a:lnTo>
                    <a:pt x="1905" y="1860677"/>
                  </a:lnTo>
                  <a:lnTo>
                    <a:pt x="0" y="1814195"/>
                  </a:lnTo>
                  <a:close/>
                </a:path>
                <a:path w="4023359" h="2464435">
                  <a:moveTo>
                    <a:pt x="1391412" y="1037082"/>
                  </a:moveTo>
                  <a:lnTo>
                    <a:pt x="1393317" y="992632"/>
                  </a:lnTo>
                  <a:lnTo>
                    <a:pt x="1398905" y="949071"/>
                  </a:lnTo>
                  <a:lnTo>
                    <a:pt x="1408049" y="906526"/>
                  </a:lnTo>
                  <a:lnTo>
                    <a:pt x="1420495" y="865124"/>
                  </a:lnTo>
                  <a:lnTo>
                    <a:pt x="1436370" y="824992"/>
                  </a:lnTo>
                  <a:lnTo>
                    <a:pt x="1455420" y="786130"/>
                  </a:lnTo>
                  <a:lnTo>
                    <a:pt x="1477391" y="748792"/>
                  </a:lnTo>
                  <a:lnTo>
                    <a:pt x="1502283" y="712978"/>
                  </a:lnTo>
                  <a:lnTo>
                    <a:pt x="1529969" y="678942"/>
                  </a:lnTo>
                  <a:lnTo>
                    <a:pt x="1560195" y="646557"/>
                  </a:lnTo>
                  <a:lnTo>
                    <a:pt x="1592961" y="616204"/>
                  </a:lnTo>
                  <a:lnTo>
                    <a:pt x="1628140" y="587883"/>
                  </a:lnTo>
                  <a:lnTo>
                    <a:pt x="1665478" y="561721"/>
                  </a:lnTo>
                  <a:lnTo>
                    <a:pt x="1704848" y="537845"/>
                  </a:lnTo>
                  <a:lnTo>
                    <a:pt x="1746250" y="516255"/>
                  </a:lnTo>
                  <a:lnTo>
                    <a:pt x="1789430" y="497205"/>
                  </a:lnTo>
                  <a:lnTo>
                    <a:pt x="1834388" y="480822"/>
                  </a:lnTo>
                  <a:lnTo>
                    <a:pt x="1880743" y="467106"/>
                  </a:lnTo>
                  <a:lnTo>
                    <a:pt x="1928622" y="456311"/>
                  </a:lnTo>
                  <a:lnTo>
                    <a:pt x="1977771" y="448437"/>
                  </a:lnTo>
                  <a:lnTo>
                    <a:pt x="2028190" y="443611"/>
                  </a:lnTo>
                  <a:lnTo>
                    <a:pt x="2079498" y="441960"/>
                  </a:lnTo>
                  <a:lnTo>
                    <a:pt x="2130806" y="443611"/>
                  </a:lnTo>
                  <a:lnTo>
                    <a:pt x="2181225" y="448437"/>
                  </a:lnTo>
                  <a:lnTo>
                    <a:pt x="2230374" y="456311"/>
                  </a:lnTo>
                  <a:lnTo>
                    <a:pt x="2278253" y="467106"/>
                  </a:lnTo>
                  <a:lnTo>
                    <a:pt x="2324608" y="480822"/>
                  </a:lnTo>
                  <a:lnTo>
                    <a:pt x="2369566" y="497205"/>
                  </a:lnTo>
                  <a:lnTo>
                    <a:pt x="2412746" y="516255"/>
                  </a:lnTo>
                  <a:lnTo>
                    <a:pt x="2454148" y="537845"/>
                  </a:lnTo>
                  <a:lnTo>
                    <a:pt x="2493518" y="561721"/>
                  </a:lnTo>
                  <a:lnTo>
                    <a:pt x="2530856" y="587883"/>
                  </a:lnTo>
                  <a:lnTo>
                    <a:pt x="2566035" y="616204"/>
                  </a:lnTo>
                  <a:lnTo>
                    <a:pt x="2598801" y="646557"/>
                  </a:lnTo>
                  <a:lnTo>
                    <a:pt x="2629027" y="678942"/>
                  </a:lnTo>
                  <a:lnTo>
                    <a:pt x="2656713" y="712978"/>
                  </a:lnTo>
                  <a:lnTo>
                    <a:pt x="2681605" y="748792"/>
                  </a:lnTo>
                  <a:lnTo>
                    <a:pt x="2703576" y="786130"/>
                  </a:lnTo>
                  <a:lnTo>
                    <a:pt x="2722626" y="824992"/>
                  </a:lnTo>
                  <a:lnTo>
                    <a:pt x="2738501" y="865124"/>
                  </a:lnTo>
                  <a:lnTo>
                    <a:pt x="2750947" y="906526"/>
                  </a:lnTo>
                  <a:lnTo>
                    <a:pt x="2760091" y="949071"/>
                  </a:lnTo>
                  <a:lnTo>
                    <a:pt x="2765679" y="992632"/>
                  </a:lnTo>
                  <a:lnTo>
                    <a:pt x="2767584" y="1037082"/>
                  </a:lnTo>
                  <a:lnTo>
                    <a:pt x="2765679" y="1081405"/>
                  </a:lnTo>
                  <a:lnTo>
                    <a:pt x="2760091" y="1124966"/>
                  </a:lnTo>
                  <a:lnTo>
                    <a:pt x="2750947" y="1167511"/>
                  </a:lnTo>
                  <a:lnTo>
                    <a:pt x="2738501" y="1208913"/>
                  </a:lnTo>
                  <a:lnTo>
                    <a:pt x="2722626" y="1249045"/>
                  </a:lnTo>
                  <a:lnTo>
                    <a:pt x="2703576" y="1287907"/>
                  </a:lnTo>
                  <a:lnTo>
                    <a:pt x="2681605" y="1325245"/>
                  </a:lnTo>
                  <a:lnTo>
                    <a:pt x="2656713" y="1361059"/>
                  </a:lnTo>
                  <a:lnTo>
                    <a:pt x="2629027" y="1395222"/>
                  </a:lnTo>
                  <a:lnTo>
                    <a:pt x="2598801" y="1427480"/>
                  </a:lnTo>
                  <a:lnTo>
                    <a:pt x="2566035" y="1457833"/>
                  </a:lnTo>
                  <a:lnTo>
                    <a:pt x="2530856" y="1486154"/>
                  </a:lnTo>
                  <a:lnTo>
                    <a:pt x="2493518" y="1512316"/>
                  </a:lnTo>
                  <a:lnTo>
                    <a:pt x="2454148" y="1536192"/>
                  </a:lnTo>
                  <a:lnTo>
                    <a:pt x="2412746" y="1557782"/>
                  </a:lnTo>
                  <a:lnTo>
                    <a:pt x="2369566" y="1576832"/>
                  </a:lnTo>
                  <a:lnTo>
                    <a:pt x="2324608" y="1593215"/>
                  </a:lnTo>
                  <a:lnTo>
                    <a:pt x="2278253" y="1606931"/>
                  </a:lnTo>
                  <a:lnTo>
                    <a:pt x="2230374" y="1617726"/>
                  </a:lnTo>
                  <a:lnTo>
                    <a:pt x="2181225" y="1625727"/>
                  </a:lnTo>
                  <a:lnTo>
                    <a:pt x="2130806" y="1630426"/>
                  </a:lnTo>
                  <a:lnTo>
                    <a:pt x="2079498" y="1632077"/>
                  </a:lnTo>
                  <a:lnTo>
                    <a:pt x="2028190" y="1630426"/>
                  </a:lnTo>
                  <a:lnTo>
                    <a:pt x="1977771" y="1625727"/>
                  </a:lnTo>
                  <a:lnTo>
                    <a:pt x="1928622" y="1617726"/>
                  </a:lnTo>
                  <a:lnTo>
                    <a:pt x="1880743" y="1606931"/>
                  </a:lnTo>
                  <a:lnTo>
                    <a:pt x="1834388" y="1593215"/>
                  </a:lnTo>
                  <a:lnTo>
                    <a:pt x="1789430" y="1576832"/>
                  </a:lnTo>
                  <a:lnTo>
                    <a:pt x="1746250" y="1557782"/>
                  </a:lnTo>
                  <a:lnTo>
                    <a:pt x="1704848" y="1536192"/>
                  </a:lnTo>
                  <a:lnTo>
                    <a:pt x="1665478" y="1512316"/>
                  </a:lnTo>
                  <a:lnTo>
                    <a:pt x="1628140" y="1486154"/>
                  </a:lnTo>
                  <a:lnTo>
                    <a:pt x="1592961" y="1457833"/>
                  </a:lnTo>
                  <a:lnTo>
                    <a:pt x="1560195" y="1427480"/>
                  </a:lnTo>
                  <a:lnTo>
                    <a:pt x="1529969" y="1395222"/>
                  </a:lnTo>
                  <a:lnTo>
                    <a:pt x="1502283" y="1361059"/>
                  </a:lnTo>
                  <a:lnTo>
                    <a:pt x="1477391" y="1325245"/>
                  </a:lnTo>
                  <a:lnTo>
                    <a:pt x="1455420" y="1287907"/>
                  </a:lnTo>
                  <a:lnTo>
                    <a:pt x="1436370" y="1249045"/>
                  </a:lnTo>
                  <a:lnTo>
                    <a:pt x="1420495" y="1208913"/>
                  </a:lnTo>
                  <a:lnTo>
                    <a:pt x="1408049" y="1167511"/>
                  </a:lnTo>
                  <a:lnTo>
                    <a:pt x="1398905" y="1124966"/>
                  </a:lnTo>
                  <a:lnTo>
                    <a:pt x="1393317" y="1081405"/>
                  </a:lnTo>
                  <a:lnTo>
                    <a:pt x="1391412" y="1037082"/>
                  </a:lnTo>
                  <a:close/>
                </a:path>
                <a:path w="4023359" h="2464435">
                  <a:moveTo>
                    <a:pt x="2857500" y="613410"/>
                  </a:moveTo>
                  <a:lnTo>
                    <a:pt x="2859532" y="561975"/>
                  </a:lnTo>
                  <a:lnTo>
                    <a:pt x="2865247" y="511937"/>
                  </a:lnTo>
                  <a:lnTo>
                    <a:pt x="2874772" y="463169"/>
                  </a:lnTo>
                  <a:lnTo>
                    <a:pt x="2887853" y="415925"/>
                  </a:lnTo>
                  <a:lnTo>
                    <a:pt x="2904236" y="370586"/>
                  </a:lnTo>
                  <a:lnTo>
                    <a:pt x="2923794" y="327025"/>
                  </a:lnTo>
                  <a:lnTo>
                    <a:pt x="2946400" y="285623"/>
                  </a:lnTo>
                  <a:lnTo>
                    <a:pt x="2971800" y="246507"/>
                  </a:lnTo>
                  <a:lnTo>
                    <a:pt x="2999994" y="209931"/>
                  </a:lnTo>
                  <a:lnTo>
                    <a:pt x="3030728" y="175895"/>
                  </a:lnTo>
                  <a:lnTo>
                    <a:pt x="3063875" y="144780"/>
                  </a:lnTo>
                  <a:lnTo>
                    <a:pt x="3099308" y="116586"/>
                  </a:lnTo>
                  <a:lnTo>
                    <a:pt x="3136646" y="91567"/>
                  </a:lnTo>
                  <a:lnTo>
                    <a:pt x="3176016" y="69977"/>
                  </a:lnTo>
                  <a:lnTo>
                    <a:pt x="3217037" y="51816"/>
                  </a:lnTo>
                  <a:lnTo>
                    <a:pt x="3259709" y="37465"/>
                  </a:lnTo>
                  <a:lnTo>
                    <a:pt x="3303778" y="26924"/>
                  </a:lnTo>
                  <a:lnTo>
                    <a:pt x="3349117" y="20447"/>
                  </a:lnTo>
                  <a:lnTo>
                    <a:pt x="3395472" y="18287"/>
                  </a:lnTo>
                  <a:lnTo>
                    <a:pt x="3441827" y="20447"/>
                  </a:lnTo>
                  <a:lnTo>
                    <a:pt x="3487166" y="26924"/>
                  </a:lnTo>
                  <a:lnTo>
                    <a:pt x="3531235" y="37465"/>
                  </a:lnTo>
                  <a:lnTo>
                    <a:pt x="3573907" y="51816"/>
                  </a:lnTo>
                  <a:lnTo>
                    <a:pt x="3614928" y="69977"/>
                  </a:lnTo>
                  <a:lnTo>
                    <a:pt x="3654298" y="91567"/>
                  </a:lnTo>
                  <a:lnTo>
                    <a:pt x="3691636" y="116586"/>
                  </a:lnTo>
                  <a:lnTo>
                    <a:pt x="3727069" y="144780"/>
                  </a:lnTo>
                  <a:lnTo>
                    <a:pt x="3760216" y="175895"/>
                  </a:lnTo>
                  <a:lnTo>
                    <a:pt x="3790950" y="209931"/>
                  </a:lnTo>
                  <a:lnTo>
                    <a:pt x="3819144" y="246507"/>
                  </a:lnTo>
                  <a:lnTo>
                    <a:pt x="3844544" y="285623"/>
                  </a:lnTo>
                  <a:lnTo>
                    <a:pt x="3867150" y="327025"/>
                  </a:lnTo>
                  <a:lnTo>
                    <a:pt x="3886708" y="370586"/>
                  </a:lnTo>
                  <a:lnTo>
                    <a:pt x="3903091" y="415925"/>
                  </a:lnTo>
                  <a:lnTo>
                    <a:pt x="3916172" y="463169"/>
                  </a:lnTo>
                  <a:lnTo>
                    <a:pt x="3925697" y="511937"/>
                  </a:lnTo>
                  <a:lnTo>
                    <a:pt x="3931412" y="561975"/>
                  </a:lnTo>
                  <a:lnTo>
                    <a:pt x="3933444" y="613410"/>
                  </a:lnTo>
                  <a:lnTo>
                    <a:pt x="3931412" y="664718"/>
                  </a:lnTo>
                  <a:lnTo>
                    <a:pt x="3925697" y="714883"/>
                  </a:lnTo>
                  <a:lnTo>
                    <a:pt x="3916172" y="763651"/>
                  </a:lnTo>
                  <a:lnTo>
                    <a:pt x="3903091" y="810768"/>
                  </a:lnTo>
                  <a:lnTo>
                    <a:pt x="3886708" y="856234"/>
                  </a:lnTo>
                  <a:lnTo>
                    <a:pt x="3867150" y="899668"/>
                  </a:lnTo>
                  <a:lnTo>
                    <a:pt x="3844544" y="941070"/>
                  </a:lnTo>
                  <a:lnTo>
                    <a:pt x="3819144" y="980186"/>
                  </a:lnTo>
                  <a:lnTo>
                    <a:pt x="3790950" y="1016888"/>
                  </a:lnTo>
                  <a:lnTo>
                    <a:pt x="3760216" y="1050798"/>
                  </a:lnTo>
                  <a:lnTo>
                    <a:pt x="3727069" y="1082040"/>
                  </a:lnTo>
                  <a:lnTo>
                    <a:pt x="3691636" y="1110234"/>
                  </a:lnTo>
                  <a:lnTo>
                    <a:pt x="3654298" y="1135253"/>
                  </a:lnTo>
                  <a:lnTo>
                    <a:pt x="3614928" y="1156843"/>
                  </a:lnTo>
                  <a:lnTo>
                    <a:pt x="3573907" y="1175004"/>
                  </a:lnTo>
                  <a:lnTo>
                    <a:pt x="3531235" y="1189355"/>
                  </a:lnTo>
                  <a:lnTo>
                    <a:pt x="3487166" y="1199896"/>
                  </a:lnTo>
                  <a:lnTo>
                    <a:pt x="3441827" y="1206246"/>
                  </a:lnTo>
                  <a:lnTo>
                    <a:pt x="3395472" y="1208532"/>
                  </a:lnTo>
                  <a:lnTo>
                    <a:pt x="3349117" y="1206246"/>
                  </a:lnTo>
                  <a:lnTo>
                    <a:pt x="3303778" y="1199896"/>
                  </a:lnTo>
                  <a:lnTo>
                    <a:pt x="3259709" y="1189355"/>
                  </a:lnTo>
                  <a:lnTo>
                    <a:pt x="3217037" y="1175004"/>
                  </a:lnTo>
                  <a:lnTo>
                    <a:pt x="3176016" y="1156843"/>
                  </a:lnTo>
                  <a:lnTo>
                    <a:pt x="3136646" y="1135253"/>
                  </a:lnTo>
                  <a:lnTo>
                    <a:pt x="3099308" y="1110234"/>
                  </a:lnTo>
                  <a:lnTo>
                    <a:pt x="3063875" y="1082040"/>
                  </a:lnTo>
                  <a:lnTo>
                    <a:pt x="3030728" y="1050798"/>
                  </a:lnTo>
                  <a:lnTo>
                    <a:pt x="2999994" y="1016888"/>
                  </a:lnTo>
                  <a:lnTo>
                    <a:pt x="2971800" y="980186"/>
                  </a:lnTo>
                  <a:lnTo>
                    <a:pt x="2946400" y="941070"/>
                  </a:lnTo>
                  <a:lnTo>
                    <a:pt x="2923794" y="899668"/>
                  </a:lnTo>
                  <a:lnTo>
                    <a:pt x="2904236" y="856234"/>
                  </a:lnTo>
                  <a:lnTo>
                    <a:pt x="2887853" y="810768"/>
                  </a:lnTo>
                  <a:lnTo>
                    <a:pt x="2874772" y="763651"/>
                  </a:lnTo>
                  <a:lnTo>
                    <a:pt x="2865247" y="714883"/>
                  </a:lnTo>
                  <a:lnTo>
                    <a:pt x="2859532" y="664718"/>
                  </a:lnTo>
                  <a:lnTo>
                    <a:pt x="2857500" y="613410"/>
                  </a:lnTo>
                  <a:close/>
                </a:path>
                <a:path w="4023359" h="2464435">
                  <a:moveTo>
                    <a:pt x="2857500" y="1789049"/>
                  </a:moveTo>
                  <a:lnTo>
                    <a:pt x="2859151" y="1738757"/>
                  </a:lnTo>
                  <a:lnTo>
                    <a:pt x="2863850" y="1689354"/>
                  </a:lnTo>
                  <a:lnTo>
                    <a:pt x="2871597" y="1641094"/>
                  </a:lnTo>
                  <a:lnTo>
                    <a:pt x="2882138" y="1594104"/>
                  </a:lnTo>
                  <a:lnTo>
                    <a:pt x="2895600" y="1548511"/>
                  </a:lnTo>
                  <a:lnTo>
                    <a:pt x="2911729" y="1504442"/>
                  </a:lnTo>
                  <a:lnTo>
                    <a:pt x="2930271" y="1462024"/>
                  </a:lnTo>
                  <a:lnTo>
                    <a:pt x="2951353" y="1421511"/>
                  </a:lnTo>
                  <a:lnTo>
                    <a:pt x="2974848" y="1382776"/>
                  </a:lnTo>
                  <a:lnTo>
                    <a:pt x="3000502" y="1346200"/>
                  </a:lnTo>
                  <a:lnTo>
                    <a:pt x="3028188" y="1311656"/>
                  </a:lnTo>
                  <a:lnTo>
                    <a:pt x="3058033" y="1279525"/>
                  </a:lnTo>
                  <a:lnTo>
                    <a:pt x="3089656" y="1249934"/>
                  </a:lnTo>
                  <a:lnTo>
                    <a:pt x="3123057" y="1222756"/>
                  </a:lnTo>
                  <a:lnTo>
                    <a:pt x="3158109" y="1198372"/>
                  </a:lnTo>
                  <a:lnTo>
                    <a:pt x="3194685" y="1176782"/>
                  </a:lnTo>
                  <a:lnTo>
                    <a:pt x="3232658" y="1158113"/>
                  </a:lnTo>
                  <a:lnTo>
                    <a:pt x="3272028" y="1142619"/>
                  </a:lnTo>
                  <a:lnTo>
                    <a:pt x="3312668" y="1130300"/>
                  </a:lnTo>
                  <a:lnTo>
                    <a:pt x="3354324" y="1121283"/>
                  </a:lnTo>
                  <a:lnTo>
                    <a:pt x="3396869" y="1115822"/>
                  </a:lnTo>
                  <a:lnTo>
                    <a:pt x="3440430" y="1114044"/>
                  </a:lnTo>
                  <a:lnTo>
                    <a:pt x="3483991" y="1115822"/>
                  </a:lnTo>
                  <a:lnTo>
                    <a:pt x="3526536" y="1121283"/>
                  </a:lnTo>
                  <a:lnTo>
                    <a:pt x="3568192" y="1130300"/>
                  </a:lnTo>
                  <a:lnTo>
                    <a:pt x="3608832" y="1142619"/>
                  </a:lnTo>
                  <a:lnTo>
                    <a:pt x="3648202" y="1158113"/>
                  </a:lnTo>
                  <a:lnTo>
                    <a:pt x="3686175" y="1176782"/>
                  </a:lnTo>
                  <a:lnTo>
                    <a:pt x="3722751" y="1198372"/>
                  </a:lnTo>
                  <a:lnTo>
                    <a:pt x="3757803" y="1222756"/>
                  </a:lnTo>
                  <a:lnTo>
                    <a:pt x="3791204" y="1249934"/>
                  </a:lnTo>
                  <a:lnTo>
                    <a:pt x="3822827" y="1279525"/>
                  </a:lnTo>
                  <a:lnTo>
                    <a:pt x="3852672" y="1311656"/>
                  </a:lnTo>
                  <a:lnTo>
                    <a:pt x="3880358" y="1346200"/>
                  </a:lnTo>
                  <a:lnTo>
                    <a:pt x="3906012" y="1382776"/>
                  </a:lnTo>
                  <a:lnTo>
                    <a:pt x="3929507" y="1421511"/>
                  </a:lnTo>
                  <a:lnTo>
                    <a:pt x="3950589" y="1462024"/>
                  </a:lnTo>
                  <a:lnTo>
                    <a:pt x="3969131" y="1504442"/>
                  </a:lnTo>
                  <a:lnTo>
                    <a:pt x="3985260" y="1548511"/>
                  </a:lnTo>
                  <a:lnTo>
                    <a:pt x="3998722" y="1594104"/>
                  </a:lnTo>
                  <a:lnTo>
                    <a:pt x="4009263" y="1641094"/>
                  </a:lnTo>
                  <a:lnTo>
                    <a:pt x="4017010" y="1689354"/>
                  </a:lnTo>
                  <a:lnTo>
                    <a:pt x="4021709" y="1738757"/>
                  </a:lnTo>
                  <a:lnTo>
                    <a:pt x="4023360" y="1789049"/>
                  </a:lnTo>
                  <a:lnTo>
                    <a:pt x="4021709" y="1839468"/>
                  </a:lnTo>
                  <a:lnTo>
                    <a:pt x="4017010" y="1888871"/>
                  </a:lnTo>
                  <a:lnTo>
                    <a:pt x="4009263" y="1937131"/>
                  </a:lnTo>
                  <a:lnTo>
                    <a:pt x="3998722" y="1984121"/>
                  </a:lnTo>
                  <a:lnTo>
                    <a:pt x="3985260" y="2029587"/>
                  </a:lnTo>
                  <a:lnTo>
                    <a:pt x="3969131" y="2073656"/>
                  </a:lnTo>
                  <a:lnTo>
                    <a:pt x="3950589" y="2116074"/>
                  </a:lnTo>
                  <a:lnTo>
                    <a:pt x="3929507" y="2156714"/>
                  </a:lnTo>
                  <a:lnTo>
                    <a:pt x="3906012" y="2195322"/>
                  </a:lnTo>
                  <a:lnTo>
                    <a:pt x="3880358" y="2232025"/>
                  </a:lnTo>
                  <a:lnTo>
                    <a:pt x="3852672" y="2266442"/>
                  </a:lnTo>
                  <a:lnTo>
                    <a:pt x="3822827" y="2298573"/>
                  </a:lnTo>
                  <a:lnTo>
                    <a:pt x="3791204" y="2328291"/>
                  </a:lnTo>
                  <a:lnTo>
                    <a:pt x="3757803" y="2355469"/>
                  </a:lnTo>
                  <a:lnTo>
                    <a:pt x="3722751" y="2379853"/>
                  </a:lnTo>
                  <a:lnTo>
                    <a:pt x="3686175" y="2401443"/>
                  </a:lnTo>
                  <a:lnTo>
                    <a:pt x="3648202" y="2420112"/>
                  </a:lnTo>
                  <a:lnTo>
                    <a:pt x="3608832" y="2435606"/>
                  </a:lnTo>
                  <a:lnTo>
                    <a:pt x="3568192" y="2447925"/>
                  </a:lnTo>
                  <a:lnTo>
                    <a:pt x="3526536" y="2456815"/>
                  </a:lnTo>
                  <a:lnTo>
                    <a:pt x="3483991" y="2462276"/>
                  </a:lnTo>
                  <a:lnTo>
                    <a:pt x="3440430" y="2464181"/>
                  </a:lnTo>
                  <a:lnTo>
                    <a:pt x="3396869" y="2462276"/>
                  </a:lnTo>
                  <a:lnTo>
                    <a:pt x="3354324" y="2456815"/>
                  </a:lnTo>
                  <a:lnTo>
                    <a:pt x="3312668" y="2447925"/>
                  </a:lnTo>
                  <a:lnTo>
                    <a:pt x="3272028" y="2435606"/>
                  </a:lnTo>
                  <a:lnTo>
                    <a:pt x="3232658" y="2420112"/>
                  </a:lnTo>
                  <a:lnTo>
                    <a:pt x="3194685" y="2401443"/>
                  </a:lnTo>
                  <a:lnTo>
                    <a:pt x="3158109" y="2379853"/>
                  </a:lnTo>
                  <a:lnTo>
                    <a:pt x="3123057" y="2355469"/>
                  </a:lnTo>
                  <a:lnTo>
                    <a:pt x="3089656" y="2328291"/>
                  </a:lnTo>
                  <a:lnTo>
                    <a:pt x="3058033" y="2298573"/>
                  </a:lnTo>
                  <a:lnTo>
                    <a:pt x="3028188" y="2266442"/>
                  </a:lnTo>
                  <a:lnTo>
                    <a:pt x="3000502" y="2232025"/>
                  </a:lnTo>
                  <a:lnTo>
                    <a:pt x="2974848" y="2195322"/>
                  </a:lnTo>
                  <a:lnTo>
                    <a:pt x="2951353" y="2156714"/>
                  </a:lnTo>
                  <a:lnTo>
                    <a:pt x="2930271" y="2116074"/>
                  </a:lnTo>
                  <a:lnTo>
                    <a:pt x="2911729" y="2073656"/>
                  </a:lnTo>
                  <a:lnTo>
                    <a:pt x="2895600" y="2029587"/>
                  </a:lnTo>
                  <a:lnTo>
                    <a:pt x="2882138" y="1984121"/>
                  </a:lnTo>
                  <a:lnTo>
                    <a:pt x="2871597" y="1937131"/>
                  </a:lnTo>
                  <a:lnTo>
                    <a:pt x="2863850" y="1888871"/>
                  </a:lnTo>
                  <a:lnTo>
                    <a:pt x="2859151" y="1839468"/>
                  </a:lnTo>
                  <a:lnTo>
                    <a:pt x="2857500" y="1789049"/>
                  </a:lnTo>
                  <a:close/>
                </a:path>
              </a:pathLst>
            </a:custGeom>
            <a:ln w="28956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4211" y="4270247"/>
            <a:ext cx="6704076" cy="19827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463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More</a:t>
            </a:r>
            <a:r>
              <a:rPr sz="4400" spc="-9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Example</a:t>
            </a:r>
            <a:r>
              <a:rPr sz="4400" spc="-6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Unsupervised</a:t>
            </a:r>
            <a:r>
              <a:rPr sz="4400" spc="-100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Learning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427" y="1452372"/>
            <a:ext cx="1952244" cy="21427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8884" y="1876044"/>
            <a:ext cx="2142743" cy="167792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463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What</a:t>
            </a:r>
            <a:r>
              <a:rPr sz="4400" spc="-15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is</a:t>
            </a:r>
            <a:r>
              <a:rPr sz="4400" spc="-13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Reinforcement</a:t>
            </a:r>
            <a:r>
              <a:rPr sz="4400" spc="-175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97991" y="6136944"/>
            <a:ext cx="5114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[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It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also</a:t>
            </a:r>
            <a:r>
              <a:rPr sz="1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known</a:t>
            </a:r>
            <a:r>
              <a:rPr sz="1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as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learning</a:t>
            </a:r>
            <a:r>
              <a:rPr sz="18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from</a:t>
            </a:r>
            <a:r>
              <a:rPr sz="1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trials</a:t>
            </a:r>
            <a:r>
              <a:rPr sz="18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1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errors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463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What</a:t>
            </a:r>
            <a:r>
              <a:rPr sz="4400" spc="-15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is</a:t>
            </a:r>
            <a:r>
              <a:rPr sz="4400" spc="-13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Reinforcement</a:t>
            </a:r>
            <a:r>
              <a:rPr sz="4400" spc="-175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Learning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144" y="2514600"/>
            <a:ext cx="1066800" cy="1600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6228" y="2133600"/>
            <a:ext cx="17526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699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What</a:t>
            </a:r>
            <a:r>
              <a:rPr sz="440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is</a:t>
            </a:r>
            <a:r>
              <a:rPr sz="440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Reinforcement</a:t>
            </a:r>
            <a:r>
              <a:rPr sz="4400" spc="-1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Learning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144" y="2514600"/>
            <a:ext cx="1066800" cy="1600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6228" y="2133600"/>
            <a:ext cx="1752600" cy="2514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1544" y="2734055"/>
            <a:ext cx="1524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699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What</a:t>
            </a:r>
            <a:r>
              <a:rPr sz="440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is</a:t>
            </a:r>
            <a:r>
              <a:rPr sz="440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Reinforcement</a:t>
            </a:r>
            <a:r>
              <a:rPr sz="4400" spc="-1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Learning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144" y="2514600"/>
            <a:ext cx="1066800" cy="1600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6228" y="2133600"/>
            <a:ext cx="1752600" cy="2514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1544" y="2734055"/>
            <a:ext cx="1524000" cy="381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49267" y="3467100"/>
            <a:ext cx="1524000" cy="4389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0311" y="4110228"/>
            <a:ext cx="1580388" cy="39014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699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Another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Example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244" y="2389632"/>
            <a:ext cx="934212" cy="17526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633215" y="1694688"/>
            <a:ext cx="2623185" cy="1324610"/>
            <a:chOff x="3633215" y="1694688"/>
            <a:chExt cx="2623185" cy="13246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3215" y="1694688"/>
              <a:ext cx="1949195" cy="13243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1931" y="1735836"/>
              <a:ext cx="704088" cy="7239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6176" y="3980688"/>
            <a:ext cx="1057655" cy="1068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57088" y="3884676"/>
            <a:ext cx="627888" cy="5135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64195" y="1438655"/>
            <a:ext cx="3104388" cy="29900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36014" y="5167325"/>
            <a:ext cx="572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Agent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9826" y="5245430"/>
            <a:ext cx="431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Task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38338" y="5176850"/>
            <a:ext cx="1211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Environment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699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solidFill>
                  <a:srgbClr val="000000"/>
                </a:solidFill>
                <a:latin typeface="Calibri Light"/>
                <a:cs typeface="Calibri Light"/>
              </a:rPr>
              <a:t>Reinforcement</a:t>
            </a:r>
            <a:r>
              <a:rPr sz="44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Learning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244" y="2389632"/>
            <a:ext cx="934212" cy="17526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633215" y="1694688"/>
            <a:ext cx="2623185" cy="1324610"/>
            <a:chOff x="3633215" y="1694688"/>
            <a:chExt cx="2623185" cy="13246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3215" y="1694688"/>
              <a:ext cx="1949195" cy="13243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1931" y="1735836"/>
              <a:ext cx="704088" cy="7239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6176" y="3980688"/>
            <a:ext cx="1057655" cy="1068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21395" y="1729739"/>
            <a:ext cx="1120140" cy="11826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65338" y="2904871"/>
            <a:ext cx="1157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Punishment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699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solidFill>
                  <a:srgbClr val="000000"/>
                </a:solidFill>
                <a:latin typeface="Calibri Light"/>
                <a:cs typeface="Calibri Light"/>
              </a:rPr>
              <a:t>Reinforcement</a:t>
            </a:r>
            <a:r>
              <a:rPr sz="44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Learning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244" y="2389632"/>
            <a:ext cx="934212" cy="1752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3215" y="1694688"/>
            <a:ext cx="1949195" cy="13243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6176" y="3980688"/>
            <a:ext cx="1057655" cy="1068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57088" y="3884676"/>
            <a:ext cx="627888" cy="5135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40268" y="3496055"/>
            <a:ext cx="1193201" cy="15895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512809" y="5033009"/>
            <a:ext cx="748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Reward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699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solidFill>
                  <a:srgbClr val="000000"/>
                </a:solidFill>
                <a:latin typeface="Calibri Light"/>
                <a:cs typeface="Calibri Light"/>
              </a:rPr>
              <a:t>Reinforcement</a:t>
            </a:r>
            <a:r>
              <a:rPr sz="44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Learning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244" y="2389632"/>
            <a:ext cx="934212" cy="1752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3215" y="1694688"/>
            <a:ext cx="1949195" cy="13243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6176" y="3980688"/>
            <a:ext cx="1057655" cy="1068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57088" y="3884676"/>
            <a:ext cx="627888" cy="5135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40268" y="3496055"/>
            <a:ext cx="1193201" cy="15895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46016" y="5033009"/>
            <a:ext cx="5321300" cy="74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Reward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Baby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Learn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from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8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Trials</a:t>
            </a:r>
            <a:r>
              <a:rPr sz="18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18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Errors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0840" y="6004661"/>
            <a:ext cx="40366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Reinforcement</a:t>
            </a:r>
            <a:r>
              <a:rPr sz="32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4602" y="423799"/>
            <a:ext cx="40176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sz="4400" spc="-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Learning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93308" y="3950208"/>
            <a:ext cx="1702435" cy="356870"/>
            <a:chOff x="5893308" y="3950208"/>
            <a:chExt cx="1702435" cy="356870"/>
          </a:xfrm>
        </p:grpSpPr>
        <p:sp>
          <p:nvSpPr>
            <p:cNvPr id="4" name="object 4"/>
            <p:cNvSpPr/>
            <p:nvPr/>
          </p:nvSpPr>
          <p:spPr>
            <a:xfrm>
              <a:off x="5905500" y="3962400"/>
              <a:ext cx="1676400" cy="330835"/>
            </a:xfrm>
            <a:custGeom>
              <a:avLst/>
              <a:gdLst/>
              <a:ahLst/>
              <a:cxnLst/>
              <a:rect l="l" t="t" r="r" b="b"/>
              <a:pathLst>
                <a:path w="1676400" h="330835">
                  <a:moveTo>
                    <a:pt x="1511300" y="0"/>
                  </a:moveTo>
                  <a:lnTo>
                    <a:pt x="1511300" y="82676"/>
                  </a:lnTo>
                  <a:lnTo>
                    <a:pt x="0" y="82676"/>
                  </a:lnTo>
                  <a:lnTo>
                    <a:pt x="0" y="248031"/>
                  </a:lnTo>
                  <a:lnTo>
                    <a:pt x="1511300" y="248031"/>
                  </a:lnTo>
                  <a:lnTo>
                    <a:pt x="1511300" y="330707"/>
                  </a:lnTo>
                  <a:lnTo>
                    <a:pt x="1676400" y="165354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06262" y="3963162"/>
              <a:ext cx="1676400" cy="330835"/>
            </a:xfrm>
            <a:custGeom>
              <a:avLst/>
              <a:gdLst/>
              <a:ahLst/>
              <a:cxnLst/>
              <a:rect l="l" t="t" r="r" b="b"/>
              <a:pathLst>
                <a:path w="1676400" h="330835">
                  <a:moveTo>
                    <a:pt x="0" y="82676"/>
                  </a:moveTo>
                  <a:lnTo>
                    <a:pt x="1511299" y="82676"/>
                  </a:lnTo>
                  <a:lnTo>
                    <a:pt x="1511299" y="0"/>
                  </a:lnTo>
                  <a:lnTo>
                    <a:pt x="1676399" y="165354"/>
                  </a:lnTo>
                  <a:lnTo>
                    <a:pt x="1511299" y="330707"/>
                  </a:lnTo>
                  <a:lnTo>
                    <a:pt x="1511299" y="248031"/>
                  </a:lnTo>
                  <a:lnTo>
                    <a:pt x="0" y="248031"/>
                  </a:lnTo>
                  <a:lnTo>
                    <a:pt x="0" y="82676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72739" y="2277566"/>
            <a:ext cx="7435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Input: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92542" y="2303526"/>
            <a:ext cx="900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Output: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85201" y="3927475"/>
            <a:ext cx="1746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Label”motorcycle”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5478" y="3493675"/>
            <a:ext cx="2103443" cy="123765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6309" y="1937098"/>
            <a:ext cx="2554605" cy="1495425"/>
            <a:chOff x="3066309" y="1937098"/>
            <a:chExt cx="2554605" cy="1495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6309" y="1937098"/>
              <a:ext cx="2554180" cy="149488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75353" y="2908553"/>
              <a:ext cx="102235" cy="114300"/>
            </a:xfrm>
            <a:custGeom>
              <a:avLst/>
              <a:gdLst/>
              <a:ahLst/>
              <a:cxnLst/>
              <a:rect l="l" t="t" r="r" b="b"/>
              <a:pathLst>
                <a:path w="102235" h="114300">
                  <a:moveTo>
                    <a:pt x="0" y="114300"/>
                  </a:moveTo>
                  <a:lnTo>
                    <a:pt x="102108" y="114300"/>
                  </a:lnTo>
                  <a:lnTo>
                    <a:pt x="102108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58" rIns="0" bIns="0" rtlCol="0">
            <a:spAutoFit/>
          </a:bodyPr>
          <a:lstStyle/>
          <a:p>
            <a:pPr marL="405574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Why</a:t>
            </a:r>
            <a:r>
              <a:rPr sz="4400" spc="-1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is</a:t>
            </a:r>
            <a:r>
              <a:rPr sz="4400" spc="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it</a:t>
            </a:r>
            <a:r>
              <a:rPr sz="440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hard?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0808" y="4216908"/>
            <a:ext cx="4148328" cy="14980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68596" y="3854196"/>
            <a:ext cx="4533900" cy="28829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930">
              <a:lnSpc>
                <a:spcPts val="2135"/>
              </a:lnSpc>
            </a:pPr>
            <a:r>
              <a:rPr sz="1800" dirty="0">
                <a:latin typeface="Calibri"/>
                <a:cs typeface="Calibri"/>
              </a:rPr>
              <a:t>But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camera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this: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8496" y="2901695"/>
            <a:ext cx="5321935" cy="2616835"/>
          </a:xfrm>
          <a:custGeom>
            <a:avLst/>
            <a:gdLst/>
            <a:ahLst/>
            <a:cxnLst/>
            <a:rect l="l" t="t" r="r" b="b"/>
            <a:pathLst>
              <a:path w="5321934" h="2616835">
                <a:moveTo>
                  <a:pt x="128015" y="13715"/>
                </a:moveTo>
                <a:lnTo>
                  <a:pt x="5321808" y="928115"/>
                </a:lnTo>
              </a:path>
              <a:path w="5321934" h="2616835">
                <a:moveTo>
                  <a:pt x="13715" y="0"/>
                </a:moveTo>
                <a:lnTo>
                  <a:pt x="800100" y="952499"/>
                </a:lnTo>
              </a:path>
              <a:path w="5321934" h="2616835">
                <a:moveTo>
                  <a:pt x="0" y="128015"/>
                </a:moveTo>
                <a:lnTo>
                  <a:pt x="787907" y="2616707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80817" y="1512265"/>
            <a:ext cx="1107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You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this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228" y="1962573"/>
            <a:ext cx="1553542" cy="906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1700" y="1689585"/>
            <a:ext cx="1675906" cy="11166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6385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Raw</a:t>
            </a:r>
            <a:r>
              <a:rPr sz="4400" spc="-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Image</a:t>
            </a:r>
            <a:r>
              <a:rPr sz="4400" spc="-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35" dirty="0">
                <a:solidFill>
                  <a:srgbClr val="000000"/>
                </a:solidFill>
                <a:latin typeface="Calibri Light"/>
                <a:cs typeface="Calibri Light"/>
              </a:rPr>
              <a:t>Representation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40507" y="3745991"/>
            <a:ext cx="3173095" cy="2125980"/>
            <a:chOff x="2540507" y="3745991"/>
            <a:chExt cx="3173095" cy="2125980"/>
          </a:xfrm>
        </p:grpSpPr>
        <p:sp>
          <p:nvSpPr>
            <p:cNvPr id="6" name="object 6"/>
            <p:cNvSpPr/>
            <p:nvPr/>
          </p:nvSpPr>
          <p:spPr>
            <a:xfrm>
              <a:off x="2540507" y="3745991"/>
              <a:ext cx="3173095" cy="2125980"/>
            </a:xfrm>
            <a:custGeom>
              <a:avLst/>
              <a:gdLst/>
              <a:ahLst/>
              <a:cxnLst/>
              <a:rect l="l" t="t" r="r" b="b"/>
              <a:pathLst>
                <a:path w="3173095" h="2125979">
                  <a:moveTo>
                    <a:pt x="101600" y="0"/>
                  </a:moveTo>
                  <a:lnTo>
                    <a:pt x="42672" y="101091"/>
                  </a:lnTo>
                  <a:lnTo>
                    <a:pt x="44704" y="108838"/>
                  </a:lnTo>
                  <a:lnTo>
                    <a:pt x="56768" y="115950"/>
                  </a:lnTo>
                  <a:lnTo>
                    <a:pt x="64516" y="113918"/>
                  </a:lnTo>
                  <a:lnTo>
                    <a:pt x="88900" y="72135"/>
                  </a:lnTo>
                  <a:lnTo>
                    <a:pt x="88900" y="1956447"/>
                  </a:lnTo>
                  <a:lnTo>
                    <a:pt x="0" y="1956434"/>
                  </a:lnTo>
                  <a:lnTo>
                    <a:pt x="0" y="1981847"/>
                  </a:lnTo>
                  <a:lnTo>
                    <a:pt x="88900" y="1981860"/>
                  </a:lnTo>
                  <a:lnTo>
                    <a:pt x="88900" y="2125357"/>
                  </a:lnTo>
                  <a:lnTo>
                    <a:pt x="114300" y="2125357"/>
                  </a:lnTo>
                  <a:lnTo>
                    <a:pt x="114300" y="1981860"/>
                  </a:lnTo>
                  <a:lnTo>
                    <a:pt x="3100578" y="1981860"/>
                  </a:lnTo>
                  <a:lnTo>
                    <a:pt x="3058922" y="2006168"/>
                  </a:lnTo>
                  <a:lnTo>
                    <a:pt x="3056890" y="2013940"/>
                  </a:lnTo>
                  <a:lnTo>
                    <a:pt x="3063875" y="2026069"/>
                  </a:lnTo>
                  <a:lnTo>
                    <a:pt x="3071622" y="2028126"/>
                  </a:lnTo>
                  <a:lnTo>
                    <a:pt x="3172714" y="1969147"/>
                  </a:lnTo>
                  <a:lnTo>
                    <a:pt x="3074670" y="1911946"/>
                  </a:lnTo>
                  <a:lnTo>
                    <a:pt x="3071241" y="1911565"/>
                  </a:lnTo>
                  <a:lnTo>
                    <a:pt x="3065018" y="1913229"/>
                  </a:lnTo>
                  <a:lnTo>
                    <a:pt x="3062097" y="1915248"/>
                  </a:lnTo>
                  <a:lnTo>
                    <a:pt x="3056890" y="1924342"/>
                  </a:lnTo>
                  <a:lnTo>
                    <a:pt x="3058922" y="1932114"/>
                  </a:lnTo>
                  <a:lnTo>
                    <a:pt x="3100578" y="1956447"/>
                  </a:lnTo>
                  <a:lnTo>
                    <a:pt x="114300" y="1956447"/>
                  </a:lnTo>
                  <a:lnTo>
                    <a:pt x="114300" y="72135"/>
                  </a:lnTo>
                  <a:lnTo>
                    <a:pt x="138556" y="113918"/>
                  </a:lnTo>
                  <a:lnTo>
                    <a:pt x="146304" y="115950"/>
                  </a:lnTo>
                  <a:lnTo>
                    <a:pt x="158496" y="108838"/>
                  </a:lnTo>
                  <a:lnTo>
                    <a:pt x="160528" y="101091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9420" y="4403089"/>
              <a:ext cx="1457325" cy="883919"/>
            </a:xfrm>
            <a:custGeom>
              <a:avLst/>
              <a:gdLst/>
              <a:ahLst/>
              <a:cxnLst/>
              <a:rect l="l" t="t" r="r" b="b"/>
              <a:pathLst>
                <a:path w="1457325" h="883920">
                  <a:moveTo>
                    <a:pt x="186690" y="760730"/>
                  </a:moveTo>
                  <a:lnTo>
                    <a:pt x="123190" y="760730"/>
                  </a:lnTo>
                  <a:lnTo>
                    <a:pt x="123190" y="698500"/>
                  </a:lnTo>
                  <a:lnTo>
                    <a:pt x="63500" y="698500"/>
                  </a:lnTo>
                  <a:lnTo>
                    <a:pt x="63500" y="760730"/>
                  </a:lnTo>
                  <a:lnTo>
                    <a:pt x="0" y="760730"/>
                  </a:lnTo>
                  <a:lnTo>
                    <a:pt x="0" y="821690"/>
                  </a:lnTo>
                  <a:lnTo>
                    <a:pt x="63500" y="821690"/>
                  </a:lnTo>
                  <a:lnTo>
                    <a:pt x="63500" y="883920"/>
                  </a:lnTo>
                  <a:lnTo>
                    <a:pt x="123190" y="883920"/>
                  </a:lnTo>
                  <a:lnTo>
                    <a:pt x="123190" y="821690"/>
                  </a:lnTo>
                  <a:lnTo>
                    <a:pt x="186690" y="821690"/>
                  </a:lnTo>
                  <a:lnTo>
                    <a:pt x="186690" y="760730"/>
                  </a:lnTo>
                  <a:close/>
                </a:path>
                <a:path w="1457325" h="883920">
                  <a:moveTo>
                    <a:pt x="1456944" y="62230"/>
                  </a:moveTo>
                  <a:lnTo>
                    <a:pt x="1393444" y="62230"/>
                  </a:lnTo>
                  <a:lnTo>
                    <a:pt x="1393444" y="0"/>
                  </a:lnTo>
                  <a:lnTo>
                    <a:pt x="1333754" y="0"/>
                  </a:lnTo>
                  <a:lnTo>
                    <a:pt x="1333754" y="62230"/>
                  </a:lnTo>
                  <a:lnTo>
                    <a:pt x="1270254" y="62230"/>
                  </a:lnTo>
                  <a:lnTo>
                    <a:pt x="1270254" y="123190"/>
                  </a:lnTo>
                  <a:lnTo>
                    <a:pt x="1333754" y="123190"/>
                  </a:lnTo>
                  <a:lnTo>
                    <a:pt x="1333754" y="185420"/>
                  </a:lnTo>
                  <a:lnTo>
                    <a:pt x="1393444" y="185420"/>
                  </a:lnTo>
                  <a:lnTo>
                    <a:pt x="1393444" y="123190"/>
                  </a:lnTo>
                  <a:lnTo>
                    <a:pt x="1456944" y="123190"/>
                  </a:lnTo>
                  <a:lnTo>
                    <a:pt x="1456944" y="6223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2507" y="4965191"/>
              <a:ext cx="672084" cy="457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2000" y="5320236"/>
              <a:ext cx="140335" cy="53340"/>
            </a:xfrm>
            <a:custGeom>
              <a:avLst/>
              <a:gdLst/>
              <a:ahLst/>
              <a:cxnLst/>
              <a:rect l="l" t="t" r="r" b="b"/>
              <a:pathLst>
                <a:path w="140335" h="53339">
                  <a:moveTo>
                    <a:pt x="139865" y="0"/>
                  </a:moveTo>
                  <a:lnTo>
                    <a:pt x="0" y="0"/>
                  </a:lnTo>
                  <a:lnTo>
                    <a:pt x="0" y="53132"/>
                  </a:lnTo>
                  <a:lnTo>
                    <a:pt x="139865" y="53132"/>
                  </a:lnTo>
                  <a:lnTo>
                    <a:pt x="1398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8700" y="5117591"/>
              <a:ext cx="647700" cy="44500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869691" y="4037028"/>
              <a:ext cx="140335" cy="53340"/>
            </a:xfrm>
            <a:custGeom>
              <a:avLst/>
              <a:gdLst/>
              <a:ahLst/>
              <a:cxnLst/>
              <a:rect l="l" t="t" r="r" b="b"/>
              <a:pathLst>
                <a:path w="140335" h="53339">
                  <a:moveTo>
                    <a:pt x="139865" y="0"/>
                  </a:moveTo>
                  <a:lnTo>
                    <a:pt x="0" y="0"/>
                  </a:lnTo>
                  <a:lnTo>
                    <a:pt x="0" y="53132"/>
                  </a:lnTo>
                  <a:lnTo>
                    <a:pt x="139865" y="53132"/>
                  </a:lnTo>
                  <a:lnTo>
                    <a:pt x="1398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8291" y="3784091"/>
              <a:ext cx="673607" cy="4450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5507" y="4152899"/>
              <a:ext cx="888491" cy="5334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42642" y="3876802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50380" y="4411979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40" h="167639">
                <a:moveTo>
                  <a:pt x="167386" y="57150"/>
                </a:moveTo>
                <a:lnTo>
                  <a:pt x="110490" y="57150"/>
                </a:lnTo>
                <a:lnTo>
                  <a:pt x="110490" y="0"/>
                </a:lnTo>
                <a:lnTo>
                  <a:pt x="56896" y="0"/>
                </a:lnTo>
                <a:lnTo>
                  <a:pt x="56896" y="57150"/>
                </a:lnTo>
                <a:lnTo>
                  <a:pt x="0" y="57150"/>
                </a:lnTo>
                <a:lnTo>
                  <a:pt x="0" y="110490"/>
                </a:lnTo>
                <a:lnTo>
                  <a:pt x="56896" y="110490"/>
                </a:lnTo>
                <a:lnTo>
                  <a:pt x="56896" y="167640"/>
                </a:lnTo>
                <a:lnTo>
                  <a:pt x="110490" y="167640"/>
                </a:lnTo>
                <a:lnTo>
                  <a:pt x="110490" y="110490"/>
                </a:lnTo>
                <a:lnTo>
                  <a:pt x="167386" y="110490"/>
                </a:lnTo>
                <a:lnTo>
                  <a:pt x="167386" y="571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01078" y="4325239"/>
            <a:ext cx="104013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Cars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00" spc="-100" dirty="0">
                <a:latin typeface="Calibri"/>
                <a:cs typeface="Calibri"/>
              </a:rPr>
              <a:t>“Non”-</a:t>
            </a:r>
            <a:r>
              <a:rPr sz="1800" spc="-55" dirty="0">
                <a:latin typeface="Calibri"/>
                <a:cs typeface="Calibri"/>
              </a:rPr>
              <a:t>‐Cars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79335" y="4763988"/>
            <a:ext cx="121920" cy="48895"/>
          </a:xfrm>
          <a:custGeom>
            <a:avLst/>
            <a:gdLst/>
            <a:ahLst/>
            <a:cxnLst/>
            <a:rect l="l" t="t" r="r" b="b"/>
            <a:pathLst>
              <a:path w="121920" h="48895">
                <a:moveTo>
                  <a:pt x="121333" y="0"/>
                </a:moveTo>
                <a:lnTo>
                  <a:pt x="0" y="0"/>
                </a:lnTo>
                <a:lnTo>
                  <a:pt x="0" y="48295"/>
                </a:lnTo>
                <a:lnTo>
                  <a:pt x="121333" y="48295"/>
                </a:lnTo>
                <a:lnTo>
                  <a:pt x="1213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24700" y="1752600"/>
            <a:ext cx="1550035" cy="824865"/>
          </a:xfrm>
          <a:prstGeom prst="rect">
            <a:avLst/>
          </a:prstGeom>
          <a:solidFill>
            <a:srgbClr val="DBEDF4"/>
          </a:solidFill>
        </p:spPr>
        <p:txBody>
          <a:bodyPr vert="horz" wrap="square" lIns="0" tIns="141605" rIns="0" bIns="0" rtlCol="0">
            <a:spAutoFit/>
          </a:bodyPr>
          <a:lstStyle/>
          <a:p>
            <a:pPr marL="148590" marR="146685" indent="88265">
              <a:lnSpc>
                <a:spcPts val="2600"/>
              </a:lnSpc>
              <a:spcBef>
                <a:spcPts val="1115"/>
              </a:spcBef>
            </a:pPr>
            <a:r>
              <a:rPr sz="2400" spc="-10" dirty="0">
                <a:latin typeface="Calibri"/>
                <a:cs typeface="Calibri"/>
              </a:rPr>
              <a:t>Learning Algorithm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25823" y="1712976"/>
            <a:ext cx="353695" cy="459105"/>
            <a:chOff x="3925823" y="1712976"/>
            <a:chExt cx="353695" cy="459105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52899" y="2045208"/>
              <a:ext cx="126491" cy="12649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925823" y="1712976"/>
              <a:ext cx="212090" cy="323215"/>
            </a:xfrm>
            <a:custGeom>
              <a:avLst/>
              <a:gdLst/>
              <a:ahLst/>
              <a:cxnLst/>
              <a:rect l="l" t="t" r="r" b="b"/>
              <a:pathLst>
                <a:path w="212089" h="323214">
                  <a:moveTo>
                    <a:pt x="32512" y="0"/>
                  </a:moveTo>
                  <a:lnTo>
                    <a:pt x="0" y="20065"/>
                  </a:lnTo>
                  <a:lnTo>
                    <a:pt x="134747" y="235838"/>
                  </a:lnTo>
                  <a:lnTo>
                    <a:pt x="102235" y="256032"/>
                  </a:lnTo>
                  <a:lnTo>
                    <a:pt x="211581" y="322834"/>
                  </a:lnTo>
                  <a:lnTo>
                    <a:pt x="199771" y="195707"/>
                  </a:lnTo>
                  <a:lnTo>
                    <a:pt x="167259" y="215773"/>
                  </a:lnTo>
                  <a:lnTo>
                    <a:pt x="32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306567" y="2503932"/>
            <a:ext cx="553085" cy="276860"/>
            <a:chOff x="5306567" y="2503932"/>
            <a:chExt cx="553085" cy="27686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6567" y="2503932"/>
              <a:ext cx="118872" cy="12344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60491" y="2592324"/>
              <a:ext cx="399415" cy="188595"/>
            </a:xfrm>
            <a:custGeom>
              <a:avLst/>
              <a:gdLst/>
              <a:ahLst/>
              <a:cxnLst/>
              <a:rect l="l" t="t" r="r" b="b"/>
              <a:pathLst>
                <a:path w="399414" h="188594">
                  <a:moveTo>
                    <a:pt x="127381" y="0"/>
                  </a:moveTo>
                  <a:lnTo>
                    <a:pt x="0" y="9398"/>
                  </a:lnTo>
                  <a:lnTo>
                    <a:pt x="83947" y="105917"/>
                  </a:lnTo>
                  <a:lnTo>
                    <a:pt x="98425" y="70612"/>
                  </a:lnTo>
                  <a:lnTo>
                    <a:pt x="384556" y="188340"/>
                  </a:lnTo>
                  <a:lnTo>
                    <a:pt x="399034" y="153035"/>
                  </a:lnTo>
                  <a:lnTo>
                    <a:pt x="112903" y="35305"/>
                  </a:lnTo>
                  <a:lnTo>
                    <a:pt x="127381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5841979" y="2133476"/>
            <a:ext cx="1016000" cy="228600"/>
            <a:chOff x="5841979" y="2133476"/>
            <a:chExt cx="1016000" cy="228600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41979" y="2133476"/>
              <a:ext cx="1015593" cy="22835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873496" y="2142743"/>
              <a:ext cx="953769" cy="172085"/>
            </a:xfrm>
            <a:custGeom>
              <a:avLst/>
              <a:gdLst/>
              <a:ahLst/>
              <a:cxnLst/>
              <a:rect l="l" t="t" r="r" b="b"/>
              <a:pathLst>
                <a:path w="953770" h="172085">
                  <a:moveTo>
                    <a:pt x="801243" y="0"/>
                  </a:moveTo>
                  <a:lnTo>
                    <a:pt x="782447" y="17271"/>
                  </a:lnTo>
                  <a:lnTo>
                    <a:pt x="782827" y="24510"/>
                  </a:lnTo>
                  <a:lnTo>
                    <a:pt x="786002" y="31114"/>
                  </a:lnTo>
                  <a:lnTo>
                    <a:pt x="791718" y="36194"/>
                  </a:lnTo>
                  <a:lnTo>
                    <a:pt x="845184" y="67309"/>
                  </a:lnTo>
                  <a:lnTo>
                    <a:pt x="0" y="67309"/>
                  </a:lnTo>
                  <a:lnTo>
                    <a:pt x="0" y="105409"/>
                  </a:lnTo>
                  <a:lnTo>
                    <a:pt x="845184" y="105409"/>
                  </a:lnTo>
                  <a:lnTo>
                    <a:pt x="791718" y="136651"/>
                  </a:lnTo>
                  <a:lnTo>
                    <a:pt x="786002" y="141731"/>
                  </a:lnTo>
                  <a:lnTo>
                    <a:pt x="782827" y="148335"/>
                  </a:lnTo>
                  <a:lnTo>
                    <a:pt x="782447" y="155575"/>
                  </a:lnTo>
                  <a:lnTo>
                    <a:pt x="784859" y="162686"/>
                  </a:lnTo>
                  <a:lnTo>
                    <a:pt x="789939" y="168401"/>
                  </a:lnTo>
                  <a:lnTo>
                    <a:pt x="796417" y="171576"/>
                  </a:lnTo>
                  <a:lnTo>
                    <a:pt x="803782" y="172084"/>
                  </a:lnTo>
                  <a:lnTo>
                    <a:pt x="810895" y="169544"/>
                  </a:lnTo>
                  <a:lnTo>
                    <a:pt x="953515" y="86359"/>
                  </a:lnTo>
                  <a:lnTo>
                    <a:pt x="806323" y="507"/>
                  </a:lnTo>
                  <a:lnTo>
                    <a:pt x="801243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740653" y="2672588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60394" y="1376934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07838" y="5872378"/>
            <a:ext cx="622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228" y="1962573"/>
            <a:ext cx="1553542" cy="906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1700" y="1689585"/>
            <a:ext cx="1675906" cy="11166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6385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Raw</a:t>
            </a:r>
            <a:r>
              <a:rPr sz="4400" spc="-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Image</a:t>
            </a:r>
            <a:r>
              <a:rPr sz="4400" spc="-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35" dirty="0">
                <a:solidFill>
                  <a:srgbClr val="000000"/>
                </a:solidFill>
                <a:latin typeface="Calibri Light"/>
                <a:cs typeface="Calibri Light"/>
              </a:rPr>
              <a:t>Representation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40507" y="3745991"/>
            <a:ext cx="3173095" cy="2125980"/>
            <a:chOff x="2540507" y="3745991"/>
            <a:chExt cx="3173095" cy="2125980"/>
          </a:xfrm>
        </p:grpSpPr>
        <p:sp>
          <p:nvSpPr>
            <p:cNvPr id="6" name="object 6"/>
            <p:cNvSpPr/>
            <p:nvPr/>
          </p:nvSpPr>
          <p:spPr>
            <a:xfrm>
              <a:off x="2540507" y="3745991"/>
              <a:ext cx="3173095" cy="2125980"/>
            </a:xfrm>
            <a:custGeom>
              <a:avLst/>
              <a:gdLst/>
              <a:ahLst/>
              <a:cxnLst/>
              <a:rect l="l" t="t" r="r" b="b"/>
              <a:pathLst>
                <a:path w="3173095" h="2125979">
                  <a:moveTo>
                    <a:pt x="101600" y="0"/>
                  </a:moveTo>
                  <a:lnTo>
                    <a:pt x="42672" y="101091"/>
                  </a:lnTo>
                  <a:lnTo>
                    <a:pt x="44704" y="108838"/>
                  </a:lnTo>
                  <a:lnTo>
                    <a:pt x="56768" y="115950"/>
                  </a:lnTo>
                  <a:lnTo>
                    <a:pt x="64516" y="113918"/>
                  </a:lnTo>
                  <a:lnTo>
                    <a:pt x="88900" y="72135"/>
                  </a:lnTo>
                  <a:lnTo>
                    <a:pt x="88900" y="1956447"/>
                  </a:lnTo>
                  <a:lnTo>
                    <a:pt x="0" y="1956434"/>
                  </a:lnTo>
                  <a:lnTo>
                    <a:pt x="0" y="1981847"/>
                  </a:lnTo>
                  <a:lnTo>
                    <a:pt x="88900" y="1981860"/>
                  </a:lnTo>
                  <a:lnTo>
                    <a:pt x="88900" y="2125357"/>
                  </a:lnTo>
                  <a:lnTo>
                    <a:pt x="114300" y="2125357"/>
                  </a:lnTo>
                  <a:lnTo>
                    <a:pt x="114300" y="1981860"/>
                  </a:lnTo>
                  <a:lnTo>
                    <a:pt x="3100578" y="1981860"/>
                  </a:lnTo>
                  <a:lnTo>
                    <a:pt x="3058922" y="2006168"/>
                  </a:lnTo>
                  <a:lnTo>
                    <a:pt x="3056890" y="2013940"/>
                  </a:lnTo>
                  <a:lnTo>
                    <a:pt x="3063875" y="2026069"/>
                  </a:lnTo>
                  <a:lnTo>
                    <a:pt x="3071622" y="2028126"/>
                  </a:lnTo>
                  <a:lnTo>
                    <a:pt x="3172714" y="1969147"/>
                  </a:lnTo>
                  <a:lnTo>
                    <a:pt x="3074670" y="1911946"/>
                  </a:lnTo>
                  <a:lnTo>
                    <a:pt x="3071241" y="1911565"/>
                  </a:lnTo>
                  <a:lnTo>
                    <a:pt x="3065018" y="1913229"/>
                  </a:lnTo>
                  <a:lnTo>
                    <a:pt x="3062097" y="1915248"/>
                  </a:lnTo>
                  <a:lnTo>
                    <a:pt x="3056890" y="1924342"/>
                  </a:lnTo>
                  <a:lnTo>
                    <a:pt x="3058922" y="1932114"/>
                  </a:lnTo>
                  <a:lnTo>
                    <a:pt x="3100578" y="1956447"/>
                  </a:lnTo>
                  <a:lnTo>
                    <a:pt x="114300" y="1956447"/>
                  </a:lnTo>
                  <a:lnTo>
                    <a:pt x="114300" y="72135"/>
                  </a:lnTo>
                  <a:lnTo>
                    <a:pt x="138556" y="113918"/>
                  </a:lnTo>
                  <a:lnTo>
                    <a:pt x="146304" y="115950"/>
                  </a:lnTo>
                  <a:lnTo>
                    <a:pt x="158496" y="108838"/>
                  </a:lnTo>
                  <a:lnTo>
                    <a:pt x="160528" y="101091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9420" y="4403089"/>
              <a:ext cx="1457325" cy="883919"/>
            </a:xfrm>
            <a:custGeom>
              <a:avLst/>
              <a:gdLst/>
              <a:ahLst/>
              <a:cxnLst/>
              <a:rect l="l" t="t" r="r" b="b"/>
              <a:pathLst>
                <a:path w="1457325" h="883920">
                  <a:moveTo>
                    <a:pt x="186690" y="760730"/>
                  </a:moveTo>
                  <a:lnTo>
                    <a:pt x="123190" y="760730"/>
                  </a:lnTo>
                  <a:lnTo>
                    <a:pt x="123190" y="698500"/>
                  </a:lnTo>
                  <a:lnTo>
                    <a:pt x="63500" y="698500"/>
                  </a:lnTo>
                  <a:lnTo>
                    <a:pt x="63500" y="760730"/>
                  </a:lnTo>
                  <a:lnTo>
                    <a:pt x="0" y="760730"/>
                  </a:lnTo>
                  <a:lnTo>
                    <a:pt x="0" y="821690"/>
                  </a:lnTo>
                  <a:lnTo>
                    <a:pt x="63500" y="821690"/>
                  </a:lnTo>
                  <a:lnTo>
                    <a:pt x="63500" y="883920"/>
                  </a:lnTo>
                  <a:lnTo>
                    <a:pt x="123190" y="883920"/>
                  </a:lnTo>
                  <a:lnTo>
                    <a:pt x="123190" y="821690"/>
                  </a:lnTo>
                  <a:lnTo>
                    <a:pt x="186690" y="821690"/>
                  </a:lnTo>
                  <a:lnTo>
                    <a:pt x="186690" y="760730"/>
                  </a:lnTo>
                  <a:close/>
                </a:path>
                <a:path w="1457325" h="883920">
                  <a:moveTo>
                    <a:pt x="1456944" y="62230"/>
                  </a:moveTo>
                  <a:lnTo>
                    <a:pt x="1393444" y="62230"/>
                  </a:lnTo>
                  <a:lnTo>
                    <a:pt x="1393444" y="0"/>
                  </a:lnTo>
                  <a:lnTo>
                    <a:pt x="1333754" y="0"/>
                  </a:lnTo>
                  <a:lnTo>
                    <a:pt x="1333754" y="62230"/>
                  </a:lnTo>
                  <a:lnTo>
                    <a:pt x="1270254" y="62230"/>
                  </a:lnTo>
                  <a:lnTo>
                    <a:pt x="1270254" y="123190"/>
                  </a:lnTo>
                  <a:lnTo>
                    <a:pt x="1333754" y="123190"/>
                  </a:lnTo>
                  <a:lnTo>
                    <a:pt x="1333754" y="185420"/>
                  </a:lnTo>
                  <a:lnTo>
                    <a:pt x="1393444" y="185420"/>
                  </a:lnTo>
                  <a:lnTo>
                    <a:pt x="1393444" y="123190"/>
                  </a:lnTo>
                  <a:lnTo>
                    <a:pt x="1456944" y="123190"/>
                  </a:lnTo>
                  <a:lnTo>
                    <a:pt x="1456944" y="6223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69692" y="4037050"/>
              <a:ext cx="1842770" cy="1336675"/>
            </a:xfrm>
            <a:custGeom>
              <a:avLst/>
              <a:gdLst/>
              <a:ahLst/>
              <a:cxnLst/>
              <a:rect l="l" t="t" r="r" b="b"/>
              <a:pathLst>
                <a:path w="1842770" h="1336675">
                  <a:moveTo>
                    <a:pt x="140017" y="0"/>
                  </a:moveTo>
                  <a:lnTo>
                    <a:pt x="0" y="0"/>
                  </a:lnTo>
                  <a:lnTo>
                    <a:pt x="0" y="53746"/>
                  </a:lnTo>
                  <a:lnTo>
                    <a:pt x="140017" y="53746"/>
                  </a:lnTo>
                  <a:lnTo>
                    <a:pt x="140017" y="0"/>
                  </a:lnTo>
                  <a:close/>
                </a:path>
                <a:path w="1842770" h="1336675">
                  <a:moveTo>
                    <a:pt x="1842198" y="1282573"/>
                  </a:moveTo>
                  <a:lnTo>
                    <a:pt x="1702181" y="1282573"/>
                  </a:lnTo>
                  <a:lnTo>
                    <a:pt x="1702181" y="1336319"/>
                  </a:lnTo>
                  <a:lnTo>
                    <a:pt x="1842198" y="1336319"/>
                  </a:lnTo>
                  <a:lnTo>
                    <a:pt x="1842198" y="128257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42642" y="3876802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50380" y="4411979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40" h="167639">
                <a:moveTo>
                  <a:pt x="167386" y="57150"/>
                </a:moveTo>
                <a:lnTo>
                  <a:pt x="110490" y="57150"/>
                </a:lnTo>
                <a:lnTo>
                  <a:pt x="110490" y="0"/>
                </a:lnTo>
                <a:lnTo>
                  <a:pt x="56896" y="0"/>
                </a:lnTo>
                <a:lnTo>
                  <a:pt x="56896" y="57150"/>
                </a:lnTo>
                <a:lnTo>
                  <a:pt x="0" y="57150"/>
                </a:lnTo>
                <a:lnTo>
                  <a:pt x="0" y="110490"/>
                </a:lnTo>
                <a:lnTo>
                  <a:pt x="56896" y="110490"/>
                </a:lnTo>
                <a:lnTo>
                  <a:pt x="56896" y="167640"/>
                </a:lnTo>
                <a:lnTo>
                  <a:pt x="110490" y="167640"/>
                </a:lnTo>
                <a:lnTo>
                  <a:pt x="110490" y="110490"/>
                </a:lnTo>
                <a:lnTo>
                  <a:pt x="167386" y="110490"/>
                </a:lnTo>
                <a:lnTo>
                  <a:pt x="167386" y="571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01078" y="4325239"/>
            <a:ext cx="104013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Cars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00" spc="-100" dirty="0">
                <a:latin typeface="Calibri"/>
                <a:cs typeface="Calibri"/>
              </a:rPr>
              <a:t>“Non”-</a:t>
            </a:r>
            <a:r>
              <a:rPr sz="1800" spc="-55" dirty="0">
                <a:latin typeface="Calibri"/>
                <a:cs typeface="Calibri"/>
              </a:rPr>
              <a:t>‐Cars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79335" y="4763988"/>
            <a:ext cx="121920" cy="48895"/>
          </a:xfrm>
          <a:custGeom>
            <a:avLst/>
            <a:gdLst/>
            <a:ahLst/>
            <a:cxnLst/>
            <a:rect l="l" t="t" r="r" b="b"/>
            <a:pathLst>
              <a:path w="121920" h="48895">
                <a:moveTo>
                  <a:pt x="121333" y="0"/>
                </a:moveTo>
                <a:lnTo>
                  <a:pt x="0" y="0"/>
                </a:lnTo>
                <a:lnTo>
                  <a:pt x="0" y="48295"/>
                </a:lnTo>
                <a:lnTo>
                  <a:pt x="121333" y="48295"/>
                </a:lnTo>
                <a:lnTo>
                  <a:pt x="1213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24700" y="1752600"/>
            <a:ext cx="1550035" cy="824865"/>
          </a:xfrm>
          <a:prstGeom prst="rect">
            <a:avLst/>
          </a:prstGeom>
          <a:solidFill>
            <a:srgbClr val="DBEDF4"/>
          </a:solidFill>
        </p:spPr>
        <p:txBody>
          <a:bodyPr vert="horz" wrap="square" lIns="0" tIns="141605" rIns="0" bIns="0" rtlCol="0">
            <a:spAutoFit/>
          </a:bodyPr>
          <a:lstStyle/>
          <a:p>
            <a:pPr marL="148590" marR="146685" indent="88265">
              <a:lnSpc>
                <a:spcPts val="2600"/>
              </a:lnSpc>
              <a:spcBef>
                <a:spcPts val="1115"/>
              </a:spcBef>
            </a:pPr>
            <a:r>
              <a:rPr sz="2400" spc="-10" dirty="0">
                <a:latin typeface="Calibri"/>
                <a:cs typeface="Calibri"/>
              </a:rPr>
              <a:t>Learning Algorithm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25823" y="1712976"/>
            <a:ext cx="353695" cy="459105"/>
            <a:chOff x="3925823" y="1712976"/>
            <a:chExt cx="353695" cy="45910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2899" y="2045208"/>
              <a:ext cx="126491" cy="12649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25823" y="1712976"/>
              <a:ext cx="212090" cy="323215"/>
            </a:xfrm>
            <a:custGeom>
              <a:avLst/>
              <a:gdLst/>
              <a:ahLst/>
              <a:cxnLst/>
              <a:rect l="l" t="t" r="r" b="b"/>
              <a:pathLst>
                <a:path w="212089" h="323214">
                  <a:moveTo>
                    <a:pt x="32512" y="0"/>
                  </a:moveTo>
                  <a:lnTo>
                    <a:pt x="0" y="20065"/>
                  </a:lnTo>
                  <a:lnTo>
                    <a:pt x="134747" y="235838"/>
                  </a:lnTo>
                  <a:lnTo>
                    <a:pt x="102235" y="256032"/>
                  </a:lnTo>
                  <a:lnTo>
                    <a:pt x="211581" y="322834"/>
                  </a:lnTo>
                  <a:lnTo>
                    <a:pt x="199771" y="195707"/>
                  </a:lnTo>
                  <a:lnTo>
                    <a:pt x="167259" y="215773"/>
                  </a:lnTo>
                  <a:lnTo>
                    <a:pt x="32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306567" y="2503932"/>
            <a:ext cx="553085" cy="276860"/>
            <a:chOff x="5306567" y="2503932"/>
            <a:chExt cx="553085" cy="27686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6567" y="2503932"/>
              <a:ext cx="118872" cy="12344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60491" y="2592324"/>
              <a:ext cx="399415" cy="188595"/>
            </a:xfrm>
            <a:custGeom>
              <a:avLst/>
              <a:gdLst/>
              <a:ahLst/>
              <a:cxnLst/>
              <a:rect l="l" t="t" r="r" b="b"/>
              <a:pathLst>
                <a:path w="399414" h="188594">
                  <a:moveTo>
                    <a:pt x="127381" y="0"/>
                  </a:moveTo>
                  <a:lnTo>
                    <a:pt x="0" y="9398"/>
                  </a:lnTo>
                  <a:lnTo>
                    <a:pt x="83947" y="105917"/>
                  </a:lnTo>
                  <a:lnTo>
                    <a:pt x="98425" y="70612"/>
                  </a:lnTo>
                  <a:lnTo>
                    <a:pt x="384556" y="188340"/>
                  </a:lnTo>
                  <a:lnTo>
                    <a:pt x="399034" y="153035"/>
                  </a:lnTo>
                  <a:lnTo>
                    <a:pt x="112903" y="35305"/>
                  </a:lnTo>
                  <a:lnTo>
                    <a:pt x="127381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841979" y="2133476"/>
            <a:ext cx="1016000" cy="228600"/>
            <a:chOff x="5841979" y="2133476"/>
            <a:chExt cx="1016000" cy="22860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1979" y="2133476"/>
              <a:ext cx="1015593" cy="22835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73496" y="2142743"/>
              <a:ext cx="953769" cy="172085"/>
            </a:xfrm>
            <a:custGeom>
              <a:avLst/>
              <a:gdLst/>
              <a:ahLst/>
              <a:cxnLst/>
              <a:rect l="l" t="t" r="r" b="b"/>
              <a:pathLst>
                <a:path w="953770" h="172085">
                  <a:moveTo>
                    <a:pt x="801243" y="0"/>
                  </a:moveTo>
                  <a:lnTo>
                    <a:pt x="782447" y="17271"/>
                  </a:lnTo>
                  <a:lnTo>
                    <a:pt x="782827" y="24510"/>
                  </a:lnTo>
                  <a:lnTo>
                    <a:pt x="786002" y="31114"/>
                  </a:lnTo>
                  <a:lnTo>
                    <a:pt x="791718" y="36194"/>
                  </a:lnTo>
                  <a:lnTo>
                    <a:pt x="845184" y="67309"/>
                  </a:lnTo>
                  <a:lnTo>
                    <a:pt x="0" y="67309"/>
                  </a:lnTo>
                  <a:lnTo>
                    <a:pt x="0" y="105409"/>
                  </a:lnTo>
                  <a:lnTo>
                    <a:pt x="845184" y="105409"/>
                  </a:lnTo>
                  <a:lnTo>
                    <a:pt x="791718" y="136651"/>
                  </a:lnTo>
                  <a:lnTo>
                    <a:pt x="786002" y="141731"/>
                  </a:lnTo>
                  <a:lnTo>
                    <a:pt x="782827" y="148335"/>
                  </a:lnTo>
                  <a:lnTo>
                    <a:pt x="782447" y="155575"/>
                  </a:lnTo>
                  <a:lnTo>
                    <a:pt x="784859" y="162686"/>
                  </a:lnTo>
                  <a:lnTo>
                    <a:pt x="789939" y="168401"/>
                  </a:lnTo>
                  <a:lnTo>
                    <a:pt x="796417" y="171576"/>
                  </a:lnTo>
                  <a:lnTo>
                    <a:pt x="803782" y="172084"/>
                  </a:lnTo>
                  <a:lnTo>
                    <a:pt x="810895" y="169544"/>
                  </a:lnTo>
                  <a:lnTo>
                    <a:pt x="953515" y="86359"/>
                  </a:lnTo>
                  <a:lnTo>
                    <a:pt x="806323" y="507"/>
                  </a:lnTo>
                  <a:lnTo>
                    <a:pt x="801243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740653" y="2672588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60394" y="1376934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07838" y="5872378"/>
            <a:ext cx="622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228" y="1962573"/>
            <a:ext cx="1553542" cy="906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1700" y="1689585"/>
            <a:ext cx="1675906" cy="11166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6385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Raw</a:t>
            </a:r>
            <a:r>
              <a:rPr sz="4400" spc="-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Image</a:t>
            </a:r>
            <a:r>
              <a:rPr sz="4400" spc="-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35" dirty="0">
                <a:solidFill>
                  <a:srgbClr val="000000"/>
                </a:solidFill>
                <a:latin typeface="Calibri Light"/>
                <a:cs typeface="Calibri Light"/>
              </a:rPr>
              <a:t>Representation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40507" y="3745991"/>
            <a:ext cx="3173095" cy="2125980"/>
            <a:chOff x="2540507" y="3745991"/>
            <a:chExt cx="3173095" cy="2125980"/>
          </a:xfrm>
        </p:grpSpPr>
        <p:sp>
          <p:nvSpPr>
            <p:cNvPr id="6" name="object 6"/>
            <p:cNvSpPr/>
            <p:nvPr/>
          </p:nvSpPr>
          <p:spPr>
            <a:xfrm>
              <a:off x="2540507" y="3745991"/>
              <a:ext cx="3173095" cy="2125980"/>
            </a:xfrm>
            <a:custGeom>
              <a:avLst/>
              <a:gdLst/>
              <a:ahLst/>
              <a:cxnLst/>
              <a:rect l="l" t="t" r="r" b="b"/>
              <a:pathLst>
                <a:path w="3173095" h="2125979">
                  <a:moveTo>
                    <a:pt x="101600" y="0"/>
                  </a:moveTo>
                  <a:lnTo>
                    <a:pt x="42672" y="101091"/>
                  </a:lnTo>
                  <a:lnTo>
                    <a:pt x="44704" y="108838"/>
                  </a:lnTo>
                  <a:lnTo>
                    <a:pt x="56768" y="115950"/>
                  </a:lnTo>
                  <a:lnTo>
                    <a:pt x="64516" y="113918"/>
                  </a:lnTo>
                  <a:lnTo>
                    <a:pt x="88900" y="72135"/>
                  </a:lnTo>
                  <a:lnTo>
                    <a:pt x="88900" y="1956447"/>
                  </a:lnTo>
                  <a:lnTo>
                    <a:pt x="0" y="1956434"/>
                  </a:lnTo>
                  <a:lnTo>
                    <a:pt x="0" y="1981847"/>
                  </a:lnTo>
                  <a:lnTo>
                    <a:pt x="88900" y="1981860"/>
                  </a:lnTo>
                  <a:lnTo>
                    <a:pt x="88900" y="2125357"/>
                  </a:lnTo>
                  <a:lnTo>
                    <a:pt x="114300" y="2125357"/>
                  </a:lnTo>
                  <a:lnTo>
                    <a:pt x="114300" y="1981860"/>
                  </a:lnTo>
                  <a:lnTo>
                    <a:pt x="3100578" y="1981860"/>
                  </a:lnTo>
                  <a:lnTo>
                    <a:pt x="3058922" y="2006168"/>
                  </a:lnTo>
                  <a:lnTo>
                    <a:pt x="3056890" y="2013940"/>
                  </a:lnTo>
                  <a:lnTo>
                    <a:pt x="3063875" y="2026069"/>
                  </a:lnTo>
                  <a:lnTo>
                    <a:pt x="3071622" y="2028126"/>
                  </a:lnTo>
                  <a:lnTo>
                    <a:pt x="3172714" y="1969147"/>
                  </a:lnTo>
                  <a:lnTo>
                    <a:pt x="3074670" y="1911946"/>
                  </a:lnTo>
                  <a:lnTo>
                    <a:pt x="3071241" y="1911565"/>
                  </a:lnTo>
                  <a:lnTo>
                    <a:pt x="3065018" y="1913229"/>
                  </a:lnTo>
                  <a:lnTo>
                    <a:pt x="3062097" y="1915248"/>
                  </a:lnTo>
                  <a:lnTo>
                    <a:pt x="3056890" y="1924342"/>
                  </a:lnTo>
                  <a:lnTo>
                    <a:pt x="3058922" y="1932114"/>
                  </a:lnTo>
                  <a:lnTo>
                    <a:pt x="3100578" y="1956447"/>
                  </a:lnTo>
                  <a:lnTo>
                    <a:pt x="114300" y="1956447"/>
                  </a:lnTo>
                  <a:lnTo>
                    <a:pt x="114300" y="72135"/>
                  </a:lnTo>
                  <a:lnTo>
                    <a:pt x="138556" y="113918"/>
                  </a:lnTo>
                  <a:lnTo>
                    <a:pt x="146304" y="115950"/>
                  </a:lnTo>
                  <a:lnTo>
                    <a:pt x="158496" y="108838"/>
                  </a:lnTo>
                  <a:lnTo>
                    <a:pt x="160528" y="101091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9420" y="5102859"/>
              <a:ext cx="1281430" cy="464820"/>
            </a:xfrm>
            <a:custGeom>
              <a:avLst/>
              <a:gdLst/>
              <a:ahLst/>
              <a:cxnLst/>
              <a:rect l="l" t="t" r="r" b="b"/>
              <a:pathLst>
                <a:path w="1281429" h="464820">
                  <a:moveTo>
                    <a:pt x="186817" y="62230"/>
                  </a:moveTo>
                  <a:lnTo>
                    <a:pt x="123317" y="62230"/>
                  </a:lnTo>
                  <a:lnTo>
                    <a:pt x="123317" y="0"/>
                  </a:lnTo>
                  <a:lnTo>
                    <a:pt x="63500" y="0"/>
                  </a:lnTo>
                  <a:lnTo>
                    <a:pt x="63500" y="62230"/>
                  </a:lnTo>
                  <a:lnTo>
                    <a:pt x="0" y="62230"/>
                  </a:lnTo>
                  <a:lnTo>
                    <a:pt x="0" y="123190"/>
                  </a:lnTo>
                  <a:lnTo>
                    <a:pt x="63500" y="123190"/>
                  </a:lnTo>
                  <a:lnTo>
                    <a:pt x="63500" y="185420"/>
                  </a:lnTo>
                  <a:lnTo>
                    <a:pt x="123317" y="185420"/>
                  </a:lnTo>
                  <a:lnTo>
                    <a:pt x="123317" y="123190"/>
                  </a:lnTo>
                  <a:lnTo>
                    <a:pt x="186817" y="123190"/>
                  </a:lnTo>
                  <a:lnTo>
                    <a:pt x="186817" y="62230"/>
                  </a:lnTo>
                  <a:close/>
                </a:path>
                <a:path w="1281429" h="464820">
                  <a:moveTo>
                    <a:pt x="1281430" y="344170"/>
                  </a:moveTo>
                  <a:lnTo>
                    <a:pt x="1221105" y="344170"/>
                  </a:lnTo>
                  <a:lnTo>
                    <a:pt x="1221105" y="279400"/>
                  </a:lnTo>
                  <a:lnTo>
                    <a:pt x="1164336" y="279400"/>
                  </a:lnTo>
                  <a:lnTo>
                    <a:pt x="1164336" y="344170"/>
                  </a:lnTo>
                  <a:lnTo>
                    <a:pt x="1104011" y="344170"/>
                  </a:lnTo>
                  <a:lnTo>
                    <a:pt x="1104011" y="400050"/>
                  </a:lnTo>
                  <a:lnTo>
                    <a:pt x="1164336" y="400050"/>
                  </a:lnTo>
                  <a:lnTo>
                    <a:pt x="1164336" y="464820"/>
                  </a:lnTo>
                  <a:lnTo>
                    <a:pt x="1221105" y="464820"/>
                  </a:lnTo>
                  <a:lnTo>
                    <a:pt x="1221105" y="400050"/>
                  </a:lnTo>
                  <a:lnTo>
                    <a:pt x="1281430" y="400050"/>
                  </a:lnTo>
                  <a:lnTo>
                    <a:pt x="1281430" y="34417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69692" y="4037139"/>
              <a:ext cx="1092835" cy="676910"/>
            </a:xfrm>
            <a:custGeom>
              <a:avLst/>
              <a:gdLst/>
              <a:ahLst/>
              <a:cxnLst/>
              <a:rect l="l" t="t" r="r" b="b"/>
              <a:pathLst>
                <a:path w="1092835" h="676910">
                  <a:moveTo>
                    <a:pt x="139979" y="0"/>
                  </a:moveTo>
                  <a:lnTo>
                    <a:pt x="0" y="0"/>
                  </a:lnTo>
                  <a:lnTo>
                    <a:pt x="0" y="53784"/>
                  </a:lnTo>
                  <a:lnTo>
                    <a:pt x="139979" y="53784"/>
                  </a:lnTo>
                  <a:lnTo>
                    <a:pt x="139979" y="0"/>
                  </a:lnTo>
                  <a:close/>
                </a:path>
                <a:path w="1092835" h="676910">
                  <a:moveTo>
                    <a:pt x="1092352" y="622554"/>
                  </a:moveTo>
                  <a:lnTo>
                    <a:pt x="952373" y="622554"/>
                  </a:lnTo>
                  <a:lnTo>
                    <a:pt x="952373" y="676338"/>
                  </a:lnTo>
                  <a:lnTo>
                    <a:pt x="1092352" y="676338"/>
                  </a:lnTo>
                  <a:lnTo>
                    <a:pt x="1092352" y="62255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60420" y="4173219"/>
              <a:ext cx="1228725" cy="948690"/>
            </a:xfrm>
            <a:custGeom>
              <a:avLst/>
              <a:gdLst/>
              <a:ahLst/>
              <a:cxnLst/>
              <a:rect l="l" t="t" r="r" b="b"/>
              <a:pathLst>
                <a:path w="1228725" h="948689">
                  <a:moveTo>
                    <a:pt x="186690" y="191770"/>
                  </a:moveTo>
                  <a:lnTo>
                    <a:pt x="123190" y="191770"/>
                  </a:lnTo>
                  <a:lnTo>
                    <a:pt x="123190" y="129540"/>
                  </a:lnTo>
                  <a:lnTo>
                    <a:pt x="63500" y="129540"/>
                  </a:lnTo>
                  <a:lnTo>
                    <a:pt x="63500" y="191770"/>
                  </a:lnTo>
                  <a:lnTo>
                    <a:pt x="0" y="191770"/>
                  </a:lnTo>
                  <a:lnTo>
                    <a:pt x="0" y="252730"/>
                  </a:lnTo>
                  <a:lnTo>
                    <a:pt x="63500" y="252730"/>
                  </a:lnTo>
                  <a:lnTo>
                    <a:pt x="63500" y="314960"/>
                  </a:lnTo>
                  <a:lnTo>
                    <a:pt x="123190" y="314960"/>
                  </a:lnTo>
                  <a:lnTo>
                    <a:pt x="123190" y="252730"/>
                  </a:lnTo>
                  <a:lnTo>
                    <a:pt x="186690" y="252730"/>
                  </a:lnTo>
                  <a:lnTo>
                    <a:pt x="186690" y="191770"/>
                  </a:lnTo>
                  <a:close/>
                </a:path>
                <a:path w="1228725" h="948689">
                  <a:moveTo>
                    <a:pt x="478917" y="825500"/>
                  </a:moveTo>
                  <a:lnTo>
                    <a:pt x="415417" y="825500"/>
                  </a:lnTo>
                  <a:lnTo>
                    <a:pt x="415417" y="763270"/>
                  </a:lnTo>
                  <a:lnTo>
                    <a:pt x="355600" y="763270"/>
                  </a:lnTo>
                  <a:lnTo>
                    <a:pt x="355600" y="825500"/>
                  </a:lnTo>
                  <a:lnTo>
                    <a:pt x="292100" y="825500"/>
                  </a:lnTo>
                  <a:lnTo>
                    <a:pt x="292100" y="886460"/>
                  </a:lnTo>
                  <a:lnTo>
                    <a:pt x="355600" y="886460"/>
                  </a:lnTo>
                  <a:lnTo>
                    <a:pt x="355600" y="948690"/>
                  </a:lnTo>
                  <a:lnTo>
                    <a:pt x="415417" y="948690"/>
                  </a:lnTo>
                  <a:lnTo>
                    <a:pt x="415417" y="886460"/>
                  </a:lnTo>
                  <a:lnTo>
                    <a:pt x="478917" y="886460"/>
                  </a:lnTo>
                  <a:lnTo>
                    <a:pt x="478917" y="825500"/>
                  </a:lnTo>
                  <a:close/>
                </a:path>
                <a:path w="1228725" h="948689">
                  <a:moveTo>
                    <a:pt x="707517" y="60960"/>
                  </a:moveTo>
                  <a:lnTo>
                    <a:pt x="642493" y="60960"/>
                  </a:lnTo>
                  <a:lnTo>
                    <a:pt x="642493" y="0"/>
                  </a:lnTo>
                  <a:lnTo>
                    <a:pt x="585724" y="0"/>
                  </a:lnTo>
                  <a:lnTo>
                    <a:pt x="585724" y="60960"/>
                  </a:lnTo>
                  <a:lnTo>
                    <a:pt x="520827" y="60960"/>
                  </a:lnTo>
                  <a:lnTo>
                    <a:pt x="520827" y="116840"/>
                  </a:lnTo>
                  <a:lnTo>
                    <a:pt x="585724" y="116840"/>
                  </a:lnTo>
                  <a:lnTo>
                    <a:pt x="585724" y="177800"/>
                  </a:lnTo>
                  <a:lnTo>
                    <a:pt x="642493" y="177800"/>
                  </a:lnTo>
                  <a:lnTo>
                    <a:pt x="642493" y="116840"/>
                  </a:lnTo>
                  <a:lnTo>
                    <a:pt x="707517" y="116840"/>
                  </a:lnTo>
                  <a:lnTo>
                    <a:pt x="707517" y="60960"/>
                  </a:lnTo>
                  <a:close/>
                </a:path>
                <a:path w="1228725" h="948689">
                  <a:moveTo>
                    <a:pt x="1228344" y="444500"/>
                  </a:moveTo>
                  <a:lnTo>
                    <a:pt x="1164844" y="444500"/>
                  </a:lnTo>
                  <a:lnTo>
                    <a:pt x="1164844" y="382270"/>
                  </a:lnTo>
                  <a:lnTo>
                    <a:pt x="1105027" y="382270"/>
                  </a:lnTo>
                  <a:lnTo>
                    <a:pt x="1105027" y="444500"/>
                  </a:lnTo>
                  <a:lnTo>
                    <a:pt x="1041654" y="444500"/>
                  </a:lnTo>
                  <a:lnTo>
                    <a:pt x="1041654" y="505460"/>
                  </a:lnTo>
                  <a:lnTo>
                    <a:pt x="1105027" y="505460"/>
                  </a:lnTo>
                  <a:lnTo>
                    <a:pt x="1105027" y="567690"/>
                  </a:lnTo>
                  <a:lnTo>
                    <a:pt x="1164844" y="567690"/>
                  </a:lnTo>
                  <a:lnTo>
                    <a:pt x="1164844" y="505460"/>
                  </a:lnTo>
                  <a:lnTo>
                    <a:pt x="1228344" y="505460"/>
                  </a:lnTo>
                  <a:lnTo>
                    <a:pt x="1228344" y="4445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1800" y="4722888"/>
              <a:ext cx="1804670" cy="701040"/>
            </a:xfrm>
            <a:custGeom>
              <a:avLst/>
              <a:gdLst/>
              <a:ahLst/>
              <a:cxnLst/>
              <a:rect l="l" t="t" r="r" b="b"/>
              <a:pathLst>
                <a:path w="1804670" h="701039">
                  <a:moveTo>
                    <a:pt x="140017" y="0"/>
                  </a:moveTo>
                  <a:lnTo>
                    <a:pt x="0" y="0"/>
                  </a:lnTo>
                  <a:lnTo>
                    <a:pt x="0" y="53708"/>
                  </a:lnTo>
                  <a:lnTo>
                    <a:pt x="140017" y="53708"/>
                  </a:lnTo>
                  <a:lnTo>
                    <a:pt x="140017" y="0"/>
                  </a:lnTo>
                  <a:close/>
                </a:path>
                <a:path w="1804670" h="701039">
                  <a:moveTo>
                    <a:pt x="559231" y="647065"/>
                  </a:moveTo>
                  <a:lnTo>
                    <a:pt x="419227" y="647065"/>
                  </a:lnTo>
                  <a:lnTo>
                    <a:pt x="419227" y="700773"/>
                  </a:lnTo>
                  <a:lnTo>
                    <a:pt x="559231" y="700773"/>
                  </a:lnTo>
                  <a:lnTo>
                    <a:pt x="559231" y="647065"/>
                  </a:lnTo>
                  <a:close/>
                </a:path>
                <a:path w="1804670" h="701039">
                  <a:moveTo>
                    <a:pt x="1295958" y="342519"/>
                  </a:moveTo>
                  <a:lnTo>
                    <a:pt x="1155954" y="342519"/>
                  </a:lnTo>
                  <a:lnTo>
                    <a:pt x="1155954" y="396227"/>
                  </a:lnTo>
                  <a:lnTo>
                    <a:pt x="1295958" y="396227"/>
                  </a:lnTo>
                  <a:lnTo>
                    <a:pt x="1295958" y="342519"/>
                  </a:lnTo>
                  <a:close/>
                </a:path>
                <a:path w="1804670" h="701039">
                  <a:moveTo>
                    <a:pt x="1804085" y="507492"/>
                  </a:moveTo>
                  <a:lnTo>
                    <a:pt x="1664081" y="507492"/>
                  </a:lnTo>
                  <a:lnTo>
                    <a:pt x="1664081" y="561200"/>
                  </a:lnTo>
                  <a:lnTo>
                    <a:pt x="1804085" y="561200"/>
                  </a:lnTo>
                  <a:lnTo>
                    <a:pt x="1804085" y="50749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42642" y="3876802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0380" y="4411979"/>
            <a:ext cx="167640" cy="167640"/>
          </a:xfrm>
          <a:custGeom>
            <a:avLst/>
            <a:gdLst/>
            <a:ahLst/>
            <a:cxnLst/>
            <a:rect l="l" t="t" r="r" b="b"/>
            <a:pathLst>
              <a:path w="167640" h="167639">
                <a:moveTo>
                  <a:pt x="167386" y="57150"/>
                </a:moveTo>
                <a:lnTo>
                  <a:pt x="110490" y="57150"/>
                </a:lnTo>
                <a:lnTo>
                  <a:pt x="110490" y="0"/>
                </a:lnTo>
                <a:lnTo>
                  <a:pt x="56896" y="0"/>
                </a:lnTo>
                <a:lnTo>
                  <a:pt x="56896" y="57150"/>
                </a:lnTo>
                <a:lnTo>
                  <a:pt x="0" y="57150"/>
                </a:lnTo>
                <a:lnTo>
                  <a:pt x="0" y="110490"/>
                </a:lnTo>
                <a:lnTo>
                  <a:pt x="56896" y="110490"/>
                </a:lnTo>
                <a:lnTo>
                  <a:pt x="56896" y="167640"/>
                </a:lnTo>
                <a:lnTo>
                  <a:pt x="110490" y="167640"/>
                </a:lnTo>
                <a:lnTo>
                  <a:pt x="110490" y="110490"/>
                </a:lnTo>
                <a:lnTo>
                  <a:pt x="167386" y="110490"/>
                </a:lnTo>
                <a:lnTo>
                  <a:pt x="167386" y="571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01078" y="4325239"/>
            <a:ext cx="104013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Cars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00" spc="-100" dirty="0">
                <a:latin typeface="Calibri"/>
                <a:cs typeface="Calibri"/>
              </a:rPr>
              <a:t>“Non”-</a:t>
            </a:r>
            <a:r>
              <a:rPr sz="1800" spc="-55" dirty="0">
                <a:latin typeface="Calibri"/>
                <a:cs typeface="Calibri"/>
              </a:rPr>
              <a:t>‐Cars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79335" y="4763988"/>
            <a:ext cx="121920" cy="48895"/>
          </a:xfrm>
          <a:custGeom>
            <a:avLst/>
            <a:gdLst/>
            <a:ahLst/>
            <a:cxnLst/>
            <a:rect l="l" t="t" r="r" b="b"/>
            <a:pathLst>
              <a:path w="121920" h="48895">
                <a:moveTo>
                  <a:pt x="121333" y="0"/>
                </a:moveTo>
                <a:lnTo>
                  <a:pt x="0" y="0"/>
                </a:lnTo>
                <a:lnTo>
                  <a:pt x="0" y="48295"/>
                </a:lnTo>
                <a:lnTo>
                  <a:pt x="121333" y="48295"/>
                </a:lnTo>
                <a:lnTo>
                  <a:pt x="1213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124700" y="1752600"/>
            <a:ext cx="1550035" cy="824865"/>
          </a:xfrm>
          <a:prstGeom prst="rect">
            <a:avLst/>
          </a:prstGeom>
          <a:solidFill>
            <a:srgbClr val="DBEDF4"/>
          </a:solidFill>
        </p:spPr>
        <p:txBody>
          <a:bodyPr vert="horz" wrap="square" lIns="0" tIns="141605" rIns="0" bIns="0" rtlCol="0">
            <a:spAutoFit/>
          </a:bodyPr>
          <a:lstStyle/>
          <a:p>
            <a:pPr marL="148590" marR="146685" indent="88265">
              <a:lnSpc>
                <a:spcPts val="2600"/>
              </a:lnSpc>
              <a:spcBef>
                <a:spcPts val="1115"/>
              </a:spcBef>
            </a:pPr>
            <a:r>
              <a:rPr sz="2400" spc="-10" dirty="0">
                <a:latin typeface="Calibri"/>
                <a:cs typeface="Calibri"/>
              </a:rPr>
              <a:t>Learning Algorithm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25823" y="1712976"/>
            <a:ext cx="353695" cy="459105"/>
            <a:chOff x="3925823" y="1712976"/>
            <a:chExt cx="353695" cy="45910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2899" y="2045208"/>
              <a:ext cx="126491" cy="1264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925823" y="1712976"/>
              <a:ext cx="212090" cy="323215"/>
            </a:xfrm>
            <a:custGeom>
              <a:avLst/>
              <a:gdLst/>
              <a:ahLst/>
              <a:cxnLst/>
              <a:rect l="l" t="t" r="r" b="b"/>
              <a:pathLst>
                <a:path w="212089" h="323214">
                  <a:moveTo>
                    <a:pt x="32512" y="0"/>
                  </a:moveTo>
                  <a:lnTo>
                    <a:pt x="0" y="20065"/>
                  </a:lnTo>
                  <a:lnTo>
                    <a:pt x="134747" y="235838"/>
                  </a:lnTo>
                  <a:lnTo>
                    <a:pt x="102235" y="256032"/>
                  </a:lnTo>
                  <a:lnTo>
                    <a:pt x="211581" y="322834"/>
                  </a:lnTo>
                  <a:lnTo>
                    <a:pt x="199771" y="195707"/>
                  </a:lnTo>
                  <a:lnTo>
                    <a:pt x="167259" y="215773"/>
                  </a:lnTo>
                  <a:lnTo>
                    <a:pt x="32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306567" y="2503932"/>
            <a:ext cx="553085" cy="276860"/>
            <a:chOff x="5306567" y="2503932"/>
            <a:chExt cx="553085" cy="27686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6567" y="2503932"/>
              <a:ext cx="118872" cy="12344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60491" y="2592324"/>
              <a:ext cx="399415" cy="188595"/>
            </a:xfrm>
            <a:custGeom>
              <a:avLst/>
              <a:gdLst/>
              <a:ahLst/>
              <a:cxnLst/>
              <a:rect l="l" t="t" r="r" b="b"/>
              <a:pathLst>
                <a:path w="399414" h="188594">
                  <a:moveTo>
                    <a:pt x="127381" y="0"/>
                  </a:moveTo>
                  <a:lnTo>
                    <a:pt x="0" y="9398"/>
                  </a:lnTo>
                  <a:lnTo>
                    <a:pt x="83947" y="105917"/>
                  </a:lnTo>
                  <a:lnTo>
                    <a:pt x="98425" y="70612"/>
                  </a:lnTo>
                  <a:lnTo>
                    <a:pt x="384556" y="188340"/>
                  </a:lnTo>
                  <a:lnTo>
                    <a:pt x="399034" y="153035"/>
                  </a:lnTo>
                  <a:lnTo>
                    <a:pt x="112903" y="35305"/>
                  </a:lnTo>
                  <a:lnTo>
                    <a:pt x="127381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841979" y="2133476"/>
            <a:ext cx="1016000" cy="228600"/>
            <a:chOff x="5841979" y="2133476"/>
            <a:chExt cx="1016000" cy="22860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1979" y="2133476"/>
              <a:ext cx="1015593" cy="22835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73496" y="2142743"/>
              <a:ext cx="953769" cy="172085"/>
            </a:xfrm>
            <a:custGeom>
              <a:avLst/>
              <a:gdLst/>
              <a:ahLst/>
              <a:cxnLst/>
              <a:rect l="l" t="t" r="r" b="b"/>
              <a:pathLst>
                <a:path w="953770" h="172085">
                  <a:moveTo>
                    <a:pt x="801243" y="0"/>
                  </a:moveTo>
                  <a:lnTo>
                    <a:pt x="782447" y="17271"/>
                  </a:lnTo>
                  <a:lnTo>
                    <a:pt x="782827" y="24510"/>
                  </a:lnTo>
                  <a:lnTo>
                    <a:pt x="786002" y="31114"/>
                  </a:lnTo>
                  <a:lnTo>
                    <a:pt x="791718" y="36194"/>
                  </a:lnTo>
                  <a:lnTo>
                    <a:pt x="845184" y="67309"/>
                  </a:lnTo>
                  <a:lnTo>
                    <a:pt x="0" y="67309"/>
                  </a:lnTo>
                  <a:lnTo>
                    <a:pt x="0" y="105409"/>
                  </a:lnTo>
                  <a:lnTo>
                    <a:pt x="845184" y="105409"/>
                  </a:lnTo>
                  <a:lnTo>
                    <a:pt x="791718" y="136651"/>
                  </a:lnTo>
                  <a:lnTo>
                    <a:pt x="786002" y="141731"/>
                  </a:lnTo>
                  <a:lnTo>
                    <a:pt x="782827" y="148335"/>
                  </a:lnTo>
                  <a:lnTo>
                    <a:pt x="782447" y="155575"/>
                  </a:lnTo>
                  <a:lnTo>
                    <a:pt x="784859" y="162686"/>
                  </a:lnTo>
                  <a:lnTo>
                    <a:pt x="789939" y="168401"/>
                  </a:lnTo>
                  <a:lnTo>
                    <a:pt x="796417" y="171576"/>
                  </a:lnTo>
                  <a:lnTo>
                    <a:pt x="803782" y="172084"/>
                  </a:lnTo>
                  <a:lnTo>
                    <a:pt x="810895" y="169544"/>
                  </a:lnTo>
                  <a:lnTo>
                    <a:pt x="953515" y="86359"/>
                  </a:lnTo>
                  <a:lnTo>
                    <a:pt x="806323" y="507"/>
                  </a:lnTo>
                  <a:lnTo>
                    <a:pt x="801243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40653" y="2672588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60394" y="1376934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07838" y="5872378"/>
            <a:ext cx="622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228" y="1962573"/>
            <a:ext cx="1553542" cy="906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1700" y="1689585"/>
            <a:ext cx="1675906" cy="11166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30220" y="423799"/>
            <a:ext cx="70573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Better</a:t>
            </a:r>
            <a:r>
              <a:rPr sz="4400" spc="-2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Feature</a:t>
            </a:r>
            <a:r>
              <a:rPr sz="4400" spc="-1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Representation?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40507" y="3745991"/>
            <a:ext cx="3173095" cy="2125980"/>
            <a:chOff x="2540507" y="3745991"/>
            <a:chExt cx="3173095" cy="2125980"/>
          </a:xfrm>
        </p:grpSpPr>
        <p:sp>
          <p:nvSpPr>
            <p:cNvPr id="6" name="object 6"/>
            <p:cNvSpPr/>
            <p:nvPr/>
          </p:nvSpPr>
          <p:spPr>
            <a:xfrm>
              <a:off x="2540507" y="3745991"/>
              <a:ext cx="3173095" cy="2125980"/>
            </a:xfrm>
            <a:custGeom>
              <a:avLst/>
              <a:gdLst/>
              <a:ahLst/>
              <a:cxnLst/>
              <a:rect l="l" t="t" r="r" b="b"/>
              <a:pathLst>
                <a:path w="3173095" h="2125979">
                  <a:moveTo>
                    <a:pt x="101600" y="0"/>
                  </a:moveTo>
                  <a:lnTo>
                    <a:pt x="42672" y="101091"/>
                  </a:lnTo>
                  <a:lnTo>
                    <a:pt x="44704" y="108838"/>
                  </a:lnTo>
                  <a:lnTo>
                    <a:pt x="56768" y="115950"/>
                  </a:lnTo>
                  <a:lnTo>
                    <a:pt x="64516" y="113918"/>
                  </a:lnTo>
                  <a:lnTo>
                    <a:pt x="88900" y="72135"/>
                  </a:lnTo>
                  <a:lnTo>
                    <a:pt x="88900" y="1956447"/>
                  </a:lnTo>
                  <a:lnTo>
                    <a:pt x="0" y="1956434"/>
                  </a:lnTo>
                  <a:lnTo>
                    <a:pt x="0" y="1981847"/>
                  </a:lnTo>
                  <a:lnTo>
                    <a:pt x="88900" y="1981860"/>
                  </a:lnTo>
                  <a:lnTo>
                    <a:pt x="88900" y="2125357"/>
                  </a:lnTo>
                  <a:lnTo>
                    <a:pt x="114300" y="2125357"/>
                  </a:lnTo>
                  <a:lnTo>
                    <a:pt x="114300" y="1981860"/>
                  </a:lnTo>
                  <a:lnTo>
                    <a:pt x="3100578" y="1981860"/>
                  </a:lnTo>
                  <a:lnTo>
                    <a:pt x="3058922" y="2006168"/>
                  </a:lnTo>
                  <a:lnTo>
                    <a:pt x="3056890" y="2013940"/>
                  </a:lnTo>
                  <a:lnTo>
                    <a:pt x="3063875" y="2026069"/>
                  </a:lnTo>
                  <a:lnTo>
                    <a:pt x="3071622" y="2028126"/>
                  </a:lnTo>
                  <a:lnTo>
                    <a:pt x="3172714" y="1969147"/>
                  </a:lnTo>
                  <a:lnTo>
                    <a:pt x="3074670" y="1911946"/>
                  </a:lnTo>
                  <a:lnTo>
                    <a:pt x="3071241" y="1911565"/>
                  </a:lnTo>
                  <a:lnTo>
                    <a:pt x="3065018" y="1913229"/>
                  </a:lnTo>
                  <a:lnTo>
                    <a:pt x="3062097" y="1915248"/>
                  </a:lnTo>
                  <a:lnTo>
                    <a:pt x="3056890" y="1924342"/>
                  </a:lnTo>
                  <a:lnTo>
                    <a:pt x="3058922" y="1932114"/>
                  </a:lnTo>
                  <a:lnTo>
                    <a:pt x="3100578" y="1956447"/>
                  </a:lnTo>
                  <a:lnTo>
                    <a:pt x="114300" y="1956447"/>
                  </a:lnTo>
                  <a:lnTo>
                    <a:pt x="114300" y="72135"/>
                  </a:lnTo>
                  <a:lnTo>
                    <a:pt x="138556" y="113918"/>
                  </a:lnTo>
                  <a:lnTo>
                    <a:pt x="146304" y="115950"/>
                  </a:lnTo>
                  <a:lnTo>
                    <a:pt x="158496" y="108838"/>
                  </a:lnTo>
                  <a:lnTo>
                    <a:pt x="160528" y="101091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82796" y="5380989"/>
              <a:ext cx="177800" cy="186690"/>
            </a:xfrm>
            <a:custGeom>
              <a:avLst/>
              <a:gdLst/>
              <a:ahLst/>
              <a:cxnLst/>
              <a:rect l="l" t="t" r="r" b="b"/>
              <a:pathLst>
                <a:path w="177800" h="186689">
                  <a:moveTo>
                    <a:pt x="177800" y="64770"/>
                  </a:moveTo>
                  <a:lnTo>
                    <a:pt x="117348" y="64770"/>
                  </a:lnTo>
                  <a:lnTo>
                    <a:pt x="117348" y="0"/>
                  </a:lnTo>
                  <a:lnTo>
                    <a:pt x="60452" y="0"/>
                  </a:lnTo>
                  <a:lnTo>
                    <a:pt x="60452" y="64770"/>
                  </a:lnTo>
                  <a:lnTo>
                    <a:pt x="0" y="64770"/>
                  </a:lnTo>
                  <a:lnTo>
                    <a:pt x="0" y="121920"/>
                  </a:lnTo>
                  <a:lnTo>
                    <a:pt x="60452" y="121920"/>
                  </a:lnTo>
                  <a:lnTo>
                    <a:pt x="60452" y="186690"/>
                  </a:lnTo>
                  <a:lnTo>
                    <a:pt x="117348" y="186690"/>
                  </a:lnTo>
                  <a:lnTo>
                    <a:pt x="117348" y="121920"/>
                  </a:lnTo>
                  <a:lnTo>
                    <a:pt x="177800" y="121920"/>
                  </a:lnTo>
                  <a:lnTo>
                    <a:pt x="177800" y="6477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54751" y="3773388"/>
              <a:ext cx="121920" cy="48895"/>
            </a:xfrm>
            <a:custGeom>
              <a:avLst/>
              <a:gdLst/>
              <a:ahLst/>
              <a:cxnLst/>
              <a:rect l="l" t="t" r="r" b="b"/>
              <a:pathLst>
                <a:path w="121920" h="48895">
                  <a:moveTo>
                    <a:pt x="121333" y="0"/>
                  </a:moveTo>
                  <a:lnTo>
                    <a:pt x="0" y="0"/>
                  </a:lnTo>
                  <a:lnTo>
                    <a:pt x="0" y="48295"/>
                  </a:lnTo>
                  <a:lnTo>
                    <a:pt x="121333" y="48295"/>
                  </a:lnTo>
                  <a:lnTo>
                    <a:pt x="12133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9420" y="5102859"/>
              <a:ext cx="187960" cy="184150"/>
            </a:xfrm>
            <a:custGeom>
              <a:avLst/>
              <a:gdLst/>
              <a:ahLst/>
              <a:cxnLst/>
              <a:rect l="l" t="t" r="r" b="b"/>
              <a:pathLst>
                <a:path w="187960" h="184150">
                  <a:moveTo>
                    <a:pt x="187452" y="60960"/>
                  </a:moveTo>
                  <a:lnTo>
                    <a:pt x="123698" y="60960"/>
                  </a:lnTo>
                  <a:lnTo>
                    <a:pt x="123698" y="0"/>
                  </a:lnTo>
                  <a:lnTo>
                    <a:pt x="63754" y="0"/>
                  </a:lnTo>
                  <a:lnTo>
                    <a:pt x="63754" y="60960"/>
                  </a:lnTo>
                  <a:lnTo>
                    <a:pt x="0" y="60960"/>
                  </a:lnTo>
                  <a:lnTo>
                    <a:pt x="0" y="121920"/>
                  </a:lnTo>
                  <a:lnTo>
                    <a:pt x="63754" y="121920"/>
                  </a:lnTo>
                  <a:lnTo>
                    <a:pt x="63754" y="184150"/>
                  </a:lnTo>
                  <a:lnTo>
                    <a:pt x="123698" y="184150"/>
                  </a:lnTo>
                  <a:lnTo>
                    <a:pt x="123698" y="121920"/>
                  </a:lnTo>
                  <a:lnTo>
                    <a:pt x="187452" y="121920"/>
                  </a:lnTo>
                  <a:lnTo>
                    <a:pt x="187452" y="6096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69692" y="4037139"/>
              <a:ext cx="1092835" cy="676910"/>
            </a:xfrm>
            <a:custGeom>
              <a:avLst/>
              <a:gdLst/>
              <a:ahLst/>
              <a:cxnLst/>
              <a:rect l="l" t="t" r="r" b="b"/>
              <a:pathLst>
                <a:path w="1092835" h="676910">
                  <a:moveTo>
                    <a:pt x="139979" y="0"/>
                  </a:moveTo>
                  <a:lnTo>
                    <a:pt x="0" y="0"/>
                  </a:lnTo>
                  <a:lnTo>
                    <a:pt x="0" y="53784"/>
                  </a:lnTo>
                  <a:lnTo>
                    <a:pt x="139979" y="53784"/>
                  </a:lnTo>
                  <a:lnTo>
                    <a:pt x="139979" y="0"/>
                  </a:lnTo>
                  <a:close/>
                </a:path>
                <a:path w="1092835" h="676910">
                  <a:moveTo>
                    <a:pt x="1092352" y="622554"/>
                  </a:moveTo>
                  <a:lnTo>
                    <a:pt x="952373" y="622554"/>
                  </a:lnTo>
                  <a:lnTo>
                    <a:pt x="952373" y="676338"/>
                  </a:lnTo>
                  <a:lnTo>
                    <a:pt x="1092352" y="676338"/>
                  </a:lnTo>
                  <a:lnTo>
                    <a:pt x="1092352" y="62255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60420" y="4173219"/>
              <a:ext cx="1228725" cy="948690"/>
            </a:xfrm>
            <a:custGeom>
              <a:avLst/>
              <a:gdLst/>
              <a:ahLst/>
              <a:cxnLst/>
              <a:rect l="l" t="t" r="r" b="b"/>
              <a:pathLst>
                <a:path w="1228725" h="948689">
                  <a:moveTo>
                    <a:pt x="186690" y="191770"/>
                  </a:moveTo>
                  <a:lnTo>
                    <a:pt x="123190" y="191770"/>
                  </a:lnTo>
                  <a:lnTo>
                    <a:pt x="123190" y="129540"/>
                  </a:lnTo>
                  <a:lnTo>
                    <a:pt x="63500" y="129540"/>
                  </a:lnTo>
                  <a:lnTo>
                    <a:pt x="63500" y="191770"/>
                  </a:lnTo>
                  <a:lnTo>
                    <a:pt x="0" y="191770"/>
                  </a:lnTo>
                  <a:lnTo>
                    <a:pt x="0" y="252730"/>
                  </a:lnTo>
                  <a:lnTo>
                    <a:pt x="63500" y="252730"/>
                  </a:lnTo>
                  <a:lnTo>
                    <a:pt x="63500" y="314960"/>
                  </a:lnTo>
                  <a:lnTo>
                    <a:pt x="123190" y="314960"/>
                  </a:lnTo>
                  <a:lnTo>
                    <a:pt x="123190" y="252730"/>
                  </a:lnTo>
                  <a:lnTo>
                    <a:pt x="186690" y="252730"/>
                  </a:lnTo>
                  <a:lnTo>
                    <a:pt x="186690" y="191770"/>
                  </a:lnTo>
                  <a:close/>
                </a:path>
                <a:path w="1228725" h="948689">
                  <a:moveTo>
                    <a:pt x="478917" y="825500"/>
                  </a:moveTo>
                  <a:lnTo>
                    <a:pt x="415417" y="825500"/>
                  </a:lnTo>
                  <a:lnTo>
                    <a:pt x="415417" y="763270"/>
                  </a:lnTo>
                  <a:lnTo>
                    <a:pt x="355600" y="763270"/>
                  </a:lnTo>
                  <a:lnTo>
                    <a:pt x="355600" y="825500"/>
                  </a:lnTo>
                  <a:lnTo>
                    <a:pt x="292100" y="825500"/>
                  </a:lnTo>
                  <a:lnTo>
                    <a:pt x="292100" y="886460"/>
                  </a:lnTo>
                  <a:lnTo>
                    <a:pt x="355600" y="886460"/>
                  </a:lnTo>
                  <a:lnTo>
                    <a:pt x="355600" y="948690"/>
                  </a:lnTo>
                  <a:lnTo>
                    <a:pt x="415417" y="948690"/>
                  </a:lnTo>
                  <a:lnTo>
                    <a:pt x="415417" y="886460"/>
                  </a:lnTo>
                  <a:lnTo>
                    <a:pt x="478917" y="886460"/>
                  </a:lnTo>
                  <a:lnTo>
                    <a:pt x="478917" y="825500"/>
                  </a:lnTo>
                  <a:close/>
                </a:path>
                <a:path w="1228725" h="948689">
                  <a:moveTo>
                    <a:pt x="707517" y="60960"/>
                  </a:moveTo>
                  <a:lnTo>
                    <a:pt x="642493" y="60960"/>
                  </a:lnTo>
                  <a:lnTo>
                    <a:pt x="642493" y="0"/>
                  </a:lnTo>
                  <a:lnTo>
                    <a:pt x="585724" y="0"/>
                  </a:lnTo>
                  <a:lnTo>
                    <a:pt x="585724" y="60960"/>
                  </a:lnTo>
                  <a:lnTo>
                    <a:pt x="520827" y="60960"/>
                  </a:lnTo>
                  <a:lnTo>
                    <a:pt x="520827" y="116840"/>
                  </a:lnTo>
                  <a:lnTo>
                    <a:pt x="585724" y="116840"/>
                  </a:lnTo>
                  <a:lnTo>
                    <a:pt x="585724" y="177800"/>
                  </a:lnTo>
                  <a:lnTo>
                    <a:pt x="642493" y="177800"/>
                  </a:lnTo>
                  <a:lnTo>
                    <a:pt x="642493" y="116840"/>
                  </a:lnTo>
                  <a:lnTo>
                    <a:pt x="707517" y="116840"/>
                  </a:lnTo>
                  <a:lnTo>
                    <a:pt x="707517" y="60960"/>
                  </a:lnTo>
                  <a:close/>
                </a:path>
                <a:path w="1228725" h="948689">
                  <a:moveTo>
                    <a:pt x="1228344" y="444500"/>
                  </a:moveTo>
                  <a:lnTo>
                    <a:pt x="1164844" y="444500"/>
                  </a:lnTo>
                  <a:lnTo>
                    <a:pt x="1164844" y="382270"/>
                  </a:lnTo>
                  <a:lnTo>
                    <a:pt x="1105027" y="382270"/>
                  </a:lnTo>
                  <a:lnTo>
                    <a:pt x="1105027" y="444500"/>
                  </a:lnTo>
                  <a:lnTo>
                    <a:pt x="1041654" y="444500"/>
                  </a:lnTo>
                  <a:lnTo>
                    <a:pt x="1041654" y="505460"/>
                  </a:lnTo>
                  <a:lnTo>
                    <a:pt x="1105027" y="505460"/>
                  </a:lnTo>
                  <a:lnTo>
                    <a:pt x="1105027" y="567690"/>
                  </a:lnTo>
                  <a:lnTo>
                    <a:pt x="1164844" y="567690"/>
                  </a:lnTo>
                  <a:lnTo>
                    <a:pt x="1164844" y="505460"/>
                  </a:lnTo>
                  <a:lnTo>
                    <a:pt x="1228344" y="505460"/>
                  </a:lnTo>
                  <a:lnTo>
                    <a:pt x="1228344" y="44450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71800" y="4722888"/>
              <a:ext cx="1804670" cy="701040"/>
            </a:xfrm>
            <a:custGeom>
              <a:avLst/>
              <a:gdLst/>
              <a:ahLst/>
              <a:cxnLst/>
              <a:rect l="l" t="t" r="r" b="b"/>
              <a:pathLst>
                <a:path w="1804670" h="701039">
                  <a:moveTo>
                    <a:pt x="140017" y="0"/>
                  </a:moveTo>
                  <a:lnTo>
                    <a:pt x="0" y="0"/>
                  </a:lnTo>
                  <a:lnTo>
                    <a:pt x="0" y="53708"/>
                  </a:lnTo>
                  <a:lnTo>
                    <a:pt x="140017" y="53708"/>
                  </a:lnTo>
                  <a:lnTo>
                    <a:pt x="140017" y="0"/>
                  </a:lnTo>
                  <a:close/>
                </a:path>
                <a:path w="1804670" h="701039">
                  <a:moveTo>
                    <a:pt x="559231" y="647065"/>
                  </a:moveTo>
                  <a:lnTo>
                    <a:pt x="419227" y="647065"/>
                  </a:lnTo>
                  <a:lnTo>
                    <a:pt x="419227" y="700773"/>
                  </a:lnTo>
                  <a:lnTo>
                    <a:pt x="559231" y="700773"/>
                  </a:lnTo>
                  <a:lnTo>
                    <a:pt x="559231" y="647065"/>
                  </a:lnTo>
                  <a:close/>
                </a:path>
                <a:path w="1804670" h="701039">
                  <a:moveTo>
                    <a:pt x="1295958" y="342519"/>
                  </a:moveTo>
                  <a:lnTo>
                    <a:pt x="1155954" y="342519"/>
                  </a:lnTo>
                  <a:lnTo>
                    <a:pt x="1155954" y="396227"/>
                  </a:lnTo>
                  <a:lnTo>
                    <a:pt x="1295958" y="396227"/>
                  </a:lnTo>
                  <a:lnTo>
                    <a:pt x="1295958" y="342519"/>
                  </a:lnTo>
                  <a:close/>
                </a:path>
                <a:path w="1804670" h="701039">
                  <a:moveTo>
                    <a:pt x="1804085" y="507492"/>
                  </a:moveTo>
                  <a:lnTo>
                    <a:pt x="1664081" y="507492"/>
                  </a:lnTo>
                  <a:lnTo>
                    <a:pt x="1664081" y="561200"/>
                  </a:lnTo>
                  <a:lnTo>
                    <a:pt x="1804085" y="561200"/>
                  </a:lnTo>
                  <a:lnTo>
                    <a:pt x="1804085" y="50749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42642" y="3876802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24272" y="3421379"/>
            <a:ext cx="168910" cy="167640"/>
          </a:xfrm>
          <a:custGeom>
            <a:avLst/>
            <a:gdLst/>
            <a:ahLst/>
            <a:cxnLst/>
            <a:rect l="l" t="t" r="r" b="b"/>
            <a:pathLst>
              <a:path w="168910" h="167639">
                <a:moveTo>
                  <a:pt x="168910" y="57150"/>
                </a:moveTo>
                <a:lnTo>
                  <a:pt x="111506" y="57150"/>
                </a:lnTo>
                <a:lnTo>
                  <a:pt x="111506" y="0"/>
                </a:lnTo>
                <a:lnTo>
                  <a:pt x="57404" y="0"/>
                </a:lnTo>
                <a:lnTo>
                  <a:pt x="57404" y="57150"/>
                </a:lnTo>
                <a:lnTo>
                  <a:pt x="0" y="57150"/>
                </a:lnTo>
                <a:lnTo>
                  <a:pt x="0" y="110490"/>
                </a:lnTo>
                <a:lnTo>
                  <a:pt x="57404" y="110490"/>
                </a:lnTo>
                <a:lnTo>
                  <a:pt x="57404" y="167640"/>
                </a:lnTo>
                <a:lnTo>
                  <a:pt x="111506" y="167640"/>
                </a:lnTo>
                <a:lnTo>
                  <a:pt x="111506" y="110490"/>
                </a:lnTo>
                <a:lnTo>
                  <a:pt x="168910" y="110490"/>
                </a:lnTo>
                <a:lnTo>
                  <a:pt x="168910" y="5715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124700" y="1752600"/>
            <a:ext cx="1550035" cy="824865"/>
          </a:xfrm>
          <a:prstGeom prst="rect">
            <a:avLst/>
          </a:prstGeom>
          <a:solidFill>
            <a:srgbClr val="DBEDF4"/>
          </a:solidFill>
        </p:spPr>
        <p:txBody>
          <a:bodyPr vert="horz" wrap="square" lIns="0" tIns="141605" rIns="0" bIns="0" rtlCol="0">
            <a:spAutoFit/>
          </a:bodyPr>
          <a:lstStyle/>
          <a:p>
            <a:pPr marL="148590" marR="146685" indent="88265">
              <a:lnSpc>
                <a:spcPts val="2600"/>
              </a:lnSpc>
              <a:spcBef>
                <a:spcPts val="1115"/>
              </a:spcBef>
            </a:pPr>
            <a:r>
              <a:rPr sz="2400" spc="-10" dirty="0">
                <a:latin typeface="Calibri"/>
                <a:cs typeface="Calibri"/>
              </a:rPr>
              <a:t>Learning Algorithm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41979" y="2133476"/>
            <a:ext cx="1016000" cy="228600"/>
            <a:chOff x="5841979" y="2133476"/>
            <a:chExt cx="1016000" cy="22860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1979" y="2133476"/>
              <a:ext cx="1015593" cy="22835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73623" y="2142743"/>
              <a:ext cx="952500" cy="172085"/>
            </a:xfrm>
            <a:custGeom>
              <a:avLst/>
              <a:gdLst/>
              <a:ahLst/>
              <a:cxnLst/>
              <a:rect l="l" t="t" r="r" b="b"/>
              <a:pathLst>
                <a:path w="952500" h="172085">
                  <a:moveTo>
                    <a:pt x="800100" y="0"/>
                  </a:moveTo>
                  <a:lnTo>
                    <a:pt x="790575" y="2539"/>
                  </a:lnTo>
                  <a:lnTo>
                    <a:pt x="786383" y="5460"/>
                  </a:lnTo>
                  <a:lnTo>
                    <a:pt x="783717" y="10032"/>
                  </a:lnTo>
                  <a:lnTo>
                    <a:pt x="781303" y="17271"/>
                  </a:lnTo>
                  <a:lnTo>
                    <a:pt x="781811" y="24510"/>
                  </a:lnTo>
                  <a:lnTo>
                    <a:pt x="784986" y="31114"/>
                  </a:lnTo>
                  <a:lnTo>
                    <a:pt x="790575" y="36067"/>
                  </a:lnTo>
                  <a:lnTo>
                    <a:pt x="844042" y="67309"/>
                  </a:lnTo>
                  <a:lnTo>
                    <a:pt x="0" y="67309"/>
                  </a:lnTo>
                  <a:lnTo>
                    <a:pt x="0" y="105409"/>
                  </a:lnTo>
                  <a:lnTo>
                    <a:pt x="844042" y="105409"/>
                  </a:lnTo>
                  <a:lnTo>
                    <a:pt x="790575" y="136525"/>
                  </a:lnTo>
                  <a:lnTo>
                    <a:pt x="784986" y="141604"/>
                  </a:lnTo>
                  <a:lnTo>
                    <a:pt x="781811" y="148208"/>
                  </a:lnTo>
                  <a:lnTo>
                    <a:pt x="781303" y="155447"/>
                  </a:lnTo>
                  <a:lnTo>
                    <a:pt x="783717" y="162559"/>
                  </a:lnTo>
                  <a:lnTo>
                    <a:pt x="788797" y="168275"/>
                  </a:lnTo>
                  <a:lnTo>
                    <a:pt x="795401" y="171450"/>
                  </a:lnTo>
                  <a:lnTo>
                    <a:pt x="802640" y="171830"/>
                  </a:lnTo>
                  <a:lnTo>
                    <a:pt x="809751" y="169417"/>
                  </a:lnTo>
                  <a:lnTo>
                    <a:pt x="952246" y="86359"/>
                  </a:lnTo>
                  <a:lnTo>
                    <a:pt x="805306" y="507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5393435" y="2756789"/>
            <a:ext cx="405130" cy="189230"/>
          </a:xfrm>
          <a:custGeom>
            <a:avLst/>
            <a:gdLst/>
            <a:ahLst/>
            <a:cxnLst/>
            <a:rect l="l" t="t" r="r" b="b"/>
            <a:pathLst>
              <a:path w="405129" h="189230">
                <a:moveTo>
                  <a:pt x="127380" y="0"/>
                </a:moveTo>
                <a:lnTo>
                  <a:pt x="0" y="10160"/>
                </a:lnTo>
                <a:lnTo>
                  <a:pt x="84454" y="105918"/>
                </a:lnTo>
                <a:lnTo>
                  <a:pt x="98805" y="70612"/>
                </a:lnTo>
                <a:lnTo>
                  <a:pt x="390905" y="188722"/>
                </a:lnTo>
                <a:lnTo>
                  <a:pt x="405129" y="153415"/>
                </a:lnTo>
                <a:lnTo>
                  <a:pt x="113029" y="35306"/>
                </a:lnTo>
                <a:lnTo>
                  <a:pt x="12738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76747" y="2840863"/>
            <a:ext cx="1040765" cy="1078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wheel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1800" spc="-20" dirty="0">
                <a:latin typeface="Calibri"/>
                <a:cs typeface="Calibri"/>
              </a:rPr>
              <a:t>Cars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00" spc="-95" dirty="0">
                <a:latin typeface="Calibri"/>
                <a:cs typeface="Calibri"/>
              </a:rPr>
              <a:t>“Non”-</a:t>
            </a:r>
            <a:r>
              <a:rPr sz="1800" spc="-55" dirty="0">
                <a:latin typeface="Calibri"/>
                <a:cs typeface="Calibri"/>
              </a:rPr>
              <a:t>‐Cars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88408" y="2388107"/>
            <a:ext cx="635635" cy="609600"/>
            <a:chOff x="4788408" y="2388107"/>
            <a:chExt cx="635635" cy="609600"/>
          </a:xfrm>
        </p:grpSpPr>
        <p:sp>
          <p:nvSpPr>
            <p:cNvPr id="22" name="object 22"/>
            <p:cNvSpPr/>
            <p:nvPr/>
          </p:nvSpPr>
          <p:spPr>
            <a:xfrm>
              <a:off x="4800600" y="2400299"/>
              <a:ext cx="609600" cy="584200"/>
            </a:xfrm>
            <a:custGeom>
              <a:avLst/>
              <a:gdLst/>
              <a:ahLst/>
              <a:cxnLst/>
              <a:rect l="l" t="t" r="r" b="b"/>
              <a:pathLst>
                <a:path w="609600" h="584200">
                  <a:moveTo>
                    <a:pt x="609600" y="0"/>
                  </a:moveTo>
                  <a:lnTo>
                    <a:pt x="0" y="0"/>
                  </a:lnTo>
                  <a:lnTo>
                    <a:pt x="0" y="73660"/>
                  </a:lnTo>
                  <a:lnTo>
                    <a:pt x="0" y="510540"/>
                  </a:lnTo>
                  <a:lnTo>
                    <a:pt x="0" y="511810"/>
                  </a:lnTo>
                  <a:lnTo>
                    <a:pt x="0" y="584200"/>
                  </a:lnTo>
                  <a:lnTo>
                    <a:pt x="609600" y="584200"/>
                  </a:lnTo>
                  <a:lnTo>
                    <a:pt x="609600" y="511810"/>
                  </a:lnTo>
                  <a:lnTo>
                    <a:pt x="73025" y="511810"/>
                  </a:lnTo>
                  <a:lnTo>
                    <a:pt x="73025" y="510540"/>
                  </a:lnTo>
                  <a:lnTo>
                    <a:pt x="73025" y="73660"/>
                  </a:lnTo>
                  <a:lnTo>
                    <a:pt x="536575" y="73660"/>
                  </a:lnTo>
                  <a:lnTo>
                    <a:pt x="536575" y="510540"/>
                  </a:lnTo>
                  <a:lnTo>
                    <a:pt x="609600" y="510540"/>
                  </a:lnTo>
                  <a:lnTo>
                    <a:pt x="609600" y="7366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01362" y="2401061"/>
              <a:ext cx="609600" cy="584200"/>
            </a:xfrm>
            <a:custGeom>
              <a:avLst/>
              <a:gdLst/>
              <a:ahLst/>
              <a:cxnLst/>
              <a:rect l="l" t="t" r="r" b="b"/>
              <a:pathLst>
                <a:path w="609600" h="584200">
                  <a:moveTo>
                    <a:pt x="0" y="583691"/>
                  </a:moveTo>
                  <a:lnTo>
                    <a:pt x="609600" y="583691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583691"/>
                  </a:lnTo>
                  <a:close/>
                </a:path>
                <a:path w="609600" h="584200">
                  <a:moveTo>
                    <a:pt x="73025" y="510666"/>
                  </a:moveTo>
                  <a:lnTo>
                    <a:pt x="536575" y="510666"/>
                  </a:lnTo>
                  <a:lnTo>
                    <a:pt x="536575" y="72897"/>
                  </a:lnTo>
                  <a:lnTo>
                    <a:pt x="73025" y="72897"/>
                  </a:lnTo>
                  <a:lnTo>
                    <a:pt x="73025" y="510666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419600" y="1607819"/>
            <a:ext cx="940435" cy="654050"/>
            <a:chOff x="4419600" y="1607819"/>
            <a:chExt cx="940435" cy="654050"/>
          </a:xfrm>
        </p:grpSpPr>
        <p:sp>
          <p:nvSpPr>
            <p:cNvPr id="25" name="object 25"/>
            <p:cNvSpPr/>
            <p:nvPr/>
          </p:nvSpPr>
          <p:spPr>
            <a:xfrm>
              <a:off x="4419600" y="1607819"/>
              <a:ext cx="310515" cy="327660"/>
            </a:xfrm>
            <a:custGeom>
              <a:avLst/>
              <a:gdLst/>
              <a:ahLst/>
              <a:cxnLst/>
              <a:rect l="l" t="t" r="r" b="b"/>
              <a:pathLst>
                <a:path w="310514" h="327660">
                  <a:moveTo>
                    <a:pt x="27686" y="0"/>
                  </a:moveTo>
                  <a:lnTo>
                    <a:pt x="0" y="26288"/>
                  </a:lnTo>
                  <a:lnTo>
                    <a:pt x="217932" y="257175"/>
                  </a:lnTo>
                  <a:lnTo>
                    <a:pt x="190246" y="283463"/>
                  </a:lnTo>
                  <a:lnTo>
                    <a:pt x="310514" y="327278"/>
                  </a:lnTo>
                  <a:lnTo>
                    <a:pt x="273430" y="204596"/>
                  </a:lnTo>
                  <a:lnTo>
                    <a:pt x="245745" y="230885"/>
                  </a:lnTo>
                  <a:lnTo>
                    <a:pt x="276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36592" y="1663699"/>
              <a:ext cx="609600" cy="584200"/>
            </a:xfrm>
            <a:custGeom>
              <a:avLst/>
              <a:gdLst/>
              <a:ahLst/>
              <a:cxnLst/>
              <a:rect l="l" t="t" r="r" b="b"/>
              <a:pathLst>
                <a:path w="609600" h="584200">
                  <a:moveTo>
                    <a:pt x="609600" y="0"/>
                  </a:moveTo>
                  <a:lnTo>
                    <a:pt x="536575" y="0"/>
                  </a:lnTo>
                  <a:lnTo>
                    <a:pt x="536575" y="73660"/>
                  </a:lnTo>
                  <a:lnTo>
                    <a:pt x="536575" y="511810"/>
                  </a:lnTo>
                  <a:lnTo>
                    <a:pt x="73025" y="511810"/>
                  </a:lnTo>
                  <a:lnTo>
                    <a:pt x="73025" y="73660"/>
                  </a:lnTo>
                  <a:lnTo>
                    <a:pt x="536575" y="73660"/>
                  </a:lnTo>
                  <a:lnTo>
                    <a:pt x="536575" y="0"/>
                  </a:lnTo>
                  <a:lnTo>
                    <a:pt x="0" y="0"/>
                  </a:lnTo>
                  <a:lnTo>
                    <a:pt x="0" y="73660"/>
                  </a:lnTo>
                  <a:lnTo>
                    <a:pt x="0" y="511810"/>
                  </a:lnTo>
                  <a:lnTo>
                    <a:pt x="0" y="584200"/>
                  </a:lnTo>
                  <a:lnTo>
                    <a:pt x="609600" y="584200"/>
                  </a:lnTo>
                  <a:lnTo>
                    <a:pt x="609600" y="511810"/>
                  </a:lnTo>
                  <a:lnTo>
                    <a:pt x="609600" y="7366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37354" y="1664969"/>
              <a:ext cx="609600" cy="584200"/>
            </a:xfrm>
            <a:custGeom>
              <a:avLst/>
              <a:gdLst/>
              <a:ahLst/>
              <a:cxnLst/>
              <a:rect l="l" t="t" r="r" b="b"/>
              <a:pathLst>
                <a:path w="609600" h="584200">
                  <a:moveTo>
                    <a:pt x="0" y="583691"/>
                  </a:moveTo>
                  <a:lnTo>
                    <a:pt x="609600" y="583691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583691"/>
                  </a:lnTo>
                  <a:close/>
                </a:path>
                <a:path w="609600" h="584200">
                  <a:moveTo>
                    <a:pt x="73025" y="510666"/>
                  </a:moveTo>
                  <a:lnTo>
                    <a:pt x="536575" y="510666"/>
                  </a:lnTo>
                  <a:lnTo>
                    <a:pt x="536575" y="72898"/>
                  </a:lnTo>
                  <a:lnTo>
                    <a:pt x="73025" y="72898"/>
                  </a:lnTo>
                  <a:lnTo>
                    <a:pt x="73025" y="510666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144771" y="1276603"/>
            <a:ext cx="73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handles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934200" y="3797808"/>
            <a:ext cx="3174365" cy="2124075"/>
            <a:chOff x="6934200" y="3797808"/>
            <a:chExt cx="3174365" cy="2124075"/>
          </a:xfrm>
        </p:grpSpPr>
        <p:sp>
          <p:nvSpPr>
            <p:cNvPr id="30" name="object 30"/>
            <p:cNvSpPr/>
            <p:nvPr/>
          </p:nvSpPr>
          <p:spPr>
            <a:xfrm>
              <a:off x="6934200" y="3797808"/>
              <a:ext cx="3174365" cy="2124075"/>
            </a:xfrm>
            <a:custGeom>
              <a:avLst/>
              <a:gdLst/>
              <a:ahLst/>
              <a:cxnLst/>
              <a:rect l="l" t="t" r="r" b="b"/>
              <a:pathLst>
                <a:path w="3174365" h="2124075">
                  <a:moveTo>
                    <a:pt x="114300" y="0"/>
                  </a:moveTo>
                  <a:lnTo>
                    <a:pt x="55372" y="100965"/>
                  </a:lnTo>
                  <a:lnTo>
                    <a:pt x="57403" y="108839"/>
                  </a:lnTo>
                  <a:lnTo>
                    <a:pt x="69469" y="115824"/>
                  </a:lnTo>
                  <a:lnTo>
                    <a:pt x="77343" y="113792"/>
                  </a:lnTo>
                  <a:lnTo>
                    <a:pt x="101600" y="72136"/>
                  </a:lnTo>
                  <a:lnTo>
                    <a:pt x="101600" y="1955050"/>
                  </a:lnTo>
                  <a:lnTo>
                    <a:pt x="0" y="1955025"/>
                  </a:lnTo>
                  <a:lnTo>
                    <a:pt x="0" y="1980425"/>
                  </a:lnTo>
                  <a:lnTo>
                    <a:pt x="101600" y="1980438"/>
                  </a:lnTo>
                  <a:lnTo>
                    <a:pt x="101600" y="2123833"/>
                  </a:lnTo>
                  <a:lnTo>
                    <a:pt x="127000" y="2123833"/>
                  </a:lnTo>
                  <a:lnTo>
                    <a:pt x="127000" y="1980438"/>
                  </a:lnTo>
                  <a:lnTo>
                    <a:pt x="3102102" y="1980438"/>
                  </a:lnTo>
                  <a:lnTo>
                    <a:pt x="3060319" y="2004733"/>
                  </a:lnTo>
                  <a:lnTo>
                    <a:pt x="3058286" y="2012505"/>
                  </a:lnTo>
                  <a:lnTo>
                    <a:pt x="3065399" y="2024608"/>
                  </a:lnTo>
                  <a:lnTo>
                    <a:pt x="3073146" y="2026666"/>
                  </a:lnTo>
                  <a:lnTo>
                    <a:pt x="3174238" y="1967738"/>
                  </a:lnTo>
                  <a:lnTo>
                    <a:pt x="3076194" y="1910575"/>
                  </a:lnTo>
                  <a:lnTo>
                    <a:pt x="3072765" y="1910194"/>
                  </a:lnTo>
                  <a:lnTo>
                    <a:pt x="3066415" y="1911858"/>
                  </a:lnTo>
                  <a:lnTo>
                    <a:pt x="3063621" y="1913877"/>
                  </a:lnTo>
                  <a:lnTo>
                    <a:pt x="3058286" y="1922970"/>
                  </a:lnTo>
                  <a:lnTo>
                    <a:pt x="3060319" y="1930730"/>
                  </a:lnTo>
                  <a:lnTo>
                    <a:pt x="3102102" y="1955050"/>
                  </a:lnTo>
                  <a:lnTo>
                    <a:pt x="127000" y="1955050"/>
                  </a:lnTo>
                  <a:lnTo>
                    <a:pt x="127000" y="72136"/>
                  </a:lnTo>
                  <a:lnTo>
                    <a:pt x="151383" y="113792"/>
                  </a:lnTo>
                  <a:lnTo>
                    <a:pt x="159130" y="115824"/>
                  </a:lnTo>
                  <a:lnTo>
                    <a:pt x="171196" y="108839"/>
                  </a:lnTo>
                  <a:lnTo>
                    <a:pt x="173354" y="10096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20328" y="4150359"/>
              <a:ext cx="619125" cy="857250"/>
            </a:xfrm>
            <a:custGeom>
              <a:avLst/>
              <a:gdLst/>
              <a:ahLst/>
              <a:cxnLst/>
              <a:rect l="l" t="t" r="r" b="b"/>
              <a:pathLst>
                <a:path w="619125" h="857250">
                  <a:moveTo>
                    <a:pt x="186690" y="62230"/>
                  </a:moveTo>
                  <a:lnTo>
                    <a:pt x="123190" y="62230"/>
                  </a:lnTo>
                  <a:lnTo>
                    <a:pt x="123190" y="0"/>
                  </a:lnTo>
                  <a:lnTo>
                    <a:pt x="63500" y="0"/>
                  </a:lnTo>
                  <a:lnTo>
                    <a:pt x="63500" y="62230"/>
                  </a:lnTo>
                  <a:lnTo>
                    <a:pt x="0" y="62230"/>
                  </a:lnTo>
                  <a:lnTo>
                    <a:pt x="0" y="123190"/>
                  </a:lnTo>
                  <a:lnTo>
                    <a:pt x="63500" y="123190"/>
                  </a:lnTo>
                  <a:lnTo>
                    <a:pt x="63500" y="185420"/>
                  </a:lnTo>
                  <a:lnTo>
                    <a:pt x="123190" y="185420"/>
                  </a:lnTo>
                  <a:lnTo>
                    <a:pt x="123190" y="123190"/>
                  </a:lnTo>
                  <a:lnTo>
                    <a:pt x="186690" y="123190"/>
                  </a:lnTo>
                  <a:lnTo>
                    <a:pt x="186690" y="62230"/>
                  </a:lnTo>
                  <a:close/>
                </a:path>
                <a:path w="619125" h="857250">
                  <a:moveTo>
                    <a:pt x="618744" y="734060"/>
                  </a:moveTo>
                  <a:lnTo>
                    <a:pt x="555244" y="734060"/>
                  </a:lnTo>
                  <a:lnTo>
                    <a:pt x="555244" y="671830"/>
                  </a:lnTo>
                  <a:lnTo>
                    <a:pt x="495427" y="671830"/>
                  </a:lnTo>
                  <a:lnTo>
                    <a:pt x="495427" y="734060"/>
                  </a:lnTo>
                  <a:lnTo>
                    <a:pt x="431927" y="734060"/>
                  </a:lnTo>
                  <a:lnTo>
                    <a:pt x="431927" y="795020"/>
                  </a:lnTo>
                  <a:lnTo>
                    <a:pt x="495427" y="795020"/>
                  </a:lnTo>
                  <a:lnTo>
                    <a:pt x="495427" y="857250"/>
                  </a:lnTo>
                  <a:lnTo>
                    <a:pt x="555244" y="857250"/>
                  </a:lnTo>
                  <a:lnTo>
                    <a:pt x="555244" y="795020"/>
                  </a:lnTo>
                  <a:lnTo>
                    <a:pt x="618744" y="795020"/>
                  </a:lnTo>
                  <a:lnTo>
                    <a:pt x="618744" y="73406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51192" y="5001793"/>
              <a:ext cx="216535" cy="295910"/>
            </a:xfrm>
            <a:custGeom>
              <a:avLst/>
              <a:gdLst/>
              <a:ahLst/>
              <a:cxnLst/>
              <a:rect l="l" t="t" r="r" b="b"/>
              <a:pathLst>
                <a:path w="216534" h="295910">
                  <a:moveTo>
                    <a:pt x="139915" y="0"/>
                  </a:moveTo>
                  <a:lnTo>
                    <a:pt x="0" y="0"/>
                  </a:lnTo>
                  <a:lnTo>
                    <a:pt x="0" y="53822"/>
                  </a:lnTo>
                  <a:lnTo>
                    <a:pt x="139915" y="53822"/>
                  </a:lnTo>
                  <a:lnTo>
                    <a:pt x="139915" y="0"/>
                  </a:lnTo>
                  <a:close/>
                </a:path>
                <a:path w="216534" h="295910">
                  <a:moveTo>
                    <a:pt x="216115" y="241554"/>
                  </a:moveTo>
                  <a:lnTo>
                    <a:pt x="76200" y="241554"/>
                  </a:lnTo>
                  <a:lnTo>
                    <a:pt x="76200" y="295376"/>
                  </a:lnTo>
                  <a:lnTo>
                    <a:pt x="216115" y="295376"/>
                  </a:lnTo>
                  <a:lnTo>
                    <a:pt x="216115" y="24155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39328" y="4466590"/>
              <a:ext cx="962025" cy="643890"/>
            </a:xfrm>
            <a:custGeom>
              <a:avLst/>
              <a:gdLst/>
              <a:ahLst/>
              <a:cxnLst/>
              <a:rect l="l" t="t" r="r" b="b"/>
              <a:pathLst>
                <a:path w="962025" h="643889">
                  <a:moveTo>
                    <a:pt x="186690" y="125730"/>
                  </a:moveTo>
                  <a:lnTo>
                    <a:pt x="123190" y="125730"/>
                  </a:lnTo>
                  <a:lnTo>
                    <a:pt x="123190" y="63500"/>
                  </a:lnTo>
                  <a:lnTo>
                    <a:pt x="63500" y="63500"/>
                  </a:lnTo>
                  <a:lnTo>
                    <a:pt x="63500" y="125730"/>
                  </a:lnTo>
                  <a:lnTo>
                    <a:pt x="0" y="125730"/>
                  </a:lnTo>
                  <a:lnTo>
                    <a:pt x="0" y="186690"/>
                  </a:lnTo>
                  <a:lnTo>
                    <a:pt x="63500" y="186690"/>
                  </a:lnTo>
                  <a:lnTo>
                    <a:pt x="63500" y="248920"/>
                  </a:lnTo>
                  <a:lnTo>
                    <a:pt x="123190" y="248920"/>
                  </a:lnTo>
                  <a:lnTo>
                    <a:pt x="123190" y="186690"/>
                  </a:lnTo>
                  <a:lnTo>
                    <a:pt x="186690" y="186690"/>
                  </a:lnTo>
                  <a:lnTo>
                    <a:pt x="186690" y="125730"/>
                  </a:lnTo>
                  <a:close/>
                </a:path>
                <a:path w="962025" h="643889">
                  <a:moveTo>
                    <a:pt x="618617" y="62230"/>
                  </a:moveTo>
                  <a:lnTo>
                    <a:pt x="555117" y="62230"/>
                  </a:lnTo>
                  <a:lnTo>
                    <a:pt x="555117" y="0"/>
                  </a:lnTo>
                  <a:lnTo>
                    <a:pt x="495427" y="0"/>
                  </a:lnTo>
                  <a:lnTo>
                    <a:pt x="495427" y="62230"/>
                  </a:lnTo>
                  <a:lnTo>
                    <a:pt x="431927" y="62230"/>
                  </a:lnTo>
                  <a:lnTo>
                    <a:pt x="431927" y="123190"/>
                  </a:lnTo>
                  <a:lnTo>
                    <a:pt x="495427" y="123190"/>
                  </a:lnTo>
                  <a:lnTo>
                    <a:pt x="495427" y="185420"/>
                  </a:lnTo>
                  <a:lnTo>
                    <a:pt x="555117" y="185420"/>
                  </a:lnTo>
                  <a:lnTo>
                    <a:pt x="555117" y="123190"/>
                  </a:lnTo>
                  <a:lnTo>
                    <a:pt x="618617" y="123190"/>
                  </a:lnTo>
                  <a:lnTo>
                    <a:pt x="618617" y="62230"/>
                  </a:lnTo>
                  <a:close/>
                </a:path>
                <a:path w="962025" h="643889">
                  <a:moveTo>
                    <a:pt x="707517" y="520700"/>
                  </a:moveTo>
                  <a:lnTo>
                    <a:pt x="644017" y="520700"/>
                  </a:lnTo>
                  <a:lnTo>
                    <a:pt x="644017" y="458470"/>
                  </a:lnTo>
                  <a:lnTo>
                    <a:pt x="584327" y="458470"/>
                  </a:lnTo>
                  <a:lnTo>
                    <a:pt x="584327" y="520700"/>
                  </a:lnTo>
                  <a:lnTo>
                    <a:pt x="520827" y="520700"/>
                  </a:lnTo>
                  <a:lnTo>
                    <a:pt x="520827" y="581660"/>
                  </a:lnTo>
                  <a:lnTo>
                    <a:pt x="584327" y="581660"/>
                  </a:lnTo>
                  <a:lnTo>
                    <a:pt x="584327" y="643890"/>
                  </a:lnTo>
                  <a:lnTo>
                    <a:pt x="644017" y="643890"/>
                  </a:lnTo>
                  <a:lnTo>
                    <a:pt x="644017" y="581660"/>
                  </a:lnTo>
                  <a:lnTo>
                    <a:pt x="707517" y="581660"/>
                  </a:lnTo>
                  <a:lnTo>
                    <a:pt x="707517" y="520700"/>
                  </a:lnTo>
                  <a:close/>
                </a:path>
                <a:path w="962025" h="643889">
                  <a:moveTo>
                    <a:pt x="961644" y="163830"/>
                  </a:moveTo>
                  <a:lnTo>
                    <a:pt x="898144" y="163830"/>
                  </a:lnTo>
                  <a:lnTo>
                    <a:pt x="898144" y="101600"/>
                  </a:lnTo>
                  <a:lnTo>
                    <a:pt x="838327" y="101600"/>
                  </a:lnTo>
                  <a:lnTo>
                    <a:pt x="838327" y="163830"/>
                  </a:lnTo>
                  <a:lnTo>
                    <a:pt x="774954" y="163830"/>
                  </a:lnTo>
                  <a:lnTo>
                    <a:pt x="774954" y="224790"/>
                  </a:lnTo>
                  <a:lnTo>
                    <a:pt x="838327" y="224790"/>
                  </a:lnTo>
                  <a:lnTo>
                    <a:pt x="838327" y="287020"/>
                  </a:lnTo>
                  <a:lnTo>
                    <a:pt x="898144" y="287020"/>
                  </a:lnTo>
                  <a:lnTo>
                    <a:pt x="898144" y="224790"/>
                  </a:lnTo>
                  <a:lnTo>
                    <a:pt x="961644" y="224790"/>
                  </a:lnTo>
                  <a:lnTo>
                    <a:pt x="961644" y="16383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65492" y="4773231"/>
              <a:ext cx="559435" cy="715010"/>
            </a:xfrm>
            <a:custGeom>
              <a:avLst/>
              <a:gdLst/>
              <a:ahLst/>
              <a:cxnLst/>
              <a:rect l="l" t="t" r="r" b="b"/>
              <a:pathLst>
                <a:path w="559434" h="715010">
                  <a:moveTo>
                    <a:pt x="139966" y="0"/>
                  </a:moveTo>
                  <a:lnTo>
                    <a:pt x="0" y="0"/>
                  </a:lnTo>
                  <a:lnTo>
                    <a:pt x="0" y="53784"/>
                  </a:lnTo>
                  <a:lnTo>
                    <a:pt x="139966" y="53784"/>
                  </a:lnTo>
                  <a:lnTo>
                    <a:pt x="139966" y="0"/>
                  </a:lnTo>
                  <a:close/>
                </a:path>
                <a:path w="559434" h="715010">
                  <a:moveTo>
                    <a:pt x="266954" y="317627"/>
                  </a:moveTo>
                  <a:lnTo>
                    <a:pt x="127000" y="317627"/>
                  </a:lnTo>
                  <a:lnTo>
                    <a:pt x="127000" y="371411"/>
                  </a:lnTo>
                  <a:lnTo>
                    <a:pt x="266954" y="371411"/>
                  </a:lnTo>
                  <a:lnTo>
                    <a:pt x="266954" y="317627"/>
                  </a:lnTo>
                  <a:close/>
                </a:path>
                <a:path w="559434" h="715010">
                  <a:moveTo>
                    <a:pt x="546239" y="190500"/>
                  </a:moveTo>
                  <a:lnTo>
                    <a:pt x="406273" y="190500"/>
                  </a:lnTo>
                  <a:lnTo>
                    <a:pt x="406273" y="244284"/>
                  </a:lnTo>
                  <a:lnTo>
                    <a:pt x="546239" y="244284"/>
                  </a:lnTo>
                  <a:lnTo>
                    <a:pt x="546239" y="190500"/>
                  </a:lnTo>
                  <a:close/>
                </a:path>
                <a:path w="559434" h="715010">
                  <a:moveTo>
                    <a:pt x="558939" y="660654"/>
                  </a:moveTo>
                  <a:lnTo>
                    <a:pt x="418973" y="660654"/>
                  </a:lnTo>
                  <a:lnTo>
                    <a:pt x="418973" y="714438"/>
                  </a:lnTo>
                  <a:lnTo>
                    <a:pt x="558939" y="714438"/>
                  </a:lnTo>
                  <a:lnTo>
                    <a:pt x="558939" y="66065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80069" y="3836670"/>
              <a:ext cx="1844039" cy="1587500"/>
            </a:xfrm>
            <a:custGeom>
              <a:avLst/>
              <a:gdLst/>
              <a:ahLst/>
              <a:cxnLst/>
              <a:rect l="l" t="t" r="r" b="b"/>
              <a:pathLst>
                <a:path w="1844040" h="1587500">
                  <a:moveTo>
                    <a:pt x="292988" y="0"/>
                  </a:moveTo>
                  <a:lnTo>
                    <a:pt x="299847" y="0"/>
                  </a:lnTo>
                  <a:lnTo>
                    <a:pt x="307085" y="0"/>
                  </a:lnTo>
                  <a:lnTo>
                    <a:pt x="314325" y="0"/>
                  </a:lnTo>
                  <a:lnTo>
                    <a:pt x="321436" y="7238"/>
                  </a:lnTo>
                  <a:lnTo>
                    <a:pt x="328675" y="14350"/>
                  </a:lnTo>
                  <a:lnTo>
                    <a:pt x="328675" y="21589"/>
                  </a:lnTo>
                  <a:lnTo>
                    <a:pt x="335533" y="28828"/>
                  </a:lnTo>
                  <a:lnTo>
                    <a:pt x="335533" y="157606"/>
                  </a:lnTo>
                  <a:lnTo>
                    <a:pt x="328675" y="171576"/>
                  </a:lnTo>
                  <a:lnTo>
                    <a:pt x="328675" y="186054"/>
                  </a:lnTo>
                  <a:lnTo>
                    <a:pt x="328675" y="200405"/>
                  </a:lnTo>
                  <a:lnTo>
                    <a:pt x="321436" y="214502"/>
                  </a:lnTo>
                  <a:lnTo>
                    <a:pt x="321436" y="228853"/>
                  </a:lnTo>
                  <a:lnTo>
                    <a:pt x="314325" y="243585"/>
                  </a:lnTo>
                  <a:lnTo>
                    <a:pt x="307085" y="257301"/>
                  </a:lnTo>
                  <a:lnTo>
                    <a:pt x="299847" y="271652"/>
                  </a:lnTo>
                  <a:lnTo>
                    <a:pt x="292988" y="286003"/>
                  </a:lnTo>
                  <a:lnTo>
                    <a:pt x="285876" y="300481"/>
                  </a:lnTo>
                  <a:lnTo>
                    <a:pt x="278637" y="314832"/>
                  </a:lnTo>
                  <a:lnTo>
                    <a:pt x="271399" y="322071"/>
                  </a:lnTo>
                  <a:lnTo>
                    <a:pt x="264286" y="336041"/>
                  </a:lnTo>
                  <a:lnTo>
                    <a:pt x="257428" y="350519"/>
                  </a:lnTo>
                  <a:lnTo>
                    <a:pt x="250189" y="364870"/>
                  </a:lnTo>
                  <a:lnTo>
                    <a:pt x="242950" y="378840"/>
                  </a:lnTo>
                  <a:lnTo>
                    <a:pt x="235838" y="393318"/>
                  </a:lnTo>
                  <a:lnTo>
                    <a:pt x="228219" y="407669"/>
                  </a:lnTo>
                  <a:lnTo>
                    <a:pt x="221741" y="422020"/>
                  </a:lnTo>
                  <a:lnTo>
                    <a:pt x="214502" y="436498"/>
                  </a:lnTo>
                  <a:lnTo>
                    <a:pt x="207009" y="450468"/>
                  </a:lnTo>
                  <a:lnTo>
                    <a:pt x="199771" y="464946"/>
                  </a:lnTo>
                  <a:lnTo>
                    <a:pt x="192658" y="478916"/>
                  </a:lnTo>
                  <a:lnTo>
                    <a:pt x="186181" y="493267"/>
                  </a:lnTo>
                  <a:lnTo>
                    <a:pt x="178561" y="514857"/>
                  </a:lnTo>
                  <a:lnTo>
                    <a:pt x="171323" y="528954"/>
                  </a:lnTo>
                  <a:lnTo>
                    <a:pt x="164210" y="543305"/>
                  </a:lnTo>
                  <a:lnTo>
                    <a:pt x="156972" y="557783"/>
                  </a:lnTo>
                  <a:lnTo>
                    <a:pt x="149732" y="571753"/>
                  </a:lnTo>
                  <a:lnTo>
                    <a:pt x="149732" y="586104"/>
                  </a:lnTo>
                  <a:lnTo>
                    <a:pt x="142875" y="600582"/>
                  </a:lnTo>
                  <a:lnTo>
                    <a:pt x="142875" y="607440"/>
                  </a:lnTo>
                  <a:lnTo>
                    <a:pt x="142875" y="622172"/>
                  </a:lnTo>
                  <a:lnTo>
                    <a:pt x="135762" y="629284"/>
                  </a:lnTo>
                  <a:lnTo>
                    <a:pt x="128524" y="643762"/>
                  </a:lnTo>
                  <a:lnTo>
                    <a:pt x="128524" y="657732"/>
                  </a:lnTo>
                  <a:lnTo>
                    <a:pt x="121284" y="664971"/>
                  </a:lnTo>
                  <a:lnTo>
                    <a:pt x="121284" y="679322"/>
                  </a:lnTo>
                  <a:lnTo>
                    <a:pt x="114173" y="693419"/>
                  </a:lnTo>
                  <a:lnTo>
                    <a:pt x="107314" y="700531"/>
                  </a:lnTo>
                  <a:lnTo>
                    <a:pt x="107314" y="715009"/>
                  </a:lnTo>
                  <a:lnTo>
                    <a:pt x="100075" y="729360"/>
                  </a:lnTo>
                  <a:lnTo>
                    <a:pt x="92836" y="743711"/>
                  </a:lnTo>
                  <a:lnTo>
                    <a:pt x="92836" y="750950"/>
                  </a:lnTo>
                  <a:lnTo>
                    <a:pt x="85344" y="765047"/>
                  </a:lnTo>
                  <a:lnTo>
                    <a:pt x="78104" y="772159"/>
                  </a:lnTo>
                  <a:lnTo>
                    <a:pt x="78104" y="786637"/>
                  </a:lnTo>
                  <a:lnTo>
                    <a:pt x="71627" y="800988"/>
                  </a:lnTo>
                  <a:lnTo>
                    <a:pt x="71627" y="807846"/>
                  </a:lnTo>
                  <a:lnTo>
                    <a:pt x="64388" y="822197"/>
                  </a:lnTo>
                  <a:lnTo>
                    <a:pt x="64388" y="836548"/>
                  </a:lnTo>
                  <a:lnTo>
                    <a:pt x="56896" y="851026"/>
                  </a:lnTo>
                  <a:lnTo>
                    <a:pt x="49656" y="858138"/>
                  </a:lnTo>
                  <a:lnTo>
                    <a:pt x="49656" y="872235"/>
                  </a:lnTo>
                  <a:lnTo>
                    <a:pt x="42418" y="886586"/>
                  </a:lnTo>
                  <a:lnTo>
                    <a:pt x="35686" y="901064"/>
                  </a:lnTo>
                  <a:lnTo>
                    <a:pt x="35686" y="915415"/>
                  </a:lnTo>
                  <a:lnTo>
                    <a:pt x="28448" y="922654"/>
                  </a:lnTo>
                  <a:lnTo>
                    <a:pt x="28448" y="936624"/>
                  </a:lnTo>
                  <a:lnTo>
                    <a:pt x="21208" y="943863"/>
                  </a:lnTo>
                  <a:lnTo>
                    <a:pt x="21208" y="958214"/>
                  </a:lnTo>
                  <a:lnTo>
                    <a:pt x="14097" y="965072"/>
                  </a:lnTo>
                  <a:lnTo>
                    <a:pt x="14097" y="979423"/>
                  </a:lnTo>
                  <a:lnTo>
                    <a:pt x="14097" y="987043"/>
                  </a:lnTo>
                  <a:lnTo>
                    <a:pt x="14097" y="993901"/>
                  </a:lnTo>
                  <a:lnTo>
                    <a:pt x="6857" y="1001013"/>
                  </a:lnTo>
                  <a:lnTo>
                    <a:pt x="6857" y="1015491"/>
                  </a:lnTo>
                  <a:lnTo>
                    <a:pt x="6857" y="1022603"/>
                  </a:lnTo>
                  <a:lnTo>
                    <a:pt x="6857" y="1036700"/>
                  </a:lnTo>
                  <a:lnTo>
                    <a:pt x="6857" y="1043812"/>
                  </a:lnTo>
                  <a:lnTo>
                    <a:pt x="6857" y="1051052"/>
                  </a:lnTo>
                  <a:lnTo>
                    <a:pt x="0" y="1065402"/>
                  </a:lnTo>
                  <a:lnTo>
                    <a:pt x="0" y="1172717"/>
                  </a:lnTo>
                  <a:lnTo>
                    <a:pt x="6857" y="1187068"/>
                  </a:lnTo>
                  <a:lnTo>
                    <a:pt x="6857" y="1194307"/>
                  </a:lnTo>
                  <a:lnTo>
                    <a:pt x="6857" y="1201165"/>
                  </a:lnTo>
                  <a:lnTo>
                    <a:pt x="6857" y="1215516"/>
                  </a:lnTo>
                  <a:lnTo>
                    <a:pt x="14097" y="1222755"/>
                  </a:lnTo>
                  <a:lnTo>
                    <a:pt x="14097" y="1237106"/>
                  </a:lnTo>
                  <a:lnTo>
                    <a:pt x="21208" y="1243964"/>
                  </a:lnTo>
                  <a:lnTo>
                    <a:pt x="28448" y="1251077"/>
                  </a:lnTo>
                  <a:lnTo>
                    <a:pt x="28448" y="1258696"/>
                  </a:lnTo>
                  <a:lnTo>
                    <a:pt x="35686" y="1265554"/>
                  </a:lnTo>
                  <a:lnTo>
                    <a:pt x="42418" y="1279905"/>
                  </a:lnTo>
                  <a:lnTo>
                    <a:pt x="42418" y="1286763"/>
                  </a:lnTo>
                  <a:lnTo>
                    <a:pt x="49656" y="1294256"/>
                  </a:lnTo>
                  <a:lnTo>
                    <a:pt x="56896" y="1301495"/>
                  </a:lnTo>
                  <a:lnTo>
                    <a:pt x="64388" y="1308734"/>
                  </a:lnTo>
                  <a:lnTo>
                    <a:pt x="71627" y="1315846"/>
                  </a:lnTo>
                  <a:lnTo>
                    <a:pt x="78104" y="1322704"/>
                  </a:lnTo>
                  <a:lnTo>
                    <a:pt x="92836" y="1330324"/>
                  </a:lnTo>
                  <a:lnTo>
                    <a:pt x="100075" y="1337055"/>
                  </a:lnTo>
                  <a:lnTo>
                    <a:pt x="107314" y="1344294"/>
                  </a:lnTo>
                  <a:lnTo>
                    <a:pt x="114173" y="1351533"/>
                  </a:lnTo>
                  <a:lnTo>
                    <a:pt x="121284" y="1351533"/>
                  </a:lnTo>
                  <a:lnTo>
                    <a:pt x="128524" y="1358645"/>
                  </a:lnTo>
                  <a:lnTo>
                    <a:pt x="135762" y="1365884"/>
                  </a:lnTo>
                  <a:lnTo>
                    <a:pt x="142875" y="1373123"/>
                  </a:lnTo>
                  <a:lnTo>
                    <a:pt x="149732" y="1379981"/>
                  </a:lnTo>
                  <a:lnTo>
                    <a:pt x="164210" y="1387093"/>
                  </a:lnTo>
                  <a:lnTo>
                    <a:pt x="171323" y="1387093"/>
                  </a:lnTo>
                  <a:lnTo>
                    <a:pt x="178561" y="1394332"/>
                  </a:lnTo>
                  <a:lnTo>
                    <a:pt x="186181" y="1401571"/>
                  </a:lnTo>
                  <a:lnTo>
                    <a:pt x="199771" y="1401571"/>
                  </a:lnTo>
                  <a:lnTo>
                    <a:pt x="207009" y="1408683"/>
                  </a:lnTo>
                  <a:lnTo>
                    <a:pt x="221741" y="1408683"/>
                  </a:lnTo>
                  <a:lnTo>
                    <a:pt x="228219" y="1415922"/>
                  </a:lnTo>
                  <a:lnTo>
                    <a:pt x="242950" y="1415922"/>
                  </a:lnTo>
                  <a:lnTo>
                    <a:pt x="250189" y="1422780"/>
                  </a:lnTo>
                  <a:lnTo>
                    <a:pt x="264286" y="1422780"/>
                  </a:lnTo>
                  <a:lnTo>
                    <a:pt x="278637" y="1422780"/>
                  </a:lnTo>
                  <a:lnTo>
                    <a:pt x="285876" y="1422780"/>
                  </a:lnTo>
                  <a:lnTo>
                    <a:pt x="299847" y="1430273"/>
                  </a:lnTo>
                  <a:lnTo>
                    <a:pt x="307085" y="1430273"/>
                  </a:lnTo>
                  <a:lnTo>
                    <a:pt x="371221" y="1430273"/>
                  </a:lnTo>
                  <a:lnTo>
                    <a:pt x="385952" y="1437131"/>
                  </a:lnTo>
                  <a:lnTo>
                    <a:pt x="400303" y="1437131"/>
                  </a:lnTo>
                  <a:lnTo>
                    <a:pt x="414400" y="1437131"/>
                  </a:lnTo>
                  <a:lnTo>
                    <a:pt x="428751" y="1437131"/>
                  </a:lnTo>
                  <a:lnTo>
                    <a:pt x="442849" y="1444370"/>
                  </a:lnTo>
                  <a:lnTo>
                    <a:pt x="457200" y="1444370"/>
                  </a:lnTo>
                  <a:lnTo>
                    <a:pt x="464438" y="1444370"/>
                  </a:lnTo>
                  <a:lnTo>
                    <a:pt x="478789" y="1451482"/>
                  </a:lnTo>
                  <a:lnTo>
                    <a:pt x="492886" y="1451482"/>
                  </a:lnTo>
                  <a:lnTo>
                    <a:pt x="507619" y="1451482"/>
                  </a:lnTo>
                  <a:lnTo>
                    <a:pt x="521334" y="1458721"/>
                  </a:lnTo>
                  <a:lnTo>
                    <a:pt x="536066" y="1458721"/>
                  </a:lnTo>
                  <a:lnTo>
                    <a:pt x="550418" y="1458721"/>
                  </a:lnTo>
                  <a:lnTo>
                    <a:pt x="564514" y="1458721"/>
                  </a:lnTo>
                  <a:lnTo>
                    <a:pt x="578865" y="1465960"/>
                  </a:lnTo>
                  <a:lnTo>
                    <a:pt x="600075" y="1465960"/>
                  </a:lnTo>
                  <a:lnTo>
                    <a:pt x="614552" y="1473072"/>
                  </a:lnTo>
                  <a:lnTo>
                    <a:pt x="628523" y="1473072"/>
                  </a:lnTo>
                  <a:lnTo>
                    <a:pt x="643001" y="1473072"/>
                  </a:lnTo>
                  <a:lnTo>
                    <a:pt x="657732" y="1480311"/>
                  </a:lnTo>
                  <a:lnTo>
                    <a:pt x="671449" y="1480311"/>
                  </a:lnTo>
                  <a:lnTo>
                    <a:pt x="686180" y="1487169"/>
                  </a:lnTo>
                  <a:lnTo>
                    <a:pt x="707389" y="1487169"/>
                  </a:lnTo>
                  <a:lnTo>
                    <a:pt x="721740" y="1494408"/>
                  </a:lnTo>
                  <a:lnTo>
                    <a:pt x="735837" y="1494408"/>
                  </a:lnTo>
                  <a:lnTo>
                    <a:pt x="757427" y="1494408"/>
                  </a:lnTo>
                  <a:lnTo>
                    <a:pt x="771778" y="1501901"/>
                  </a:lnTo>
                  <a:lnTo>
                    <a:pt x="793114" y="1501901"/>
                  </a:lnTo>
                  <a:lnTo>
                    <a:pt x="807847" y="1508759"/>
                  </a:lnTo>
                  <a:lnTo>
                    <a:pt x="821562" y="1508759"/>
                  </a:lnTo>
                  <a:lnTo>
                    <a:pt x="843533" y="1508759"/>
                  </a:lnTo>
                  <a:lnTo>
                    <a:pt x="857503" y="1515998"/>
                  </a:lnTo>
                  <a:lnTo>
                    <a:pt x="871981" y="1523110"/>
                  </a:lnTo>
                  <a:lnTo>
                    <a:pt x="893190" y="1523110"/>
                  </a:lnTo>
                  <a:lnTo>
                    <a:pt x="907541" y="1523110"/>
                  </a:lnTo>
                  <a:lnTo>
                    <a:pt x="928751" y="1529968"/>
                  </a:lnTo>
                  <a:lnTo>
                    <a:pt x="943228" y="1529968"/>
                  </a:lnTo>
                  <a:lnTo>
                    <a:pt x="964437" y="1537588"/>
                  </a:lnTo>
                  <a:lnTo>
                    <a:pt x="979170" y="1537588"/>
                  </a:lnTo>
                  <a:lnTo>
                    <a:pt x="992885" y="1537588"/>
                  </a:lnTo>
                  <a:lnTo>
                    <a:pt x="1007618" y="1544700"/>
                  </a:lnTo>
                  <a:lnTo>
                    <a:pt x="1022096" y="1544700"/>
                  </a:lnTo>
                  <a:lnTo>
                    <a:pt x="1043304" y="1544700"/>
                  </a:lnTo>
                  <a:lnTo>
                    <a:pt x="1057655" y="1544700"/>
                  </a:lnTo>
                  <a:lnTo>
                    <a:pt x="1071752" y="1551558"/>
                  </a:lnTo>
                  <a:lnTo>
                    <a:pt x="1086103" y="1551558"/>
                  </a:lnTo>
                  <a:lnTo>
                    <a:pt x="1100835" y="1551558"/>
                  </a:lnTo>
                  <a:lnTo>
                    <a:pt x="1107312" y="1551558"/>
                  </a:lnTo>
                  <a:lnTo>
                    <a:pt x="1121790" y="1558797"/>
                  </a:lnTo>
                  <a:lnTo>
                    <a:pt x="1136523" y="1558797"/>
                  </a:lnTo>
                  <a:lnTo>
                    <a:pt x="1150620" y="1558797"/>
                  </a:lnTo>
                  <a:lnTo>
                    <a:pt x="1164971" y="1565909"/>
                  </a:lnTo>
                  <a:lnTo>
                    <a:pt x="1172209" y="1565909"/>
                  </a:lnTo>
                  <a:lnTo>
                    <a:pt x="1186179" y="1565909"/>
                  </a:lnTo>
                  <a:lnTo>
                    <a:pt x="1200657" y="1565909"/>
                  </a:lnTo>
                  <a:lnTo>
                    <a:pt x="1214627" y="1573148"/>
                  </a:lnTo>
                  <a:lnTo>
                    <a:pt x="1221866" y="1573148"/>
                  </a:lnTo>
                  <a:lnTo>
                    <a:pt x="1236218" y="1573148"/>
                  </a:lnTo>
                  <a:lnTo>
                    <a:pt x="1250314" y="1580387"/>
                  </a:lnTo>
                  <a:lnTo>
                    <a:pt x="1264665" y="1580387"/>
                  </a:lnTo>
                  <a:lnTo>
                    <a:pt x="1279398" y="1580387"/>
                  </a:lnTo>
                  <a:lnTo>
                    <a:pt x="1300733" y="1580387"/>
                  </a:lnTo>
                  <a:lnTo>
                    <a:pt x="1315084" y="1580387"/>
                  </a:lnTo>
                  <a:lnTo>
                    <a:pt x="1329181" y="1587499"/>
                  </a:lnTo>
                  <a:lnTo>
                    <a:pt x="1422400" y="1587499"/>
                  </a:lnTo>
                  <a:lnTo>
                    <a:pt x="1443227" y="1580387"/>
                  </a:lnTo>
                  <a:lnTo>
                    <a:pt x="1465199" y="1580387"/>
                  </a:lnTo>
                  <a:lnTo>
                    <a:pt x="1479296" y="1580387"/>
                  </a:lnTo>
                  <a:lnTo>
                    <a:pt x="1500885" y="1580387"/>
                  </a:lnTo>
                  <a:lnTo>
                    <a:pt x="1522095" y="1580387"/>
                  </a:lnTo>
                  <a:lnTo>
                    <a:pt x="1543303" y="1573148"/>
                  </a:lnTo>
                  <a:lnTo>
                    <a:pt x="1650619" y="1573148"/>
                  </a:lnTo>
                  <a:lnTo>
                    <a:pt x="1672208" y="1565909"/>
                  </a:lnTo>
                  <a:lnTo>
                    <a:pt x="1829561" y="1565909"/>
                  </a:lnTo>
                  <a:lnTo>
                    <a:pt x="1836420" y="1558797"/>
                  </a:lnTo>
                  <a:lnTo>
                    <a:pt x="1843531" y="1558797"/>
                  </a:lnTo>
                </a:path>
              </a:pathLst>
            </a:custGeom>
            <a:ln w="2590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464198" y="4338303"/>
            <a:ext cx="254635" cy="7372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latin typeface="Calibri"/>
                <a:cs typeface="Calibri"/>
              </a:rPr>
              <a:t>handles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21216" y="5828487"/>
            <a:ext cx="586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wheel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07838" y="5872378"/>
            <a:ext cx="622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58" rIns="0" bIns="0" rtlCol="0">
            <a:spAutoFit/>
          </a:bodyPr>
          <a:lstStyle/>
          <a:p>
            <a:pPr marL="303911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Feature</a:t>
            </a:r>
            <a:r>
              <a:rPr sz="4400" spc="-2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Representations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4476" y="1740407"/>
            <a:ext cx="7455407" cy="46329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96585" y="4730318"/>
            <a:ext cx="1739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Expert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Knowledge!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240" rIns="0" bIns="0" rtlCol="0">
            <a:spAutoFit/>
          </a:bodyPr>
          <a:lstStyle/>
          <a:p>
            <a:pPr marL="183261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  <a:latin typeface="Calibri Light"/>
                <a:cs typeface="Calibri Light"/>
              </a:rPr>
              <a:t>Deep</a:t>
            </a:r>
            <a:r>
              <a:rPr sz="4000" spc="-1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 Light"/>
                <a:cs typeface="Calibri Light"/>
              </a:rPr>
              <a:t>Learning:</a:t>
            </a:r>
            <a:r>
              <a:rPr sz="4000" spc="-10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 Light"/>
                <a:cs typeface="Calibri Light"/>
              </a:rPr>
              <a:t>learn</a:t>
            </a:r>
            <a:r>
              <a:rPr sz="4000" spc="-11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Calibri Light"/>
                <a:cs typeface="Calibri Light"/>
              </a:rPr>
              <a:t>representations!</a:t>
            </a:r>
            <a:endParaRPr sz="4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6797" y="1142998"/>
            <a:ext cx="4069419" cy="558677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0514" rIns="0" bIns="0" rtlCol="0">
            <a:spAutoFit/>
          </a:bodyPr>
          <a:lstStyle/>
          <a:p>
            <a:pPr marL="194627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0000"/>
                </a:solidFill>
              </a:rPr>
              <a:t>So,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1.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what</a:t>
            </a:r>
            <a:r>
              <a:rPr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exactly</a:t>
            </a:r>
            <a:r>
              <a:rPr b="1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b="1" spc="-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deep</a:t>
            </a:r>
            <a:r>
              <a:rPr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</a:p>
          <a:p>
            <a:pPr marL="1946275">
              <a:lnSpc>
                <a:spcPct val="100000"/>
              </a:lnSpc>
              <a:spcBef>
                <a:spcPts val="5"/>
              </a:spcBef>
            </a:pPr>
            <a:r>
              <a:rPr spc="-50" dirty="0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3" name="object 3"/>
          <p:cNvSpPr/>
          <p:nvPr/>
        </p:nvSpPr>
        <p:spPr>
          <a:xfrm>
            <a:off x="6416040" y="4169665"/>
            <a:ext cx="50800" cy="13970"/>
          </a:xfrm>
          <a:custGeom>
            <a:avLst/>
            <a:gdLst/>
            <a:ahLst/>
            <a:cxnLst/>
            <a:rect l="l" t="t" r="r" b="b"/>
            <a:pathLst>
              <a:path w="50800" h="13970">
                <a:moveTo>
                  <a:pt x="50291" y="0"/>
                </a:moveTo>
                <a:lnTo>
                  <a:pt x="0" y="0"/>
                </a:lnTo>
                <a:lnTo>
                  <a:pt x="0" y="13714"/>
                </a:lnTo>
                <a:lnTo>
                  <a:pt x="50291" y="13714"/>
                </a:lnTo>
                <a:lnTo>
                  <a:pt x="502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8285" y="1434211"/>
            <a:ext cx="8228330" cy="407416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92710">
              <a:lnSpc>
                <a:spcPts val="3300"/>
              </a:lnSpc>
              <a:spcBef>
                <a:spcPts val="254"/>
              </a:spcBef>
            </a:pPr>
            <a:r>
              <a:rPr sz="2800" dirty="0">
                <a:latin typeface="Times New Roman"/>
                <a:cs typeface="Times New Roman"/>
              </a:rPr>
              <a:t>And,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why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generally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better</a:t>
            </a:r>
            <a:r>
              <a:rPr sz="2800" b="1" spc="-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on </a:t>
            </a:r>
            <a:r>
              <a:rPr sz="2800" dirty="0">
                <a:latin typeface="Times New Roman"/>
                <a:cs typeface="Times New Roman"/>
              </a:rPr>
              <a:t>image,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speech,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certain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types?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short</a:t>
            </a:r>
            <a:r>
              <a:rPr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answers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Deep</a:t>
            </a:r>
            <a:r>
              <a:rPr sz="2400" b="1" spc="2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Learning’</a:t>
            </a:r>
            <a:r>
              <a:rPr sz="2400" b="1" spc="2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means</a:t>
            </a:r>
            <a:r>
              <a:rPr sz="24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4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neural</a:t>
            </a:r>
            <a:r>
              <a:rPr sz="2400" b="1" spc="229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network</a:t>
            </a:r>
            <a:r>
              <a:rPr sz="2400" b="1" spc="25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24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several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layers</a:t>
            </a:r>
            <a:r>
              <a:rPr sz="2400" b="1" u="sng" spc="-10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400" b="1" u="sng" spc="20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nodes</a:t>
            </a:r>
            <a:r>
              <a:rPr sz="2400" b="1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2400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254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series</a:t>
            </a:r>
            <a:r>
              <a:rPr sz="24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254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layers</a:t>
            </a:r>
            <a:r>
              <a:rPr sz="2400" b="1" spc="24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sz="24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24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24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r>
              <a:rPr sz="2400" b="1" spc="254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feature 	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identification</a:t>
            </a:r>
            <a:r>
              <a:rPr sz="2400" b="1" spc="-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400" b="1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processing</a:t>
            </a:r>
            <a:r>
              <a:rPr sz="2400" b="1" spc="-10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in</a:t>
            </a:r>
            <a:r>
              <a:rPr sz="2400" b="1" spc="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2400" b="1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series</a:t>
            </a:r>
            <a:r>
              <a:rPr sz="2400" b="1" spc="-1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2400" b="1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D0D0D"/>
                </a:solidFill>
                <a:latin typeface="Times New Roman"/>
                <a:cs typeface="Times New Roman"/>
              </a:rPr>
              <a:t>stages</a:t>
            </a:r>
            <a:r>
              <a:rPr sz="2400" b="1" spc="-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as 	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our</a:t>
            </a:r>
            <a:r>
              <a:rPr sz="24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brains.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32254" y="2934461"/>
            <a:ext cx="8560435" cy="2933700"/>
          </a:xfrm>
          <a:custGeom>
            <a:avLst/>
            <a:gdLst/>
            <a:ahLst/>
            <a:cxnLst/>
            <a:rect l="l" t="t" r="r" b="b"/>
            <a:pathLst>
              <a:path w="8560435" h="2933700">
                <a:moveTo>
                  <a:pt x="0" y="2933700"/>
                </a:moveTo>
                <a:lnTo>
                  <a:pt x="8560308" y="2933700"/>
                </a:lnTo>
                <a:lnTo>
                  <a:pt x="8560308" y="0"/>
                </a:lnTo>
                <a:lnTo>
                  <a:pt x="0" y="0"/>
                </a:lnTo>
                <a:lnTo>
                  <a:pt x="0" y="293370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285" y="328930"/>
            <a:ext cx="25279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000000"/>
                </a:solidFill>
              </a:rPr>
              <a:t>hmmm…</a:t>
            </a:r>
            <a:r>
              <a:rPr sz="2600" spc="-60" dirty="0">
                <a:solidFill>
                  <a:srgbClr val="000000"/>
                </a:solidFill>
              </a:rPr>
              <a:t> </a:t>
            </a:r>
            <a:r>
              <a:rPr sz="2600" dirty="0">
                <a:solidFill>
                  <a:srgbClr val="000000"/>
                </a:solidFill>
              </a:rPr>
              <a:t>OK,</a:t>
            </a:r>
            <a:r>
              <a:rPr sz="2600" spc="-70" dirty="0">
                <a:solidFill>
                  <a:srgbClr val="000000"/>
                </a:solidFill>
              </a:rPr>
              <a:t> </a:t>
            </a:r>
            <a:r>
              <a:rPr sz="2600" spc="-20" dirty="0">
                <a:solidFill>
                  <a:srgbClr val="000000"/>
                </a:solidFill>
              </a:rPr>
              <a:t>but: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2440685" y="736472"/>
            <a:ext cx="7298690" cy="8159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04800" marR="5080" indent="-292735">
              <a:lnSpc>
                <a:spcPts val="3100"/>
              </a:lnSpc>
              <a:spcBef>
                <a:spcPts val="220"/>
              </a:spcBef>
              <a:tabLst>
                <a:tab pos="1689100" algn="l"/>
              </a:tabLst>
            </a:pPr>
            <a:r>
              <a:rPr sz="2600" dirty="0">
                <a:latin typeface="Times New Roman"/>
                <a:cs typeface="Times New Roman"/>
              </a:rPr>
              <a:t>3.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Multilayer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neural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networks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have</a:t>
            </a:r>
            <a:r>
              <a:rPr sz="2600" b="1" spc="-1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been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around</a:t>
            </a:r>
            <a:r>
              <a:rPr sz="2600" b="1" spc="-100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for </a:t>
            </a:r>
            <a:r>
              <a:rPr sz="2600" b="1" dirty="0">
                <a:latin typeface="Times New Roman"/>
                <a:cs typeface="Times New Roman"/>
              </a:rPr>
              <a:t>25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years.</a:t>
            </a:r>
            <a:r>
              <a:rPr sz="2600" b="1" dirty="0">
                <a:latin typeface="Times New Roman"/>
                <a:cs typeface="Times New Roman"/>
              </a:rPr>
              <a:t>	What’s</a:t>
            </a:r>
            <a:r>
              <a:rPr sz="2600" b="1" spc="-2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actually</a:t>
            </a:r>
            <a:r>
              <a:rPr sz="2600" b="1" spc="1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new?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561" y="2077973"/>
            <a:ext cx="8784590" cy="3927475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2406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95"/>
              </a:spcBef>
            </a:pPr>
            <a:endParaRPr sz="220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Single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layer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algorithms</a:t>
            </a:r>
            <a:r>
              <a:rPr sz="22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2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good</a:t>
            </a:r>
            <a:r>
              <a:rPr sz="2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2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learning</a:t>
            </a:r>
            <a:r>
              <a:rPr sz="22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weights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for</a:t>
            </a:r>
            <a:endParaRPr sz="220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  <a:spcBef>
                <a:spcPts val="50"/>
              </a:spcBef>
            </a:pP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networks</a:t>
            </a:r>
            <a:r>
              <a:rPr sz="2200" b="1" spc="-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22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more</a:t>
            </a:r>
            <a:r>
              <a:rPr sz="22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hidden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layers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2200">
              <a:latin typeface="Times New Roman"/>
              <a:cs typeface="Times New Roman"/>
            </a:endParaRPr>
          </a:p>
          <a:p>
            <a:pPr marL="471170">
              <a:lnSpc>
                <a:spcPct val="100000"/>
              </a:lnSpc>
              <a:tabLst>
                <a:tab pos="231203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what’s</a:t>
            </a:r>
            <a:r>
              <a:rPr sz="2200" b="1" spc="-1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22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is: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algorithms</a:t>
            </a:r>
            <a:r>
              <a:rPr sz="22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200" b="1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training</a:t>
            </a:r>
            <a:r>
              <a:rPr sz="2200" b="1" u="sng" spc="-1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many-</a:t>
            </a:r>
            <a:r>
              <a:rPr sz="2200" b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‐later</a:t>
            </a:r>
            <a:r>
              <a:rPr sz="2200" b="1" u="sng" spc="-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networks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1020" y="5161788"/>
            <a:ext cx="1275588" cy="6233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4219" y="5007864"/>
            <a:ext cx="3156204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78544" y="1371600"/>
            <a:ext cx="6160135" cy="3900170"/>
            <a:chOff x="2578544" y="1371600"/>
            <a:chExt cx="6160135" cy="39001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9400" y="1371600"/>
              <a:ext cx="5919225" cy="36835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90800" y="3048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91562" y="304876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6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6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6" y="200533"/>
                  </a:lnTo>
                  <a:lnTo>
                    <a:pt x="0" y="152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908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1562" y="495376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6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6" y="200532"/>
                  </a:lnTo>
                  <a:lnTo>
                    <a:pt x="0" y="152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02486" y="3053841"/>
            <a:ext cx="732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Input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</a:t>
            </a:r>
            <a:r>
              <a:rPr sz="1100" spc="-25" dirty="0"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2486" y="4959477"/>
            <a:ext cx="738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Input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</a:t>
            </a:r>
            <a:r>
              <a:rPr sz="1200" spc="-25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55340" y="2901441"/>
            <a:ext cx="261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</a:t>
            </a:r>
            <a:r>
              <a:rPr sz="1100" spc="-25" dirty="0"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9140" y="4197222"/>
            <a:ext cx="261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</a:t>
            </a:r>
            <a:r>
              <a:rPr sz="1100" spc="-25" dirty="0"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6540" y="2778632"/>
            <a:ext cx="808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i="1" spc="-20" dirty="0">
                <a:latin typeface="Calibri"/>
                <a:cs typeface="Calibri"/>
              </a:rPr>
              <a:t>f</a:t>
            </a:r>
            <a:r>
              <a:rPr sz="4400" b="1" spc="-20" dirty="0">
                <a:latin typeface="Calibri"/>
                <a:cs typeface="Calibri"/>
              </a:rPr>
              <a:t>(</a:t>
            </a:r>
            <a:r>
              <a:rPr sz="4400" b="1" i="1" spc="-20" dirty="0">
                <a:latin typeface="Calibri"/>
                <a:cs typeface="Calibri"/>
              </a:rPr>
              <a:t>x</a:t>
            </a:r>
            <a:r>
              <a:rPr sz="4400" b="1" spc="-20" dirty="0">
                <a:latin typeface="Calibri"/>
                <a:cs typeface="Calibri"/>
              </a:rPr>
              <a:t>)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674607" y="3264408"/>
            <a:ext cx="330835" cy="330835"/>
            <a:chOff x="8674607" y="3264408"/>
            <a:chExt cx="330835" cy="330835"/>
          </a:xfrm>
        </p:grpSpPr>
        <p:sp>
          <p:nvSpPr>
            <p:cNvPr id="14" name="object 14"/>
            <p:cNvSpPr/>
            <p:nvPr/>
          </p:nvSpPr>
          <p:spPr>
            <a:xfrm>
              <a:off x="8686799" y="3276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4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4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87561" y="327736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7"/>
                  </a:lnTo>
                  <a:lnTo>
                    <a:pt x="62357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7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3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223375" y="3206241"/>
            <a:ext cx="635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07940" y="4113403"/>
            <a:ext cx="1903095" cy="193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Activation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functions: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130"/>
              </a:lnSpc>
              <a:buSzPct val="94444"/>
              <a:buAutoNum type="arabicPeriod"/>
              <a:tabLst>
                <a:tab pos="240665" algn="l"/>
              </a:tabLst>
            </a:pPr>
            <a:r>
              <a:rPr sz="1800" spc="-10" dirty="0">
                <a:latin typeface="Calibri"/>
                <a:cs typeface="Calibri"/>
              </a:rPr>
              <a:t>linear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ts val="2130"/>
              </a:lnSpc>
              <a:buSzPct val="94444"/>
              <a:buAutoNum type="arabicPeriod"/>
              <a:tabLst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Sigmoid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100"/>
              </a:lnSpc>
              <a:buSzPct val="94444"/>
              <a:buAutoNum type="arabicPeriod"/>
              <a:tabLst>
                <a:tab pos="240665" algn="l"/>
              </a:tabLst>
            </a:pPr>
            <a:r>
              <a:rPr sz="1800" spc="-20" dirty="0">
                <a:latin typeface="Calibri"/>
                <a:cs typeface="Calibri"/>
              </a:rPr>
              <a:t>Tanh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130"/>
              </a:lnSpc>
              <a:buSzPct val="94444"/>
              <a:buAutoNum type="arabicPeriod"/>
              <a:tabLst>
                <a:tab pos="240665" algn="l"/>
              </a:tabLst>
            </a:pPr>
            <a:r>
              <a:rPr sz="1800" spc="-20" dirty="0">
                <a:latin typeface="Calibri"/>
                <a:cs typeface="Calibri"/>
              </a:rPr>
              <a:t>Relu</a:t>
            </a:r>
            <a:endParaRPr sz="1800">
              <a:latin typeface="Calibri"/>
              <a:cs typeface="Calibri"/>
            </a:endParaRPr>
          </a:p>
          <a:p>
            <a:pPr marL="12700" marR="969644" indent="-11430">
              <a:lnSpc>
                <a:spcPts val="2100"/>
              </a:lnSpc>
              <a:spcBef>
                <a:spcPts val="265"/>
              </a:spcBef>
              <a:buSzPct val="94444"/>
              <a:buAutoNum type="arabicPeriod"/>
              <a:tabLst>
                <a:tab pos="177800" algn="l"/>
              </a:tabLst>
            </a:pPr>
            <a:r>
              <a:rPr sz="1800" spc="-30" dirty="0">
                <a:latin typeface="Calibri"/>
                <a:cs typeface="Calibri"/>
              </a:rPr>
              <a:t>	Softmax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9786" y="216534"/>
            <a:ext cx="7694295" cy="212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 Light"/>
                <a:cs typeface="Calibri Light"/>
              </a:rPr>
              <a:t>Single</a:t>
            </a:r>
            <a:r>
              <a:rPr sz="2400" spc="-105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 Light"/>
                <a:cs typeface="Calibri Light"/>
              </a:rPr>
              <a:t>Unit,</a:t>
            </a:r>
            <a:r>
              <a:rPr sz="2400" spc="-35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 Light"/>
                <a:cs typeface="Calibri Light"/>
              </a:rPr>
              <a:t>Input,</a:t>
            </a:r>
            <a:r>
              <a:rPr sz="2400" spc="-95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 Light"/>
                <a:cs typeface="Calibri Light"/>
              </a:rPr>
              <a:t>weights,</a:t>
            </a:r>
            <a:r>
              <a:rPr sz="2400" spc="-95" dirty="0">
                <a:latin typeface="Calibri Light"/>
                <a:cs typeface="Calibri Light"/>
              </a:rPr>
              <a:t> </a:t>
            </a:r>
            <a:r>
              <a:rPr sz="2400" spc="-10" dirty="0">
                <a:latin typeface="Calibri Light"/>
                <a:cs typeface="Calibri Light"/>
              </a:rPr>
              <a:t>activation</a:t>
            </a:r>
            <a:r>
              <a:rPr sz="2400" spc="-100" dirty="0">
                <a:latin typeface="Calibri Light"/>
                <a:cs typeface="Calibri Light"/>
              </a:rPr>
              <a:t> </a:t>
            </a:r>
            <a:r>
              <a:rPr sz="2400" dirty="0">
                <a:latin typeface="Calibri Light"/>
                <a:cs typeface="Calibri Light"/>
              </a:rPr>
              <a:t>function,</a:t>
            </a:r>
            <a:r>
              <a:rPr sz="2400" spc="-135" dirty="0">
                <a:latin typeface="Calibri Light"/>
                <a:cs typeface="Calibri Light"/>
              </a:rPr>
              <a:t> </a:t>
            </a:r>
            <a:r>
              <a:rPr sz="2400" spc="-10" dirty="0">
                <a:latin typeface="Calibri Light"/>
                <a:cs typeface="Calibri Light"/>
              </a:rPr>
              <a:t>output</a:t>
            </a:r>
            <a:endParaRPr sz="2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2400">
              <a:latin typeface="Calibri Light"/>
              <a:cs typeface="Calibri Light"/>
            </a:endParaRPr>
          </a:p>
          <a:p>
            <a:pPr marL="254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Bias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</a:t>
            </a:r>
            <a:r>
              <a:rPr sz="1200" spc="-25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  <a:p>
            <a:pPr marL="1930400">
              <a:lnSpc>
                <a:spcPts val="2140"/>
              </a:lnSpc>
              <a:spcBef>
                <a:spcPts val="2045"/>
              </a:spcBef>
            </a:pPr>
            <a:r>
              <a:rPr sz="1800" spc="-25" dirty="0">
                <a:latin typeface="Calibri"/>
                <a:cs typeface="Calibri"/>
              </a:rPr>
              <a:t>w</a:t>
            </a:r>
            <a:r>
              <a:rPr sz="1200" spc="-25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  <a:p>
            <a:pPr marL="3378835">
              <a:lnSpc>
                <a:spcPts val="2860"/>
              </a:lnSpc>
              <a:tabLst>
                <a:tab pos="4241165" algn="l"/>
              </a:tabLst>
            </a:pPr>
            <a:r>
              <a:rPr sz="2400" i="1" dirty="0">
                <a:latin typeface="Times New Roman"/>
                <a:cs typeface="Times New Roman"/>
              </a:rPr>
              <a:t>f(x)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=</a:t>
            </a:r>
            <a:r>
              <a:rPr sz="2400" i="1" dirty="0">
                <a:latin typeface="Times New Roman"/>
                <a:cs typeface="Times New Roman"/>
              </a:rPr>
              <a:t>	g(w</a:t>
            </a:r>
            <a:r>
              <a:rPr sz="2400" i="1" baseline="-13888" dirty="0">
                <a:latin typeface="Times New Roman"/>
                <a:cs typeface="Times New Roman"/>
              </a:rPr>
              <a:t>0</a:t>
            </a:r>
            <a:r>
              <a:rPr sz="2400" i="1" spc="217" baseline="-1388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baseline="-13888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</a:t>
            </a:r>
            <a:r>
              <a:rPr sz="2400" baseline="-13888" dirty="0">
                <a:latin typeface="Times New Roman"/>
                <a:cs typeface="Times New Roman"/>
              </a:rPr>
              <a:t>1</a:t>
            </a:r>
            <a:r>
              <a:rPr sz="2400" spc="240" baseline="-1388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baseline="-13888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</a:t>
            </a:r>
            <a:r>
              <a:rPr sz="2400" baseline="-13888" dirty="0">
                <a:latin typeface="Times New Roman"/>
                <a:cs typeface="Times New Roman"/>
              </a:rPr>
              <a:t>2</a:t>
            </a:r>
            <a:r>
              <a:rPr sz="2400" spc="240" baseline="-1388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baseline="-13888" dirty="0">
                <a:latin typeface="Times New Roman"/>
                <a:cs typeface="Times New Roman"/>
              </a:rPr>
              <a:t>2</a:t>
            </a:r>
            <a:r>
              <a:rPr sz="2400" spc="225" baseline="-13888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3886200"/>
            <a:ext cx="5448300" cy="1524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57933" y="1140409"/>
            <a:ext cx="954405" cy="56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i="1" dirty="0">
                <a:solidFill>
                  <a:srgbClr val="252599"/>
                </a:solidFill>
                <a:latin typeface="Calibri"/>
                <a:cs typeface="Calibri"/>
              </a:rPr>
              <a:t>A</a:t>
            </a:r>
            <a:r>
              <a:rPr sz="1800" i="1" spc="400" dirty="0">
                <a:solidFill>
                  <a:srgbClr val="25259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52599"/>
                </a:solidFill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800" b="1" i="1" spc="-10" dirty="0">
                <a:latin typeface="Calibri"/>
                <a:cs typeface="Calibri"/>
              </a:rPr>
              <a:t>Fields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9495" y="1407667"/>
            <a:ext cx="471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38883" y="1751838"/>
          <a:ext cx="1779269" cy="102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R="9525" algn="ctr">
                        <a:lnSpc>
                          <a:spcPts val="171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71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71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R="9525" algn="ctr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11430" algn="ctr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R="9525" algn="ctr">
                        <a:lnSpc>
                          <a:spcPts val="185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85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85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5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757933" y="2749041"/>
            <a:ext cx="514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etc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7200" y="3276600"/>
            <a:ext cx="3124200" cy="368935"/>
          </a:xfrm>
          <a:prstGeom prst="rect">
            <a:avLst/>
          </a:prstGeom>
          <a:solidFill>
            <a:srgbClr val="C3D59B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1970"/>
              </a:lnSpc>
            </a:pPr>
            <a:r>
              <a:rPr sz="1800" b="1" spc="-25" dirty="0">
                <a:latin typeface="Calibri"/>
                <a:cs typeface="Calibri"/>
              </a:rPr>
              <a:t>Train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deep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neural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network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13047" y="2034539"/>
            <a:ext cx="1304290" cy="956944"/>
            <a:chOff x="3813047" y="2034539"/>
            <a:chExt cx="1304290" cy="956944"/>
          </a:xfrm>
        </p:grpSpPr>
        <p:sp>
          <p:nvSpPr>
            <p:cNvPr id="9" name="object 9"/>
            <p:cNvSpPr/>
            <p:nvPr/>
          </p:nvSpPr>
          <p:spPr>
            <a:xfrm>
              <a:off x="4637531" y="2156459"/>
              <a:ext cx="466725" cy="821055"/>
            </a:xfrm>
            <a:custGeom>
              <a:avLst/>
              <a:gdLst/>
              <a:ahLst/>
              <a:cxnLst/>
              <a:rect l="l" t="t" r="r" b="b"/>
              <a:pathLst>
                <a:path w="466725" h="821055">
                  <a:moveTo>
                    <a:pt x="0" y="0"/>
                  </a:moveTo>
                  <a:lnTo>
                    <a:pt x="43687" y="29844"/>
                  </a:lnTo>
                  <a:lnTo>
                    <a:pt x="84581" y="62356"/>
                  </a:lnTo>
                  <a:lnTo>
                    <a:pt x="122427" y="97281"/>
                  </a:lnTo>
                  <a:lnTo>
                    <a:pt x="157225" y="134238"/>
                  </a:lnTo>
                  <a:lnTo>
                    <a:pt x="188721" y="173100"/>
                  </a:lnTo>
                  <a:lnTo>
                    <a:pt x="217042" y="213613"/>
                  </a:lnTo>
                  <a:lnTo>
                    <a:pt x="242062" y="255650"/>
                  </a:lnTo>
                  <a:lnTo>
                    <a:pt x="263397" y="298957"/>
                  </a:lnTo>
                  <a:lnTo>
                    <a:pt x="281304" y="343153"/>
                  </a:lnTo>
                  <a:lnTo>
                    <a:pt x="295401" y="388112"/>
                  </a:lnTo>
                  <a:lnTo>
                    <a:pt x="305815" y="433704"/>
                  </a:lnTo>
                  <a:lnTo>
                    <a:pt x="312292" y="479551"/>
                  </a:lnTo>
                  <a:lnTo>
                    <a:pt x="314705" y="525526"/>
                  </a:lnTo>
                  <a:lnTo>
                    <a:pt x="313054" y="571373"/>
                  </a:lnTo>
                  <a:lnTo>
                    <a:pt x="307213" y="616838"/>
                  </a:lnTo>
                  <a:lnTo>
                    <a:pt x="297052" y="661669"/>
                  </a:lnTo>
                  <a:lnTo>
                    <a:pt x="240664" y="625982"/>
                  </a:lnTo>
                  <a:lnTo>
                    <a:pt x="298957" y="820801"/>
                  </a:lnTo>
                  <a:lnTo>
                    <a:pt x="466343" y="768730"/>
                  </a:lnTo>
                  <a:lnTo>
                    <a:pt x="409955" y="733043"/>
                  </a:lnTo>
                  <a:lnTo>
                    <a:pt x="419988" y="688213"/>
                  </a:lnTo>
                  <a:lnTo>
                    <a:pt x="425830" y="642747"/>
                  </a:lnTo>
                  <a:lnTo>
                    <a:pt x="427481" y="596900"/>
                  </a:lnTo>
                  <a:lnTo>
                    <a:pt x="425068" y="550926"/>
                  </a:lnTo>
                  <a:lnTo>
                    <a:pt x="418591" y="505078"/>
                  </a:lnTo>
                  <a:lnTo>
                    <a:pt x="408177" y="459486"/>
                  </a:lnTo>
                  <a:lnTo>
                    <a:pt x="394080" y="414400"/>
                  </a:lnTo>
                  <a:lnTo>
                    <a:pt x="376173" y="370204"/>
                  </a:lnTo>
                  <a:lnTo>
                    <a:pt x="354838" y="327025"/>
                  </a:lnTo>
                  <a:lnTo>
                    <a:pt x="329818" y="284988"/>
                  </a:lnTo>
                  <a:lnTo>
                    <a:pt x="301497" y="244348"/>
                  </a:lnTo>
                  <a:lnTo>
                    <a:pt x="270001" y="205486"/>
                  </a:lnTo>
                  <a:lnTo>
                    <a:pt x="235203" y="168528"/>
                  </a:lnTo>
                  <a:lnTo>
                    <a:pt x="197357" y="133730"/>
                  </a:lnTo>
                  <a:lnTo>
                    <a:pt x="156463" y="101218"/>
                  </a:lnTo>
                  <a:lnTo>
                    <a:pt x="112775" y="713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25239" y="2046731"/>
              <a:ext cx="866775" cy="300355"/>
            </a:xfrm>
            <a:custGeom>
              <a:avLst/>
              <a:gdLst/>
              <a:ahLst/>
              <a:cxnLst/>
              <a:rect l="l" t="t" r="r" b="b"/>
              <a:pathLst>
                <a:path w="866775" h="300355">
                  <a:moveTo>
                    <a:pt x="445770" y="0"/>
                  </a:moveTo>
                  <a:lnTo>
                    <a:pt x="400431" y="1523"/>
                  </a:lnTo>
                  <a:lnTo>
                    <a:pt x="355854" y="6222"/>
                  </a:lnTo>
                  <a:lnTo>
                    <a:pt x="312293" y="14350"/>
                  </a:lnTo>
                  <a:lnTo>
                    <a:pt x="270001" y="25526"/>
                  </a:lnTo>
                  <a:lnTo>
                    <a:pt x="229108" y="40004"/>
                  </a:lnTo>
                  <a:lnTo>
                    <a:pt x="189737" y="57657"/>
                  </a:lnTo>
                  <a:lnTo>
                    <a:pt x="152273" y="78485"/>
                  </a:lnTo>
                  <a:lnTo>
                    <a:pt x="116967" y="102362"/>
                  </a:lnTo>
                  <a:lnTo>
                    <a:pt x="83820" y="129285"/>
                  </a:lnTo>
                  <a:lnTo>
                    <a:pt x="53086" y="159257"/>
                  </a:lnTo>
                  <a:lnTo>
                    <a:pt x="25146" y="192277"/>
                  </a:lnTo>
                  <a:lnTo>
                    <a:pt x="0" y="228345"/>
                  </a:lnTo>
                  <a:lnTo>
                    <a:pt x="112649" y="299846"/>
                  </a:lnTo>
                  <a:lnTo>
                    <a:pt x="138557" y="262889"/>
                  </a:lnTo>
                  <a:lnTo>
                    <a:pt x="167512" y="228980"/>
                  </a:lnTo>
                  <a:lnTo>
                    <a:pt x="199389" y="198246"/>
                  </a:lnTo>
                  <a:lnTo>
                    <a:pt x="233934" y="170687"/>
                  </a:lnTo>
                  <a:lnTo>
                    <a:pt x="270763" y="146557"/>
                  </a:lnTo>
                  <a:lnTo>
                    <a:pt x="309880" y="125602"/>
                  </a:lnTo>
                  <a:lnTo>
                    <a:pt x="351027" y="107950"/>
                  </a:lnTo>
                  <a:lnTo>
                    <a:pt x="393826" y="93725"/>
                  </a:lnTo>
                  <a:lnTo>
                    <a:pt x="438023" y="83057"/>
                  </a:lnTo>
                  <a:lnTo>
                    <a:pt x="483615" y="75818"/>
                  </a:lnTo>
                  <a:lnTo>
                    <a:pt x="530225" y="72008"/>
                  </a:lnTo>
                  <a:lnTo>
                    <a:pt x="577723" y="71881"/>
                  </a:lnTo>
                  <a:lnTo>
                    <a:pt x="625729" y="75310"/>
                  </a:lnTo>
                  <a:lnTo>
                    <a:pt x="674115" y="82422"/>
                  </a:lnTo>
                  <a:lnTo>
                    <a:pt x="722630" y="93344"/>
                  </a:lnTo>
                  <a:lnTo>
                    <a:pt x="771144" y="107950"/>
                  </a:lnTo>
                  <a:lnTo>
                    <a:pt x="819276" y="126364"/>
                  </a:lnTo>
                  <a:lnTo>
                    <a:pt x="866775" y="148589"/>
                  </a:lnTo>
                  <a:lnTo>
                    <a:pt x="853439" y="138556"/>
                  </a:lnTo>
                  <a:lnTo>
                    <a:pt x="812164" y="110235"/>
                  </a:lnTo>
                  <a:lnTo>
                    <a:pt x="767969" y="84327"/>
                  </a:lnTo>
                  <a:lnTo>
                    <a:pt x="722884" y="61848"/>
                  </a:lnTo>
                  <a:lnTo>
                    <a:pt x="677163" y="43052"/>
                  </a:lnTo>
                  <a:lnTo>
                    <a:pt x="630936" y="27558"/>
                  </a:lnTo>
                  <a:lnTo>
                    <a:pt x="584454" y="15620"/>
                  </a:lnTo>
                  <a:lnTo>
                    <a:pt x="537972" y="6984"/>
                  </a:lnTo>
                  <a:lnTo>
                    <a:pt x="491744" y="1777"/>
                  </a:lnTo>
                  <a:lnTo>
                    <a:pt x="445770" y="0"/>
                  </a:lnTo>
                  <a:close/>
                </a:path>
              </a:pathLst>
            </a:custGeom>
            <a:solidFill>
              <a:srgbClr val="4068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26001" y="2047493"/>
              <a:ext cx="1278255" cy="930910"/>
            </a:xfrm>
            <a:custGeom>
              <a:avLst/>
              <a:gdLst/>
              <a:ahLst/>
              <a:cxnLst/>
              <a:rect l="l" t="t" r="r" b="b"/>
              <a:pathLst>
                <a:path w="1278254" h="930910">
                  <a:moveTo>
                    <a:pt x="866901" y="148208"/>
                  </a:moveTo>
                  <a:lnTo>
                    <a:pt x="819276" y="125983"/>
                  </a:lnTo>
                  <a:lnTo>
                    <a:pt x="771144" y="107568"/>
                  </a:lnTo>
                  <a:lnTo>
                    <a:pt x="722757" y="93090"/>
                  </a:lnTo>
                  <a:lnTo>
                    <a:pt x="674243" y="82168"/>
                  </a:lnTo>
                  <a:lnTo>
                    <a:pt x="625856" y="75056"/>
                  </a:lnTo>
                  <a:lnTo>
                    <a:pt x="577723" y="71627"/>
                  </a:lnTo>
                  <a:lnTo>
                    <a:pt x="530351" y="71881"/>
                  </a:lnTo>
                  <a:lnTo>
                    <a:pt x="483743" y="75564"/>
                  </a:lnTo>
                  <a:lnTo>
                    <a:pt x="438150" y="82803"/>
                  </a:lnTo>
                  <a:lnTo>
                    <a:pt x="393826" y="93471"/>
                  </a:lnTo>
                  <a:lnTo>
                    <a:pt x="351027" y="107695"/>
                  </a:lnTo>
                  <a:lnTo>
                    <a:pt x="310007" y="125221"/>
                  </a:lnTo>
                  <a:lnTo>
                    <a:pt x="270890" y="146050"/>
                  </a:lnTo>
                  <a:lnTo>
                    <a:pt x="233934" y="170306"/>
                  </a:lnTo>
                  <a:lnTo>
                    <a:pt x="199389" y="197738"/>
                  </a:lnTo>
                  <a:lnTo>
                    <a:pt x="167512" y="228345"/>
                  </a:lnTo>
                  <a:lnTo>
                    <a:pt x="138557" y="262127"/>
                  </a:lnTo>
                  <a:lnTo>
                    <a:pt x="112649" y="298957"/>
                  </a:lnTo>
                  <a:lnTo>
                    <a:pt x="0" y="227710"/>
                  </a:lnTo>
                  <a:lnTo>
                    <a:pt x="25146" y="191769"/>
                  </a:lnTo>
                  <a:lnTo>
                    <a:pt x="53086" y="158876"/>
                  </a:lnTo>
                  <a:lnTo>
                    <a:pt x="83820" y="128904"/>
                  </a:lnTo>
                  <a:lnTo>
                    <a:pt x="116967" y="101980"/>
                  </a:lnTo>
                  <a:lnTo>
                    <a:pt x="152273" y="78231"/>
                  </a:lnTo>
                  <a:lnTo>
                    <a:pt x="189737" y="57530"/>
                  </a:lnTo>
                  <a:lnTo>
                    <a:pt x="229108" y="39877"/>
                  </a:lnTo>
                  <a:lnTo>
                    <a:pt x="270001" y="25526"/>
                  </a:lnTo>
                  <a:lnTo>
                    <a:pt x="312293" y="14223"/>
                  </a:lnTo>
                  <a:lnTo>
                    <a:pt x="355853" y="6222"/>
                  </a:lnTo>
                  <a:lnTo>
                    <a:pt x="400431" y="1523"/>
                  </a:lnTo>
                  <a:lnTo>
                    <a:pt x="445770" y="0"/>
                  </a:lnTo>
                  <a:lnTo>
                    <a:pt x="491744" y="1777"/>
                  </a:lnTo>
                  <a:lnTo>
                    <a:pt x="538099" y="6984"/>
                  </a:lnTo>
                  <a:lnTo>
                    <a:pt x="584581" y="15493"/>
                  </a:lnTo>
                  <a:lnTo>
                    <a:pt x="630936" y="27558"/>
                  </a:lnTo>
                  <a:lnTo>
                    <a:pt x="677163" y="42925"/>
                  </a:lnTo>
                  <a:lnTo>
                    <a:pt x="722884" y="61721"/>
                  </a:lnTo>
                  <a:lnTo>
                    <a:pt x="767969" y="84073"/>
                  </a:lnTo>
                  <a:lnTo>
                    <a:pt x="812164" y="109981"/>
                  </a:lnTo>
                  <a:lnTo>
                    <a:pt x="924940" y="181228"/>
                  </a:lnTo>
                  <a:lnTo>
                    <a:pt x="968628" y="211073"/>
                  </a:lnTo>
                  <a:lnTo>
                    <a:pt x="1009396" y="243585"/>
                  </a:lnTo>
                  <a:lnTo>
                    <a:pt x="1047242" y="278383"/>
                  </a:lnTo>
                  <a:lnTo>
                    <a:pt x="1081913" y="315467"/>
                  </a:lnTo>
                  <a:lnTo>
                    <a:pt x="1113536" y="354329"/>
                  </a:lnTo>
                  <a:lnTo>
                    <a:pt x="1141857" y="394842"/>
                  </a:lnTo>
                  <a:lnTo>
                    <a:pt x="1166749" y="436879"/>
                  </a:lnTo>
                  <a:lnTo>
                    <a:pt x="1188085" y="480059"/>
                  </a:lnTo>
                  <a:lnTo>
                    <a:pt x="1205992" y="524255"/>
                  </a:lnTo>
                  <a:lnTo>
                    <a:pt x="1220089" y="569213"/>
                  </a:lnTo>
                  <a:lnTo>
                    <a:pt x="1230502" y="614806"/>
                  </a:lnTo>
                  <a:lnTo>
                    <a:pt x="1236852" y="660653"/>
                  </a:lnTo>
                  <a:lnTo>
                    <a:pt x="1239393" y="706627"/>
                  </a:lnTo>
                  <a:lnTo>
                    <a:pt x="1237742" y="752475"/>
                  </a:lnTo>
                  <a:lnTo>
                    <a:pt x="1231900" y="797940"/>
                  </a:lnTo>
                  <a:lnTo>
                    <a:pt x="1221739" y="842771"/>
                  </a:lnTo>
                  <a:lnTo>
                    <a:pt x="1278127" y="878458"/>
                  </a:lnTo>
                  <a:lnTo>
                    <a:pt x="1110996" y="930528"/>
                  </a:lnTo>
                  <a:lnTo>
                    <a:pt x="1052702" y="735838"/>
                  </a:lnTo>
                  <a:lnTo>
                    <a:pt x="1109090" y="771397"/>
                  </a:lnTo>
                  <a:lnTo>
                    <a:pt x="1119251" y="726566"/>
                  </a:lnTo>
                  <a:lnTo>
                    <a:pt x="1125093" y="681101"/>
                  </a:lnTo>
                  <a:lnTo>
                    <a:pt x="1126617" y="635380"/>
                  </a:lnTo>
                  <a:lnTo>
                    <a:pt x="1124203" y="589406"/>
                  </a:lnTo>
                  <a:lnTo>
                    <a:pt x="1117727" y="543559"/>
                  </a:lnTo>
                  <a:lnTo>
                    <a:pt x="1107439" y="497966"/>
                  </a:lnTo>
                  <a:lnTo>
                    <a:pt x="1093215" y="453008"/>
                  </a:lnTo>
                  <a:lnTo>
                    <a:pt x="1075436" y="408813"/>
                  </a:lnTo>
                  <a:lnTo>
                    <a:pt x="1053973" y="365505"/>
                  </a:lnTo>
                  <a:lnTo>
                    <a:pt x="1029081" y="323468"/>
                  </a:lnTo>
                  <a:lnTo>
                    <a:pt x="1000760" y="282955"/>
                  </a:lnTo>
                  <a:lnTo>
                    <a:pt x="969263" y="244093"/>
                  </a:lnTo>
                  <a:lnTo>
                    <a:pt x="934465" y="207136"/>
                  </a:lnTo>
                  <a:lnTo>
                    <a:pt x="896620" y="172338"/>
                  </a:lnTo>
                  <a:lnTo>
                    <a:pt x="855852" y="139826"/>
                  </a:lnTo>
                  <a:lnTo>
                    <a:pt x="812164" y="109981"/>
                  </a:lnTo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7933" y="1140409"/>
            <a:ext cx="954405" cy="56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i="1" dirty="0">
                <a:solidFill>
                  <a:srgbClr val="252599"/>
                </a:solidFill>
                <a:latin typeface="Calibri"/>
                <a:cs typeface="Calibri"/>
              </a:rPr>
              <a:t>A</a:t>
            </a:r>
            <a:r>
              <a:rPr sz="1800" i="1" spc="400" dirty="0">
                <a:solidFill>
                  <a:srgbClr val="25259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52599"/>
                </a:solidFill>
                <a:latin typeface="Calibri"/>
                <a:cs typeface="Calibri"/>
              </a:rPr>
              <a:t>dataset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800" b="1" i="1" spc="-10" dirty="0">
                <a:latin typeface="Calibri"/>
                <a:cs typeface="Calibri"/>
              </a:rPr>
              <a:t>Fields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9495" y="1407667"/>
            <a:ext cx="469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64207" y="1677161"/>
          <a:ext cx="1904364" cy="1120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AF50"/>
                      </a:solidFill>
                      <a:prstDash val="solid"/>
                    </a:lnL>
                    <a:lnT w="28575">
                      <a:solidFill>
                        <a:srgbClr val="00AF50"/>
                      </a:solidFill>
                      <a:prstDash val="solid"/>
                    </a:lnT>
                    <a:lnB w="28575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28575">
                      <a:solidFill>
                        <a:srgbClr val="00AF50"/>
                      </a:solidFill>
                      <a:prstDash val="solid"/>
                    </a:lnT>
                    <a:lnB w="28575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1.9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28575">
                      <a:solidFill>
                        <a:srgbClr val="00AF50"/>
                      </a:solidFill>
                      <a:prstDash val="solid"/>
                    </a:lnT>
                    <a:lnB w="28575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R w="28575">
                      <a:solidFill>
                        <a:srgbClr val="00AF50"/>
                      </a:solidFill>
                      <a:prstDash val="solid"/>
                    </a:lnR>
                    <a:lnT w="28575">
                      <a:solidFill>
                        <a:srgbClr val="00AF50"/>
                      </a:solidFill>
                      <a:prstDash val="solid"/>
                    </a:lnT>
                    <a:lnB w="28575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43815" algn="ctr">
                        <a:lnSpc>
                          <a:spcPts val="2135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00AF5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ts val="2135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00AF5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135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00AF5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2135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00AF5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43815" algn="ctr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2.8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3815" algn="ctr">
                        <a:lnSpc>
                          <a:spcPts val="185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ts val="185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85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85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757933" y="2766821"/>
            <a:ext cx="1002665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etc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1.4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3581400"/>
            <a:ext cx="5448300" cy="1524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2526792"/>
            <a:ext cx="4191000" cy="3688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72761" y="2527554"/>
            <a:ext cx="4191000" cy="309880"/>
          </a:xfrm>
          <a:prstGeom prst="rect">
            <a:avLst/>
          </a:prstGeom>
          <a:ln w="25907">
            <a:solidFill>
              <a:srgbClr val="006FC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0"/>
              </a:spcBef>
            </a:pPr>
            <a:r>
              <a:rPr sz="1800" b="1" spc="-10" dirty="0">
                <a:latin typeface="Calibri"/>
                <a:cs typeface="Calibri"/>
              </a:rPr>
              <a:t>Initialize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with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random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weights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0685" y="4197222"/>
            <a:ext cx="32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2.7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0685" y="4806518"/>
            <a:ext cx="320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1.9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89975" y="4132579"/>
            <a:ext cx="90043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0.7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Error=0.7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77200" y="5334000"/>
            <a:ext cx="2057400" cy="58674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41910" rIns="0" bIns="0" rtlCol="0">
            <a:spAutoFit/>
          </a:bodyPr>
          <a:lstStyle/>
          <a:p>
            <a:pPr marL="92075" marR="258445">
              <a:lnSpc>
                <a:spcPts val="2100"/>
              </a:lnSpc>
              <a:spcBef>
                <a:spcPts val="330"/>
              </a:spcBef>
            </a:pPr>
            <a:r>
              <a:rPr sz="1800" b="1" dirty="0">
                <a:latin typeface="Calibri"/>
                <a:cs typeface="Calibri"/>
              </a:rPr>
              <a:t>Compare</a:t>
            </a:r>
            <a:r>
              <a:rPr sz="1800" b="1" spc="-1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with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the </a:t>
            </a:r>
            <a:r>
              <a:rPr sz="1800" b="1" spc="-10" dirty="0">
                <a:latin typeface="Calibri"/>
                <a:cs typeface="Calibri"/>
              </a:rPr>
              <a:t>target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71800" y="2209800"/>
            <a:ext cx="5448300" cy="1524000"/>
            <a:chOff x="2971800" y="2209800"/>
            <a:chExt cx="5448300" cy="1524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1800" y="2209800"/>
              <a:ext cx="5448300" cy="1524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2514600"/>
              <a:ext cx="507491" cy="4831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0" y="2798063"/>
              <a:ext cx="339851" cy="1996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8851" y="2715768"/>
              <a:ext cx="167639" cy="2819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600" y="2895600"/>
              <a:ext cx="507491" cy="4831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9600" y="3179063"/>
              <a:ext cx="339851" cy="1996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9451" y="3096767"/>
              <a:ext cx="167639" cy="2819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0" y="2590800"/>
              <a:ext cx="507491" cy="48310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2874263"/>
              <a:ext cx="339851" cy="1996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6251" y="2791968"/>
              <a:ext cx="167639" cy="2819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3200" y="2667000"/>
              <a:ext cx="507492" cy="4831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3200" y="2950463"/>
              <a:ext cx="339851" cy="1996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3052" y="2868168"/>
              <a:ext cx="167640" cy="2819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0" y="2743200"/>
              <a:ext cx="393192" cy="3627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0" y="2743200"/>
              <a:ext cx="420624" cy="362712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201161" y="1524761"/>
            <a:ext cx="4191000" cy="311150"/>
          </a:xfrm>
          <a:prstGeom prst="rect">
            <a:avLst/>
          </a:prstGeom>
          <a:solidFill>
            <a:srgbClr val="FCEADA"/>
          </a:solidFill>
          <a:ln w="25907">
            <a:solidFill>
              <a:srgbClr val="006FC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000000"/>
                </a:solidFill>
                <a:latin typeface="Calibri"/>
                <a:cs typeface="Calibri"/>
              </a:rPr>
              <a:t>Adjust</a:t>
            </a:r>
            <a:r>
              <a:rPr sz="1800" b="1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alibri"/>
                <a:cs typeface="Calibri"/>
              </a:rPr>
              <a:t>weights</a:t>
            </a:r>
            <a:r>
              <a:rPr sz="18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alibri"/>
                <a:cs typeface="Calibri"/>
              </a:rPr>
              <a:t>based</a:t>
            </a:r>
            <a:r>
              <a:rPr sz="1800" b="1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sz="1800" b="1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0000"/>
                </a:solidFill>
                <a:latin typeface="Calibri"/>
                <a:cs typeface="Calibri"/>
              </a:rPr>
              <a:t>error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64485" y="2215083"/>
            <a:ext cx="320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1.4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64485" y="2825241"/>
            <a:ext cx="32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2.7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64485" y="3434537"/>
            <a:ext cx="320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1.9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13775" y="2760726"/>
            <a:ext cx="90043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0.7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Error=0.7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43200" y="4343400"/>
            <a:ext cx="6019800" cy="1473835"/>
          </a:xfrm>
          <a:prstGeom prst="rect">
            <a:avLst/>
          </a:prstGeom>
          <a:solidFill>
            <a:srgbClr val="92D050">
              <a:alpha val="47842"/>
            </a:srgbClr>
          </a:solidFill>
        </p:spPr>
        <p:txBody>
          <a:bodyPr vert="horz" wrap="square" lIns="0" tIns="19685" rIns="0" bIns="0" rtlCol="0">
            <a:spAutoFit/>
          </a:bodyPr>
          <a:lstStyle/>
          <a:p>
            <a:pPr marL="91440" marR="331470">
              <a:lnSpc>
                <a:spcPct val="100000"/>
              </a:lnSpc>
              <a:spcBef>
                <a:spcPts val="155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Repeat</a:t>
            </a:r>
            <a:r>
              <a:rPr sz="18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this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thousands,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maybe</a:t>
            </a:r>
            <a:r>
              <a:rPr sz="1800" b="1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millions</a:t>
            </a:r>
            <a:r>
              <a:rPr sz="1800" b="1" spc="-1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1800" b="1" spc="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times</a:t>
            </a:r>
            <a:r>
              <a:rPr sz="18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–</a:t>
            </a:r>
            <a:r>
              <a:rPr sz="1800" b="1" spc="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each</a:t>
            </a:r>
            <a:r>
              <a:rPr sz="18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time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taking</a:t>
            </a:r>
            <a:r>
              <a:rPr sz="18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180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random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training</a:t>
            </a:r>
            <a:r>
              <a:rPr sz="18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instance,</a:t>
            </a:r>
            <a:r>
              <a:rPr sz="1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800" b="1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making</a:t>
            </a:r>
            <a:r>
              <a:rPr sz="180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slight weight</a:t>
            </a:r>
            <a:r>
              <a:rPr sz="18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adjustments</a:t>
            </a:r>
            <a:endParaRPr sz="1800">
              <a:latin typeface="Calibri"/>
              <a:cs typeface="Calibri"/>
            </a:endParaRPr>
          </a:p>
          <a:p>
            <a:pPr marL="91440" marR="508634" indent="101600">
              <a:lnSpc>
                <a:spcPts val="2100"/>
              </a:lnSpc>
              <a:spcBef>
                <a:spcPts val="270"/>
              </a:spcBef>
            </a:pPr>
            <a:r>
              <a:rPr sz="1800" b="1" i="1" spc="-10" dirty="0">
                <a:solidFill>
                  <a:srgbClr val="0D0D0D"/>
                </a:solidFill>
                <a:latin typeface="Calibri"/>
                <a:cs typeface="Calibri"/>
              </a:rPr>
              <a:t>Algorithms</a:t>
            </a:r>
            <a:r>
              <a:rPr sz="1800" b="1" i="1" spc="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1800" b="1" i="1" spc="-9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weight</a:t>
            </a:r>
            <a:r>
              <a:rPr sz="1800" b="1" i="1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adjustment</a:t>
            </a:r>
            <a:r>
              <a:rPr sz="1800" b="1" i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are</a:t>
            </a:r>
            <a:r>
              <a:rPr sz="1800" b="1" i="1" spc="-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designed</a:t>
            </a:r>
            <a:r>
              <a:rPr sz="1800" b="1" i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1800" b="1" i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spc="-20" dirty="0">
                <a:solidFill>
                  <a:srgbClr val="0D0D0D"/>
                </a:solidFill>
                <a:latin typeface="Calibri"/>
                <a:cs typeface="Calibri"/>
              </a:rPr>
              <a:t>make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1800" b="1" i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that</a:t>
            </a:r>
            <a:r>
              <a:rPr sz="1800" b="1" i="1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will</a:t>
            </a:r>
            <a:r>
              <a:rPr sz="1800" b="1" i="1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D0D0D"/>
                </a:solidFill>
                <a:latin typeface="Calibri"/>
                <a:cs typeface="Calibri"/>
              </a:rPr>
              <a:t>reduce</a:t>
            </a:r>
            <a:r>
              <a:rPr sz="1800" b="1" i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b="1" i="1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D0D0D"/>
                </a:solidFill>
                <a:latin typeface="Calibri"/>
                <a:cs typeface="Calibri"/>
              </a:rPr>
              <a:t>error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</a:rPr>
              <a:t>Why</a:t>
            </a:r>
            <a:r>
              <a:rPr sz="4400" spc="-1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Deep</a:t>
            </a:r>
            <a:r>
              <a:rPr sz="4400" spc="-1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Learning</a:t>
            </a:r>
            <a:r>
              <a:rPr sz="4400" spc="-35" dirty="0">
                <a:solidFill>
                  <a:srgbClr val="000000"/>
                </a:solidFill>
              </a:rPr>
              <a:t> </a:t>
            </a:r>
            <a:r>
              <a:rPr sz="4400" spc="-25" dirty="0">
                <a:solidFill>
                  <a:srgbClr val="000000"/>
                </a:solidFill>
              </a:rPr>
              <a:t>Now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15900" y="1710308"/>
            <a:ext cx="455295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Better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algorithms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Understanding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Computing</a:t>
            </a:r>
            <a:r>
              <a:rPr sz="20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Power(GPUs,</a:t>
            </a:r>
            <a:r>
              <a:rPr sz="2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TPUs)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Data</a:t>
            </a:r>
            <a:r>
              <a:rPr sz="20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with</a:t>
            </a:r>
            <a:r>
              <a:rPr sz="20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labels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OneSource</a:t>
            </a:r>
            <a:r>
              <a:rPr sz="2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tools</a:t>
            </a:r>
            <a:r>
              <a:rPr sz="20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and 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models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277" y="4323800"/>
            <a:ext cx="4765232" cy="17325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6092" y="1798048"/>
            <a:ext cx="3530974" cy="20106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9023" y="4024808"/>
            <a:ext cx="4323587" cy="203156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DL</a:t>
            </a:r>
            <a:r>
              <a:rPr sz="4400" spc="-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Today:</a:t>
            </a:r>
            <a:r>
              <a:rPr sz="4400" spc="-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Speech</a:t>
            </a:r>
            <a:r>
              <a:rPr sz="4400" spc="-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to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 Text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820" y="1453797"/>
            <a:ext cx="7640826" cy="447705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DL Today: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Vision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172" y="1224145"/>
            <a:ext cx="7109947" cy="497611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DL Today: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Vision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9394" y="1245107"/>
            <a:ext cx="7007611" cy="490592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DL Today: </a:t>
            </a:r>
            <a:r>
              <a:rPr sz="4400" spc="-25" dirty="0">
                <a:solidFill>
                  <a:srgbClr val="000000"/>
                </a:solidFill>
                <a:latin typeface="Calibri Light"/>
                <a:cs typeface="Calibri Light"/>
              </a:rPr>
              <a:t>NLP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904" y="1548884"/>
            <a:ext cx="7902865" cy="422455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DL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Today:</a:t>
            </a:r>
            <a:r>
              <a:rPr sz="4400" spc="-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Image</a:t>
            </a:r>
            <a:r>
              <a:rPr sz="4400" spc="-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Translation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571" y="1306602"/>
            <a:ext cx="6483286" cy="5050001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DL</a:t>
            </a:r>
            <a:r>
              <a:rPr sz="440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Today: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Generative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Models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0369" y="1580597"/>
            <a:ext cx="5393395" cy="4631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1297</Words>
  <Application>Microsoft Office PowerPoint</Application>
  <PresentationFormat>Widescreen</PresentationFormat>
  <Paragraphs>391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Arial MT</vt:lpstr>
      <vt:lpstr>Calibri</vt:lpstr>
      <vt:lpstr>Calibri Light</vt:lpstr>
      <vt:lpstr>Cambria Math</vt:lpstr>
      <vt:lpstr>Times New Roman</vt:lpstr>
      <vt:lpstr>Office Theme</vt:lpstr>
      <vt:lpstr>PowerPoint Presentation</vt:lpstr>
      <vt:lpstr>AI Vs ML Vs DL</vt:lpstr>
      <vt:lpstr>PowerPoint Presentation</vt:lpstr>
      <vt:lpstr>Revising ML Concepts</vt:lpstr>
      <vt:lpstr>What is this object?</vt:lpstr>
      <vt:lpstr>PowerPoint Presentation</vt:lpstr>
      <vt:lpstr>Let us ask the same question to him</vt:lpstr>
      <vt:lpstr>Let us ask the same question to him</vt:lpstr>
      <vt:lpstr>[ But, he is a human being. He can observe and learn ]</vt:lpstr>
      <vt:lpstr>PowerPoint Presentation</vt:lpstr>
      <vt:lpstr>PowerPoint Presentation</vt:lpstr>
      <vt:lpstr>PowerPoint Presentation</vt:lpstr>
      <vt:lpstr>Let us ask the same question now</vt:lpstr>
      <vt:lpstr>What about a Machine ?</vt:lpstr>
      <vt:lpstr>What about a Machine ?</vt:lpstr>
      <vt:lpstr>What about a Machine ?</vt:lpstr>
      <vt:lpstr>What is Machine Learning?</vt:lpstr>
      <vt:lpstr>What is Machine Learning?</vt:lpstr>
      <vt:lpstr>What is Machine Learning?</vt:lpstr>
      <vt:lpstr>What is Machine Learning?</vt:lpstr>
      <vt:lpstr>What is Machine Learning?</vt:lpstr>
      <vt:lpstr>What is Machine Learning?</vt:lpstr>
      <vt:lpstr>What is Machine Learning?</vt:lpstr>
      <vt:lpstr>What is Machine Learning?</vt:lpstr>
      <vt:lpstr>What is Machine Learning?</vt:lpstr>
      <vt:lpstr>What is Machine Learning?</vt:lpstr>
      <vt:lpstr>What is Machine Learning?</vt:lpstr>
      <vt:lpstr>+</vt:lpstr>
      <vt:lpstr>In summary, what is machine learning?</vt:lpstr>
      <vt:lpstr>Machine Learning Paradigms</vt:lpstr>
      <vt:lpstr>PowerPoint Presentation</vt:lpstr>
      <vt:lpstr>= Training Dataset</vt:lpstr>
      <vt:lpstr>= Training Dataset</vt:lpstr>
      <vt:lpstr>= Training Dataset</vt:lpstr>
      <vt:lpstr>PowerPoint Presentation</vt:lpstr>
      <vt:lpstr>PowerPoint Presentation</vt:lpstr>
      <vt:lpstr>Classifier</vt:lpstr>
      <vt:lpstr>Regression</vt:lpstr>
      <vt:lpstr>The  classification  and  Regression  problems  are  supervised, because the decision depends on the characteristics of the ground truth labels or values present in the dataset, which we define as experience</vt:lpstr>
      <vt:lpstr>What is Unsupervised Learning</vt:lpstr>
      <vt:lpstr>PowerPoint Presentation</vt:lpstr>
      <vt:lpstr>What is Unsupervised Learning</vt:lpstr>
      <vt:lpstr>More Example Unsupervised Learning</vt:lpstr>
      <vt:lpstr>More Example Unsupervised Learning</vt:lpstr>
      <vt:lpstr>More Example Unsupervised Learning</vt:lpstr>
      <vt:lpstr>What is Reinforcement Learning</vt:lpstr>
      <vt:lpstr>What is Reinforcement Learning</vt:lpstr>
      <vt:lpstr>What is Reinforcement Learning</vt:lpstr>
      <vt:lpstr>What is Reinforcement Learning</vt:lpstr>
      <vt:lpstr>Another Example</vt:lpstr>
      <vt:lpstr>Reinforcement Learning</vt:lpstr>
      <vt:lpstr>Reinforcement Learning</vt:lpstr>
      <vt:lpstr>Reinforcement Learning</vt:lpstr>
      <vt:lpstr>Machine Learning</vt:lpstr>
      <vt:lpstr>Why is it hard?</vt:lpstr>
      <vt:lpstr>Raw Image Representation</vt:lpstr>
      <vt:lpstr>Raw Image Representation</vt:lpstr>
      <vt:lpstr>Raw Image Representation</vt:lpstr>
      <vt:lpstr>Better Feature Representation?</vt:lpstr>
      <vt:lpstr>Feature Representations</vt:lpstr>
      <vt:lpstr>Deep Learning: learn representations!</vt:lpstr>
      <vt:lpstr>So, 1. what exactly is deep learning ?</vt:lpstr>
      <vt:lpstr>hmmm… OK, but:</vt:lpstr>
      <vt:lpstr>PowerPoint Presentation</vt:lpstr>
      <vt:lpstr>PowerPoint Presentation</vt:lpstr>
      <vt:lpstr>PowerPoint Presentation</vt:lpstr>
      <vt:lpstr>Adjust weights based on error</vt:lpstr>
      <vt:lpstr>Why Deep Learning Now</vt:lpstr>
      <vt:lpstr>DL Today: Speech to Text</vt:lpstr>
      <vt:lpstr>DL Today: Vision</vt:lpstr>
      <vt:lpstr>DL Today: Vision</vt:lpstr>
      <vt:lpstr>DL Today: NLP</vt:lpstr>
      <vt:lpstr>DL Today: Image Translation</vt:lpstr>
      <vt:lpstr>DL Today: Generative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Sanasam Ranbir Singh</dc:creator>
  <cp:lastModifiedBy>Muhammad Ismail</cp:lastModifiedBy>
  <cp:revision>2</cp:revision>
  <dcterms:created xsi:type="dcterms:W3CDTF">2025-02-14T12:47:19Z</dcterms:created>
  <dcterms:modified xsi:type="dcterms:W3CDTF">2025-04-23T16:26:39Z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2025-02-14T00:00:00Z</vt:filetime>
  </property>
  <property fmtid="{D5CDD505-2E9C-101B-9397-08002B2CF9AE}" pid="5" name="Producer">
    <vt:lpwstr>Microsoft® PowerPoint® 2016</vt:lpwstr>
  </property>
</Properties>
</file>