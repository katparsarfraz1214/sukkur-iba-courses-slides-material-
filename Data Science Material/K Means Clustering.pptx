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30105-7E79-401A-96A3-17CFFD35F462}" v="2" dt="2025-11-26T15:43:27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smail Mangrio" userId="590c352b-06fa-4bd0-9f05-47e253030496" providerId="ADAL" clId="{BF15BC68-A2CF-4093-A553-41661EC91610}"/>
    <pc:docChg chg="undo custSel addSld delSld modSld">
      <pc:chgData name="Muhammad Ismail Mangrio" userId="590c352b-06fa-4bd0-9f05-47e253030496" providerId="ADAL" clId="{BF15BC68-A2CF-4093-A553-41661EC91610}" dt="2025-11-26T15:45:02.746" v="208" actId="20577"/>
      <pc:docMkLst>
        <pc:docMk/>
      </pc:docMkLst>
      <pc:sldChg chg="delSp modSp mod">
        <pc:chgData name="Muhammad Ismail Mangrio" userId="590c352b-06fa-4bd0-9f05-47e253030496" providerId="ADAL" clId="{BF15BC68-A2CF-4093-A553-41661EC91610}" dt="2025-11-08T08:57:35.456" v="24" actId="478"/>
        <pc:sldMkLst>
          <pc:docMk/>
          <pc:sldMk cId="4013442738" sldId="256"/>
        </pc:sldMkLst>
        <pc:spChg chg="mod">
          <ac:chgData name="Muhammad Ismail Mangrio" userId="590c352b-06fa-4bd0-9f05-47e253030496" providerId="ADAL" clId="{BF15BC68-A2CF-4093-A553-41661EC91610}" dt="2025-11-08T08:57:24.154" v="21" actId="20577"/>
          <ac:spMkLst>
            <pc:docMk/>
            <pc:sldMk cId="4013442738" sldId="256"/>
            <ac:spMk id="2" creationId="{E93295E3-C7A6-152D-E666-683580DC7260}"/>
          </ac:spMkLst>
        </pc:spChg>
      </pc:sldChg>
      <pc:sldChg chg="addSp delSp modSp new mod setBg modAnim">
        <pc:chgData name="Muhammad Ismail Mangrio" userId="590c352b-06fa-4bd0-9f05-47e253030496" providerId="ADAL" clId="{BF15BC68-A2CF-4093-A553-41661EC91610}" dt="2025-11-08T09:03:00.982" v="52"/>
        <pc:sldMkLst>
          <pc:docMk/>
          <pc:sldMk cId="1239973679" sldId="257"/>
        </pc:sldMkLst>
        <pc:spChg chg="mod">
          <ac:chgData name="Muhammad Ismail Mangrio" userId="590c352b-06fa-4bd0-9f05-47e253030496" providerId="ADAL" clId="{BF15BC68-A2CF-4093-A553-41661EC91610}" dt="2025-11-08T09:01:36.512" v="36" actId="26606"/>
          <ac:spMkLst>
            <pc:docMk/>
            <pc:sldMk cId="1239973679" sldId="257"/>
            <ac:spMk id="4" creationId="{42BA19BD-0C05-3F8A-0EBE-2399335219E5}"/>
          </ac:spMkLst>
        </pc:spChg>
        <pc:spChg chg="add mod ord">
          <ac:chgData name="Muhammad Ismail Mangrio" userId="590c352b-06fa-4bd0-9f05-47e253030496" providerId="ADAL" clId="{BF15BC68-A2CF-4093-A553-41661EC91610}" dt="2025-11-08T09:02:30.674" v="44" actId="1076"/>
          <ac:spMkLst>
            <pc:docMk/>
            <pc:sldMk cId="1239973679" sldId="257"/>
            <ac:spMk id="7" creationId="{ED807D5A-0B37-8644-E060-3FA97E845D0A}"/>
          </ac:spMkLst>
        </pc:spChg>
        <pc:spChg chg="add mod">
          <ac:chgData name="Muhammad Ismail Mangrio" userId="590c352b-06fa-4bd0-9f05-47e253030496" providerId="ADAL" clId="{BF15BC68-A2CF-4093-A553-41661EC91610}" dt="2025-11-08T09:02:49.232" v="51" actId="12"/>
          <ac:spMkLst>
            <pc:docMk/>
            <pc:sldMk cId="1239973679" sldId="257"/>
            <ac:spMk id="10" creationId="{01C049B8-3AFB-1B62-FFDD-FB3E184362E6}"/>
          </ac:spMkLst>
        </pc:spChg>
        <pc:spChg chg="add">
          <ac:chgData name="Muhammad Ismail Mangrio" userId="590c352b-06fa-4bd0-9f05-47e253030496" providerId="ADAL" clId="{BF15BC68-A2CF-4093-A553-41661EC91610}" dt="2025-11-08T09:01:36.512" v="36" actId="26606"/>
          <ac:spMkLst>
            <pc:docMk/>
            <pc:sldMk cId="1239973679" sldId="257"/>
            <ac:spMk id="15" creationId="{DC39DE25-0E4E-0AA7-0932-1D78C2372786}"/>
          </ac:spMkLst>
        </pc:spChg>
        <pc:spChg chg="add">
          <ac:chgData name="Muhammad Ismail Mangrio" userId="590c352b-06fa-4bd0-9f05-47e253030496" providerId="ADAL" clId="{BF15BC68-A2CF-4093-A553-41661EC91610}" dt="2025-11-08T09:01:36.512" v="36" actId="26606"/>
          <ac:spMkLst>
            <pc:docMk/>
            <pc:sldMk cId="1239973679" sldId="257"/>
            <ac:spMk id="17" creationId="{8D6EA299-0840-6DEA-E670-C49AEBC87E89}"/>
          </ac:spMkLst>
        </pc:spChg>
        <pc:spChg chg="add">
          <ac:chgData name="Muhammad Ismail Mangrio" userId="590c352b-06fa-4bd0-9f05-47e253030496" providerId="ADAL" clId="{BF15BC68-A2CF-4093-A553-41661EC91610}" dt="2025-11-08T09:01:36.512" v="36" actId="26606"/>
          <ac:spMkLst>
            <pc:docMk/>
            <pc:sldMk cId="1239973679" sldId="257"/>
            <ac:spMk id="18" creationId="{AE3A741D-C19B-960A-5803-1C5887147820}"/>
          </ac:spMkLst>
        </pc:spChg>
        <pc:picChg chg="add">
          <ac:chgData name="Muhammad Ismail Mangrio" userId="590c352b-06fa-4bd0-9f05-47e253030496" providerId="ADAL" clId="{BF15BC68-A2CF-4093-A553-41661EC91610}" dt="2025-11-08T09:01:36.512" v="36" actId="26606"/>
          <ac:picMkLst>
            <pc:docMk/>
            <pc:sldMk cId="1239973679" sldId="257"/>
            <ac:picMk id="16" creationId="{EDCEA65F-15D7-87D6-EF24-AF6351F6A24B}"/>
          </ac:picMkLst>
        </pc:picChg>
      </pc:sldChg>
      <pc:sldChg chg="addSp delSp modSp new mod">
        <pc:chgData name="Muhammad Ismail Mangrio" userId="590c352b-06fa-4bd0-9f05-47e253030496" providerId="ADAL" clId="{BF15BC68-A2CF-4093-A553-41661EC91610}" dt="2025-11-08T09:04:15.194" v="75" actId="20577"/>
        <pc:sldMkLst>
          <pc:docMk/>
          <pc:sldMk cId="2670394569" sldId="258"/>
        </pc:sldMkLst>
        <pc:spChg chg="mod">
          <ac:chgData name="Muhammad Ismail Mangrio" userId="590c352b-06fa-4bd0-9f05-47e253030496" providerId="ADAL" clId="{BF15BC68-A2CF-4093-A553-41661EC91610}" dt="2025-11-08T09:03:09.858" v="53"/>
          <ac:spMkLst>
            <pc:docMk/>
            <pc:sldMk cId="2670394569" sldId="258"/>
            <ac:spMk id="2" creationId="{A2463C50-EAAC-B688-6A04-9055566C5089}"/>
          </ac:spMkLst>
        </pc:spChg>
        <pc:spChg chg="add mod">
          <ac:chgData name="Muhammad Ismail Mangrio" userId="590c352b-06fa-4bd0-9f05-47e253030496" providerId="ADAL" clId="{BF15BC68-A2CF-4093-A553-41661EC91610}" dt="2025-11-08T09:04:15.194" v="75" actId="20577"/>
          <ac:spMkLst>
            <pc:docMk/>
            <pc:sldMk cId="2670394569" sldId="258"/>
            <ac:spMk id="7" creationId="{2D2DE9DA-7366-DB5C-3DC0-EDAD657E1B7B}"/>
          </ac:spMkLst>
        </pc:spChg>
      </pc:sldChg>
      <pc:sldChg chg="addSp delSp modSp new mod setBg modAnim">
        <pc:chgData name="Muhammad Ismail Mangrio" userId="590c352b-06fa-4bd0-9f05-47e253030496" providerId="ADAL" clId="{BF15BC68-A2CF-4093-A553-41661EC91610}" dt="2025-11-08T09:06:33.510" v="89"/>
        <pc:sldMkLst>
          <pc:docMk/>
          <pc:sldMk cId="503266849" sldId="259"/>
        </pc:sldMkLst>
        <pc:spChg chg="mod">
          <ac:chgData name="Muhammad Ismail Mangrio" userId="590c352b-06fa-4bd0-9f05-47e253030496" providerId="ADAL" clId="{BF15BC68-A2CF-4093-A553-41661EC91610}" dt="2025-11-08T09:04:55.047" v="78" actId="26606"/>
          <ac:spMkLst>
            <pc:docMk/>
            <pc:sldMk cId="503266849" sldId="259"/>
            <ac:spMk id="4" creationId="{D51D6995-F1C6-C3BD-72D5-3A33F4FAF757}"/>
          </ac:spMkLst>
        </pc:spChg>
        <pc:spChg chg="add mod">
          <ac:chgData name="Muhammad Ismail Mangrio" userId="590c352b-06fa-4bd0-9f05-47e253030496" providerId="ADAL" clId="{BF15BC68-A2CF-4093-A553-41661EC91610}" dt="2025-11-08T09:05:45.938" v="82" actId="207"/>
          <ac:spMkLst>
            <pc:docMk/>
            <pc:sldMk cId="503266849" sldId="259"/>
            <ac:spMk id="7" creationId="{BBC41A59-274A-68B5-A8DD-D5E5AC7116D5}"/>
          </ac:spMkLst>
        </pc:spChg>
        <pc:spChg chg="add mod">
          <ac:chgData name="Muhammad Ismail Mangrio" userId="590c352b-06fa-4bd0-9f05-47e253030496" providerId="ADAL" clId="{BF15BC68-A2CF-4093-A553-41661EC91610}" dt="2025-11-08T09:06:03.964" v="84" actId="207"/>
          <ac:spMkLst>
            <pc:docMk/>
            <pc:sldMk cId="503266849" sldId="259"/>
            <ac:spMk id="8" creationId="{9B156024-3F74-1A1A-031E-BDD4BCDB57C6}"/>
          </ac:spMkLst>
        </pc:spChg>
        <pc:spChg chg="add mod">
          <ac:chgData name="Muhammad Ismail Mangrio" userId="590c352b-06fa-4bd0-9f05-47e253030496" providerId="ADAL" clId="{BF15BC68-A2CF-4093-A553-41661EC91610}" dt="2025-11-08T09:06:30.817" v="88" actId="207"/>
          <ac:spMkLst>
            <pc:docMk/>
            <pc:sldMk cId="503266849" sldId="259"/>
            <ac:spMk id="9" creationId="{389F1091-D665-2B31-510F-5790D0C0A12D}"/>
          </ac:spMkLst>
        </pc:spChg>
        <pc:spChg chg="add">
          <ac:chgData name="Muhammad Ismail Mangrio" userId="590c352b-06fa-4bd0-9f05-47e253030496" providerId="ADAL" clId="{BF15BC68-A2CF-4093-A553-41661EC91610}" dt="2025-11-08T09:04:55.047" v="78" actId="26606"/>
          <ac:spMkLst>
            <pc:docMk/>
            <pc:sldMk cId="503266849" sldId="259"/>
            <ac:spMk id="11" creationId="{32BC26D8-82FB-445E-AA49-62A77D7C1EE0}"/>
          </ac:spMkLst>
        </pc:spChg>
        <pc:spChg chg="add">
          <ac:chgData name="Muhammad Ismail Mangrio" userId="590c352b-06fa-4bd0-9f05-47e253030496" providerId="ADAL" clId="{BF15BC68-A2CF-4093-A553-41661EC91610}" dt="2025-11-08T09:04:55.047" v="78" actId="26606"/>
          <ac:spMkLst>
            <pc:docMk/>
            <pc:sldMk cId="503266849" sldId="259"/>
            <ac:spMk id="13" creationId="{CB44330D-EA18-4254-AA95-EB49948539B8}"/>
          </ac:spMkLst>
        </pc:spChg>
        <pc:graphicFrameChg chg="add mod ord">
          <ac:chgData name="Muhammad Ismail Mangrio" userId="590c352b-06fa-4bd0-9f05-47e253030496" providerId="ADAL" clId="{BF15BC68-A2CF-4093-A553-41661EC91610}" dt="2025-11-08T09:04:55.047" v="78" actId="26606"/>
          <ac:graphicFrameMkLst>
            <pc:docMk/>
            <pc:sldMk cId="503266849" sldId="259"/>
            <ac:graphicFrameMk id="6" creationId="{491282B7-1318-81A0-4694-A7852B173C89}"/>
          </ac:graphicFrameMkLst>
        </pc:graphicFrameChg>
      </pc:sldChg>
      <pc:sldChg chg="addSp delSp modSp new mod setBg">
        <pc:chgData name="Muhammad Ismail Mangrio" userId="590c352b-06fa-4bd0-9f05-47e253030496" providerId="ADAL" clId="{BF15BC68-A2CF-4093-A553-41661EC91610}" dt="2025-11-08T09:07:51.742" v="93" actId="26606"/>
        <pc:sldMkLst>
          <pc:docMk/>
          <pc:sldMk cId="204259465" sldId="260"/>
        </pc:sldMkLst>
        <pc:spChg chg="mod">
          <ac:chgData name="Muhammad Ismail Mangrio" userId="590c352b-06fa-4bd0-9f05-47e253030496" providerId="ADAL" clId="{BF15BC68-A2CF-4093-A553-41661EC91610}" dt="2025-11-08T09:07:51.742" v="93" actId="26606"/>
          <ac:spMkLst>
            <pc:docMk/>
            <pc:sldMk cId="204259465" sldId="260"/>
            <ac:spMk id="2" creationId="{1E89860C-C9A7-59E2-2F45-A2824AA339D0}"/>
          </ac:spMkLst>
        </pc:spChg>
        <pc:spChg chg="mod">
          <ac:chgData name="Muhammad Ismail Mangrio" userId="590c352b-06fa-4bd0-9f05-47e253030496" providerId="ADAL" clId="{BF15BC68-A2CF-4093-A553-41661EC91610}" dt="2025-11-08T09:07:51.742" v="93" actId="26606"/>
          <ac:spMkLst>
            <pc:docMk/>
            <pc:sldMk cId="204259465" sldId="260"/>
            <ac:spMk id="4" creationId="{E13DAD0D-2D67-FAA2-BFAA-D0B4BA4EFD9C}"/>
          </ac:spMkLst>
        </pc:spChg>
        <pc:spChg chg="add">
          <ac:chgData name="Muhammad Ismail Mangrio" userId="590c352b-06fa-4bd0-9f05-47e253030496" providerId="ADAL" clId="{BF15BC68-A2CF-4093-A553-41661EC91610}" dt="2025-11-08T09:07:51.742" v="93" actId="26606"/>
          <ac:spMkLst>
            <pc:docMk/>
            <pc:sldMk cId="204259465" sldId="260"/>
            <ac:spMk id="11" creationId="{53B021B3-DE93-4AB7-8A18-CF5F1CED88B8}"/>
          </ac:spMkLst>
        </pc:spChg>
        <pc:spChg chg="add">
          <ac:chgData name="Muhammad Ismail Mangrio" userId="590c352b-06fa-4bd0-9f05-47e253030496" providerId="ADAL" clId="{BF15BC68-A2CF-4093-A553-41661EC91610}" dt="2025-11-08T09:07:51.742" v="93" actId="26606"/>
          <ac:spMkLst>
            <pc:docMk/>
            <pc:sldMk cId="204259465" sldId="260"/>
            <ac:spMk id="13" creationId="{52D502E5-F6B4-4D58-B4AE-FC466FF15EE8}"/>
          </ac:spMkLst>
        </pc:spChg>
        <pc:spChg chg="add">
          <ac:chgData name="Muhammad Ismail Mangrio" userId="590c352b-06fa-4bd0-9f05-47e253030496" providerId="ADAL" clId="{BF15BC68-A2CF-4093-A553-41661EC91610}" dt="2025-11-08T09:07:51.742" v="93" actId="26606"/>
          <ac:spMkLst>
            <pc:docMk/>
            <pc:sldMk cId="204259465" sldId="260"/>
            <ac:spMk id="15" creationId="{9DECDBF4-02B6-4BB4-B65B-B8107AD6A9E8}"/>
          </ac:spMkLst>
        </pc:spChg>
        <pc:graphicFrameChg chg="add mod ord">
          <ac:chgData name="Muhammad Ismail Mangrio" userId="590c352b-06fa-4bd0-9f05-47e253030496" providerId="ADAL" clId="{BF15BC68-A2CF-4093-A553-41661EC91610}" dt="2025-11-08T09:07:51.742" v="93" actId="26606"/>
          <ac:graphicFrameMkLst>
            <pc:docMk/>
            <pc:sldMk cId="204259465" sldId="260"/>
            <ac:graphicFrameMk id="6" creationId="{546D54B0-270C-F13E-7A19-BF27FA13F63C}"/>
          </ac:graphicFrameMkLst>
        </pc:graphicFrameChg>
      </pc:sldChg>
      <pc:sldChg chg="addSp delSp modSp new mod setBg">
        <pc:chgData name="Muhammad Ismail Mangrio" userId="590c352b-06fa-4bd0-9f05-47e253030496" providerId="ADAL" clId="{BF15BC68-A2CF-4093-A553-41661EC91610}" dt="2025-11-08T09:09:21.308" v="112" actId="26606"/>
        <pc:sldMkLst>
          <pc:docMk/>
          <pc:sldMk cId="3222764508" sldId="262"/>
        </pc:sldMkLst>
        <pc:spChg chg="mod">
          <ac:chgData name="Muhammad Ismail Mangrio" userId="590c352b-06fa-4bd0-9f05-47e253030496" providerId="ADAL" clId="{BF15BC68-A2CF-4093-A553-41661EC91610}" dt="2025-11-08T09:09:21.308" v="112" actId="26606"/>
          <ac:spMkLst>
            <pc:docMk/>
            <pc:sldMk cId="3222764508" sldId="262"/>
            <ac:spMk id="4" creationId="{779067F4-AF26-AAA7-4B30-A9989D1819DB}"/>
          </ac:spMkLst>
        </pc:spChg>
        <pc:spChg chg="add">
          <ac:chgData name="Muhammad Ismail Mangrio" userId="590c352b-06fa-4bd0-9f05-47e253030496" providerId="ADAL" clId="{BF15BC68-A2CF-4093-A553-41661EC91610}" dt="2025-11-08T09:09:21.308" v="112" actId="26606"/>
          <ac:spMkLst>
            <pc:docMk/>
            <pc:sldMk cId="3222764508" sldId="262"/>
            <ac:spMk id="23" creationId="{2633B3B5-CC90-43F0-8714-D31D1F3F0209}"/>
          </ac:spMkLst>
        </pc:spChg>
        <pc:spChg chg="add">
          <ac:chgData name="Muhammad Ismail Mangrio" userId="590c352b-06fa-4bd0-9f05-47e253030496" providerId="ADAL" clId="{BF15BC68-A2CF-4093-A553-41661EC91610}" dt="2025-11-08T09:09:21.308" v="112" actId="26606"/>
          <ac:spMkLst>
            <pc:docMk/>
            <pc:sldMk cId="3222764508" sldId="262"/>
            <ac:spMk id="24" creationId="{AB8C311F-7253-4AED-9701-7FC0708C41C7}"/>
          </ac:spMkLst>
        </pc:spChg>
        <pc:spChg chg="add">
          <ac:chgData name="Muhammad Ismail Mangrio" userId="590c352b-06fa-4bd0-9f05-47e253030496" providerId="ADAL" clId="{BF15BC68-A2CF-4093-A553-41661EC91610}" dt="2025-11-08T09:09:21.308" v="112" actId="26606"/>
          <ac:spMkLst>
            <pc:docMk/>
            <pc:sldMk cId="3222764508" sldId="262"/>
            <ac:spMk id="25" creationId="{A8D57A06-A426-446D-B02C-A2DC6B62E45E}"/>
          </ac:spMkLst>
        </pc:spChg>
        <pc:spChg chg="add">
          <ac:chgData name="Muhammad Ismail Mangrio" userId="590c352b-06fa-4bd0-9f05-47e253030496" providerId="ADAL" clId="{BF15BC68-A2CF-4093-A553-41661EC91610}" dt="2025-11-08T09:09:21.308" v="112" actId="26606"/>
          <ac:spMkLst>
            <pc:docMk/>
            <pc:sldMk cId="3222764508" sldId="262"/>
            <ac:spMk id="26" creationId="{E2384209-CB15-4CDF-9D31-C44FD9A3F20D}"/>
          </ac:spMkLst>
        </pc:spChg>
        <pc:picChg chg="add mod ord">
          <ac:chgData name="Muhammad Ismail Mangrio" userId="590c352b-06fa-4bd0-9f05-47e253030496" providerId="ADAL" clId="{BF15BC68-A2CF-4093-A553-41661EC91610}" dt="2025-11-08T09:09:21.308" v="112" actId="26606"/>
          <ac:picMkLst>
            <pc:docMk/>
            <pc:sldMk cId="3222764508" sldId="262"/>
            <ac:picMk id="10" creationId="{EF0DDF9D-7B8E-B6DB-89B0-BB86ED330EEC}"/>
          </ac:picMkLst>
        </pc:picChg>
      </pc:sldChg>
      <pc:sldChg chg="addSp delSp modSp add mod">
        <pc:chgData name="Muhammad Ismail Mangrio" userId="590c352b-06fa-4bd0-9f05-47e253030496" providerId="ADAL" clId="{BF15BC68-A2CF-4093-A553-41661EC91610}" dt="2025-11-08T09:09:39.478" v="118" actId="26606"/>
        <pc:sldMkLst>
          <pc:docMk/>
          <pc:sldMk cId="1772152989" sldId="264"/>
        </pc:sldMkLst>
        <pc:spChg chg="add">
          <ac:chgData name="Muhammad Ismail Mangrio" userId="590c352b-06fa-4bd0-9f05-47e253030496" providerId="ADAL" clId="{BF15BC68-A2CF-4093-A553-41661EC91610}" dt="2025-11-08T09:09:39.478" v="118" actId="26606"/>
          <ac:spMkLst>
            <pc:docMk/>
            <pc:sldMk cId="1772152989" sldId="264"/>
            <ac:spMk id="31" creationId="{AB8C311F-7253-4AED-9701-7FC0708C41C7}"/>
          </ac:spMkLst>
        </pc:spChg>
        <pc:spChg chg="add">
          <ac:chgData name="Muhammad Ismail Mangrio" userId="590c352b-06fa-4bd0-9f05-47e253030496" providerId="ADAL" clId="{BF15BC68-A2CF-4093-A553-41661EC91610}" dt="2025-11-08T09:09:39.478" v="118" actId="26606"/>
          <ac:spMkLst>
            <pc:docMk/>
            <pc:sldMk cId="1772152989" sldId="264"/>
            <ac:spMk id="33" creationId="{E2384209-CB15-4CDF-9D31-C44FD9A3F20D}"/>
          </ac:spMkLst>
        </pc:spChg>
        <pc:spChg chg="add">
          <ac:chgData name="Muhammad Ismail Mangrio" userId="590c352b-06fa-4bd0-9f05-47e253030496" providerId="ADAL" clId="{BF15BC68-A2CF-4093-A553-41661EC91610}" dt="2025-11-08T09:09:39.478" v="118" actId="26606"/>
          <ac:spMkLst>
            <pc:docMk/>
            <pc:sldMk cId="1772152989" sldId="264"/>
            <ac:spMk id="35" creationId="{2633B3B5-CC90-43F0-8714-D31D1F3F0209}"/>
          </ac:spMkLst>
        </pc:spChg>
        <pc:spChg chg="add">
          <ac:chgData name="Muhammad Ismail Mangrio" userId="590c352b-06fa-4bd0-9f05-47e253030496" providerId="ADAL" clId="{BF15BC68-A2CF-4093-A553-41661EC91610}" dt="2025-11-08T09:09:39.478" v="118" actId="26606"/>
          <ac:spMkLst>
            <pc:docMk/>
            <pc:sldMk cId="1772152989" sldId="264"/>
            <ac:spMk id="37" creationId="{A8D57A06-A426-446D-B02C-A2DC6B62E45E}"/>
          </ac:spMkLst>
        </pc:spChg>
        <pc:picChg chg="add mod">
          <ac:chgData name="Muhammad Ismail Mangrio" userId="590c352b-06fa-4bd0-9f05-47e253030496" providerId="ADAL" clId="{BF15BC68-A2CF-4093-A553-41661EC91610}" dt="2025-11-08T09:09:34.933" v="117"/>
          <ac:picMkLst>
            <pc:docMk/>
            <pc:sldMk cId="1772152989" sldId="264"/>
            <ac:picMk id="7" creationId="{A11DCF87-1923-3157-7D55-3357D199303F}"/>
          </ac:picMkLst>
        </pc:picChg>
      </pc:sldChg>
      <pc:sldChg chg="addSp delSp modSp add mod">
        <pc:chgData name="Muhammad Ismail Mangrio" userId="590c352b-06fa-4bd0-9f05-47e253030496" providerId="ADAL" clId="{BF15BC68-A2CF-4093-A553-41661EC91610}" dt="2025-11-08T09:10:26.680" v="128" actId="26606"/>
        <pc:sldMkLst>
          <pc:docMk/>
          <pc:sldMk cId="3224793728" sldId="265"/>
        </pc:sldMkLst>
        <pc:spChg chg="add">
          <ac:chgData name="Muhammad Ismail Mangrio" userId="590c352b-06fa-4bd0-9f05-47e253030496" providerId="ADAL" clId="{BF15BC68-A2CF-4093-A553-41661EC91610}" dt="2025-11-08T09:10:26.680" v="128" actId="26606"/>
          <ac:spMkLst>
            <pc:docMk/>
            <pc:sldMk cId="3224793728" sldId="265"/>
            <ac:spMk id="42" creationId="{AB8C311F-7253-4AED-9701-7FC0708C41C7}"/>
          </ac:spMkLst>
        </pc:spChg>
        <pc:spChg chg="add">
          <ac:chgData name="Muhammad Ismail Mangrio" userId="590c352b-06fa-4bd0-9f05-47e253030496" providerId="ADAL" clId="{BF15BC68-A2CF-4093-A553-41661EC91610}" dt="2025-11-08T09:10:26.680" v="128" actId="26606"/>
          <ac:spMkLst>
            <pc:docMk/>
            <pc:sldMk cId="3224793728" sldId="265"/>
            <ac:spMk id="44" creationId="{E2384209-CB15-4CDF-9D31-C44FD9A3F20D}"/>
          </ac:spMkLst>
        </pc:spChg>
        <pc:spChg chg="add">
          <ac:chgData name="Muhammad Ismail Mangrio" userId="590c352b-06fa-4bd0-9f05-47e253030496" providerId="ADAL" clId="{BF15BC68-A2CF-4093-A553-41661EC91610}" dt="2025-11-08T09:10:26.680" v="128" actId="26606"/>
          <ac:spMkLst>
            <pc:docMk/>
            <pc:sldMk cId="3224793728" sldId="265"/>
            <ac:spMk id="46" creationId="{2633B3B5-CC90-43F0-8714-D31D1F3F0209}"/>
          </ac:spMkLst>
        </pc:spChg>
        <pc:spChg chg="add">
          <ac:chgData name="Muhammad Ismail Mangrio" userId="590c352b-06fa-4bd0-9f05-47e253030496" providerId="ADAL" clId="{BF15BC68-A2CF-4093-A553-41661EC91610}" dt="2025-11-08T09:10:26.680" v="128" actId="26606"/>
          <ac:spMkLst>
            <pc:docMk/>
            <pc:sldMk cId="3224793728" sldId="265"/>
            <ac:spMk id="48" creationId="{A8D57A06-A426-446D-B02C-A2DC6B62E45E}"/>
          </ac:spMkLst>
        </pc:spChg>
        <pc:picChg chg="add mod">
          <ac:chgData name="Muhammad Ismail Mangrio" userId="590c352b-06fa-4bd0-9f05-47e253030496" providerId="ADAL" clId="{BF15BC68-A2CF-4093-A553-41661EC91610}" dt="2025-11-08T09:10:26.680" v="128" actId="26606"/>
          <ac:picMkLst>
            <pc:docMk/>
            <pc:sldMk cId="3224793728" sldId="265"/>
            <ac:picMk id="8" creationId="{4AC23271-F94D-6BE5-E43D-5A3AE08E4B8A}"/>
          </ac:picMkLst>
        </pc:picChg>
      </pc:sldChg>
      <pc:sldChg chg="addSp delSp modSp add mod">
        <pc:chgData name="Muhammad Ismail Mangrio" userId="590c352b-06fa-4bd0-9f05-47e253030496" providerId="ADAL" clId="{BF15BC68-A2CF-4093-A553-41661EC91610}" dt="2025-11-08T09:10:45.097" v="134" actId="26606"/>
        <pc:sldMkLst>
          <pc:docMk/>
          <pc:sldMk cId="546396229" sldId="266"/>
        </pc:sldMkLst>
        <pc:spChg chg="add">
          <ac:chgData name="Muhammad Ismail Mangrio" userId="590c352b-06fa-4bd0-9f05-47e253030496" providerId="ADAL" clId="{BF15BC68-A2CF-4093-A553-41661EC91610}" dt="2025-11-08T09:10:45.097" v="134" actId="26606"/>
          <ac:spMkLst>
            <pc:docMk/>
            <pc:sldMk cId="546396229" sldId="266"/>
            <ac:spMk id="53" creationId="{AB8C311F-7253-4AED-9701-7FC0708C41C7}"/>
          </ac:spMkLst>
        </pc:spChg>
        <pc:spChg chg="add">
          <ac:chgData name="Muhammad Ismail Mangrio" userId="590c352b-06fa-4bd0-9f05-47e253030496" providerId="ADAL" clId="{BF15BC68-A2CF-4093-A553-41661EC91610}" dt="2025-11-08T09:10:45.097" v="134" actId="26606"/>
          <ac:spMkLst>
            <pc:docMk/>
            <pc:sldMk cId="546396229" sldId="266"/>
            <ac:spMk id="55" creationId="{E2384209-CB15-4CDF-9D31-C44FD9A3F20D}"/>
          </ac:spMkLst>
        </pc:spChg>
        <pc:spChg chg="add">
          <ac:chgData name="Muhammad Ismail Mangrio" userId="590c352b-06fa-4bd0-9f05-47e253030496" providerId="ADAL" clId="{BF15BC68-A2CF-4093-A553-41661EC91610}" dt="2025-11-08T09:10:45.097" v="134" actId="26606"/>
          <ac:spMkLst>
            <pc:docMk/>
            <pc:sldMk cId="546396229" sldId="266"/>
            <ac:spMk id="57" creationId="{2633B3B5-CC90-43F0-8714-D31D1F3F0209}"/>
          </ac:spMkLst>
        </pc:spChg>
        <pc:spChg chg="add">
          <ac:chgData name="Muhammad Ismail Mangrio" userId="590c352b-06fa-4bd0-9f05-47e253030496" providerId="ADAL" clId="{BF15BC68-A2CF-4093-A553-41661EC91610}" dt="2025-11-08T09:10:45.097" v="134" actId="26606"/>
          <ac:spMkLst>
            <pc:docMk/>
            <pc:sldMk cId="546396229" sldId="266"/>
            <ac:spMk id="59" creationId="{A8D57A06-A426-446D-B02C-A2DC6B62E45E}"/>
          </ac:spMkLst>
        </pc:spChg>
        <pc:picChg chg="add mod">
          <ac:chgData name="Muhammad Ismail Mangrio" userId="590c352b-06fa-4bd0-9f05-47e253030496" providerId="ADAL" clId="{BF15BC68-A2CF-4093-A553-41661EC91610}" dt="2025-11-08T09:10:45.097" v="134" actId="26606"/>
          <ac:picMkLst>
            <pc:docMk/>
            <pc:sldMk cId="546396229" sldId="266"/>
            <ac:picMk id="7" creationId="{53CD6DC1-EAD3-999B-2FAF-495AA0C4DF76}"/>
          </ac:picMkLst>
        </pc:picChg>
      </pc:sldChg>
      <pc:sldChg chg="addSp delSp modSp new mod setBg">
        <pc:chgData name="Muhammad Ismail Mangrio" userId="590c352b-06fa-4bd0-9f05-47e253030496" providerId="ADAL" clId="{BF15BC68-A2CF-4093-A553-41661EC91610}" dt="2025-11-08T09:13:25.493" v="141" actId="14100"/>
        <pc:sldMkLst>
          <pc:docMk/>
          <pc:sldMk cId="1049179424" sldId="267"/>
        </pc:sldMkLst>
        <pc:spChg chg="mod">
          <ac:chgData name="Muhammad Ismail Mangrio" userId="590c352b-06fa-4bd0-9f05-47e253030496" providerId="ADAL" clId="{BF15BC68-A2CF-4093-A553-41661EC91610}" dt="2025-11-08T09:13:15.954" v="139" actId="26606"/>
          <ac:spMkLst>
            <pc:docMk/>
            <pc:sldMk cId="1049179424" sldId="267"/>
            <ac:spMk id="4" creationId="{782394B6-89AD-0F52-91A0-EA78722601E4}"/>
          </ac:spMkLst>
        </pc:spChg>
        <pc:spChg chg="add">
          <ac:chgData name="Muhammad Ismail Mangrio" userId="590c352b-06fa-4bd0-9f05-47e253030496" providerId="ADAL" clId="{BF15BC68-A2CF-4093-A553-41661EC91610}" dt="2025-11-08T09:13:15.954" v="139" actId="26606"/>
          <ac:spMkLst>
            <pc:docMk/>
            <pc:sldMk cId="1049179424" sldId="267"/>
            <ac:spMk id="12" creationId="{32BC26D8-82FB-445E-AA49-62A77D7C1EE0}"/>
          </ac:spMkLst>
        </pc:spChg>
        <pc:spChg chg="add">
          <ac:chgData name="Muhammad Ismail Mangrio" userId="590c352b-06fa-4bd0-9f05-47e253030496" providerId="ADAL" clId="{BF15BC68-A2CF-4093-A553-41661EC91610}" dt="2025-11-08T09:13:15.954" v="139" actId="26606"/>
          <ac:spMkLst>
            <pc:docMk/>
            <pc:sldMk cId="1049179424" sldId="267"/>
            <ac:spMk id="14" creationId="{CB44330D-EA18-4254-AA95-EB49948539B8}"/>
          </ac:spMkLst>
        </pc:spChg>
        <pc:picChg chg="add mod">
          <ac:chgData name="Muhammad Ismail Mangrio" userId="590c352b-06fa-4bd0-9f05-47e253030496" providerId="ADAL" clId="{BF15BC68-A2CF-4093-A553-41661EC91610}" dt="2025-11-08T09:13:25.493" v="141" actId="14100"/>
          <ac:picMkLst>
            <pc:docMk/>
            <pc:sldMk cId="1049179424" sldId="267"/>
            <ac:picMk id="7" creationId="{54B08247-305A-3C6A-C633-F28D27FB6331}"/>
          </ac:picMkLst>
        </pc:picChg>
      </pc:sldChg>
      <pc:sldChg chg="addSp delSp modSp new mod setBg">
        <pc:chgData name="Muhammad Ismail Mangrio" userId="590c352b-06fa-4bd0-9f05-47e253030496" providerId="ADAL" clId="{BF15BC68-A2CF-4093-A553-41661EC91610}" dt="2025-11-08T09:13:43.075" v="145" actId="27614"/>
        <pc:sldMkLst>
          <pc:docMk/>
          <pc:sldMk cId="678071719" sldId="268"/>
        </pc:sldMkLst>
        <pc:spChg chg="mod">
          <ac:chgData name="Muhammad Ismail Mangrio" userId="590c352b-06fa-4bd0-9f05-47e253030496" providerId="ADAL" clId="{BF15BC68-A2CF-4093-A553-41661EC91610}" dt="2025-11-08T09:13:40.070" v="144" actId="26606"/>
          <ac:spMkLst>
            <pc:docMk/>
            <pc:sldMk cId="678071719" sldId="268"/>
            <ac:spMk id="4" creationId="{F1C60D8C-D6A5-DC02-71C2-D7C318FBE419}"/>
          </ac:spMkLst>
        </pc:spChg>
        <pc:spChg chg="add">
          <ac:chgData name="Muhammad Ismail Mangrio" userId="590c352b-06fa-4bd0-9f05-47e253030496" providerId="ADAL" clId="{BF15BC68-A2CF-4093-A553-41661EC91610}" dt="2025-11-08T09:13:40.070" v="144" actId="26606"/>
          <ac:spMkLst>
            <pc:docMk/>
            <pc:sldMk cId="678071719" sldId="268"/>
            <ac:spMk id="3079" creationId="{AB8C311F-7253-4AED-9701-7FC0708C41C7}"/>
          </ac:spMkLst>
        </pc:spChg>
        <pc:spChg chg="add">
          <ac:chgData name="Muhammad Ismail Mangrio" userId="590c352b-06fa-4bd0-9f05-47e253030496" providerId="ADAL" clId="{BF15BC68-A2CF-4093-A553-41661EC91610}" dt="2025-11-08T09:13:40.070" v="144" actId="26606"/>
          <ac:spMkLst>
            <pc:docMk/>
            <pc:sldMk cId="678071719" sldId="268"/>
            <ac:spMk id="3081" creationId="{E2384209-CB15-4CDF-9D31-C44FD9A3F20D}"/>
          </ac:spMkLst>
        </pc:spChg>
        <pc:spChg chg="add">
          <ac:chgData name="Muhammad Ismail Mangrio" userId="590c352b-06fa-4bd0-9f05-47e253030496" providerId="ADAL" clId="{BF15BC68-A2CF-4093-A553-41661EC91610}" dt="2025-11-08T09:13:40.070" v="144" actId="26606"/>
          <ac:spMkLst>
            <pc:docMk/>
            <pc:sldMk cId="678071719" sldId="268"/>
            <ac:spMk id="3083" creationId="{2633B3B5-CC90-43F0-8714-D31D1F3F0209}"/>
          </ac:spMkLst>
        </pc:spChg>
        <pc:spChg chg="add">
          <ac:chgData name="Muhammad Ismail Mangrio" userId="590c352b-06fa-4bd0-9f05-47e253030496" providerId="ADAL" clId="{BF15BC68-A2CF-4093-A553-41661EC91610}" dt="2025-11-08T09:13:40.070" v="144" actId="26606"/>
          <ac:spMkLst>
            <pc:docMk/>
            <pc:sldMk cId="678071719" sldId="268"/>
            <ac:spMk id="3085" creationId="{A8D57A06-A426-446D-B02C-A2DC6B62E45E}"/>
          </ac:spMkLst>
        </pc:spChg>
        <pc:picChg chg="add mod">
          <ac:chgData name="Muhammad Ismail Mangrio" userId="590c352b-06fa-4bd0-9f05-47e253030496" providerId="ADAL" clId="{BF15BC68-A2CF-4093-A553-41661EC91610}" dt="2025-11-08T09:13:43.075" v="145" actId="27614"/>
          <ac:picMkLst>
            <pc:docMk/>
            <pc:sldMk cId="678071719" sldId="268"/>
            <ac:picMk id="3074" creationId="{601C712E-716B-B559-63B7-8D966ACB8BEC}"/>
          </ac:picMkLst>
        </pc:picChg>
      </pc:sldChg>
      <pc:sldChg chg="addSp delSp modSp new mod setBg">
        <pc:chgData name="Muhammad Ismail Mangrio" userId="590c352b-06fa-4bd0-9f05-47e253030496" providerId="ADAL" clId="{BF15BC68-A2CF-4093-A553-41661EC91610}" dt="2025-11-08T09:16:38.624" v="177" actId="403"/>
        <pc:sldMkLst>
          <pc:docMk/>
          <pc:sldMk cId="3091522274" sldId="269"/>
        </pc:sldMkLst>
        <pc:spChg chg="mo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2" creationId="{A0CF8FBB-DEB3-5132-0160-E485AB96BBA7}"/>
          </ac:spMkLst>
        </pc:spChg>
        <pc:spChg chg="mo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4" creationId="{A5A3FF3D-36D0-F69B-F3A8-8CE92D61E7E5}"/>
          </ac:spMkLst>
        </pc:spChg>
        <pc:spChg chg="add mod">
          <ac:chgData name="Muhammad Ismail Mangrio" userId="590c352b-06fa-4bd0-9f05-47e253030496" providerId="ADAL" clId="{BF15BC68-A2CF-4093-A553-41661EC91610}" dt="2025-11-08T09:16:38.624" v="177" actId="403"/>
          <ac:spMkLst>
            <pc:docMk/>
            <pc:sldMk cId="3091522274" sldId="269"/>
            <ac:spMk id="7" creationId="{DF1A2C93-5502-6972-975A-013075F3BBE2}"/>
          </ac:spMkLst>
        </pc:spChg>
        <pc:spChg chg="ad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12" creationId="{1B15ED52-F352-441B-82BF-E0EA34836D08}"/>
          </ac:spMkLst>
        </pc:spChg>
        <pc:spChg chg="ad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14" creationId="{3B2E3793-BFE6-45A2-9B7B-E18844431C99}"/>
          </ac:spMkLst>
        </pc:spChg>
        <pc:spChg chg="ad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16" creationId="{BC4C4868-CB8F-4AF9-9CDB-8108F2C19B67}"/>
          </ac:spMkLst>
        </pc:spChg>
        <pc:spChg chg="ad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18" creationId="{375E0459-6403-40CD-989D-56A4407CA12E}"/>
          </ac:spMkLst>
        </pc:spChg>
        <pc:spChg chg="add">
          <ac:chgData name="Muhammad Ismail Mangrio" userId="590c352b-06fa-4bd0-9f05-47e253030496" providerId="ADAL" clId="{BF15BC68-A2CF-4093-A553-41661EC91610}" dt="2025-11-08T09:16:32.929" v="176" actId="26606"/>
          <ac:spMkLst>
            <pc:docMk/>
            <pc:sldMk cId="3091522274" sldId="269"/>
            <ac:spMk id="20" creationId="{53E5B1A8-3AC9-4BD1-9BBC-78CA94F2D1BA}"/>
          </ac:spMkLst>
        </pc:spChg>
      </pc:sldChg>
      <pc:sldChg chg="addSp delSp modSp new mod setBg">
        <pc:chgData name="Muhammad Ismail Mangrio" userId="590c352b-06fa-4bd0-9f05-47e253030496" providerId="ADAL" clId="{BF15BC68-A2CF-4093-A553-41661EC91610}" dt="2025-11-26T15:45:02.746" v="208" actId="20577"/>
        <pc:sldMkLst>
          <pc:docMk/>
          <pc:sldMk cId="3996776807" sldId="270"/>
        </pc:sldMkLst>
        <pc:spChg chg="mod">
          <ac:chgData name="Muhammad Ismail Mangrio" userId="590c352b-06fa-4bd0-9f05-47e253030496" providerId="ADAL" clId="{BF15BC68-A2CF-4093-A553-41661EC91610}" dt="2025-11-26T15:45:02.746" v="208" actId="20577"/>
          <ac:spMkLst>
            <pc:docMk/>
            <pc:sldMk cId="3996776807" sldId="270"/>
            <ac:spMk id="2" creationId="{C09ADA43-34D4-BDE3-648A-821A1CC4B123}"/>
          </ac:spMkLst>
        </pc:spChg>
        <pc:spChg chg="mod">
          <ac:chgData name="Muhammad Ismail Mangrio" userId="590c352b-06fa-4bd0-9f05-47e253030496" providerId="ADAL" clId="{BF15BC68-A2CF-4093-A553-41661EC91610}" dt="2025-11-08T09:15:40.772" v="163" actId="26606"/>
          <ac:spMkLst>
            <pc:docMk/>
            <pc:sldMk cId="3996776807" sldId="270"/>
            <ac:spMk id="4" creationId="{A5EAC8E8-A7F2-BBE3-1AD4-D4CB2BF923E7}"/>
          </ac:spMkLst>
        </pc:spChg>
        <pc:spChg chg="add">
          <ac:chgData name="Muhammad Ismail Mangrio" userId="590c352b-06fa-4bd0-9f05-47e253030496" providerId="ADAL" clId="{BF15BC68-A2CF-4093-A553-41661EC91610}" dt="2025-11-08T09:15:40.772" v="163" actId="26606"/>
          <ac:spMkLst>
            <pc:docMk/>
            <pc:sldMk cId="3996776807" sldId="270"/>
            <ac:spMk id="26" creationId="{BACC6370-2D7E-4714-9D71-7542949D7D5D}"/>
          </ac:spMkLst>
        </pc:spChg>
        <pc:spChg chg="add">
          <ac:chgData name="Muhammad Ismail Mangrio" userId="590c352b-06fa-4bd0-9f05-47e253030496" providerId="ADAL" clId="{BF15BC68-A2CF-4093-A553-41661EC91610}" dt="2025-11-08T09:15:40.772" v="163" actId="26606"/>
          <ac:spMkLst>
            <pc:docMk/>
            <pc:sldMk cId="3996776807" sldId="270"/>
            <ac:spMk id="28" creationId="{F68B3F68-107C-434F-AA38-110D5EA91B85}"/>
          </ac:spMkLst>
        </pc:spChg>
        <pc:spChg chg="add">
          <ac:chgData name="Muhammad Ismail Mangrio" userId="590c352b-06fa-4bd0-9f05-47e253030496" providerId="ADAL" clId="{BF15BC68-A2CF-4093-A553-41661EC91610}" dt="2025-11-08T09:15:40.772" v="163" actId="26606"/>
          <ac:spMkLst>
            <pc:docMk/>
            <pc:sldMk cId="3996776807" sldId="270"/>
            <ac:spMk id="30" creationId="{AAD0DBB9-1A4B-4391-81D4-CB19F9AB918A}"/>
          </ac:spMkLst>
        </pc:spChg>
        <pc:spChg chg="add">
          <ac:chgData name="Muhammad Ismail Mangrio" userId="590c352b-06fa-4bd0-9f05-47e253030496" providerId="ADAL" clId="{BF15BC68-A2CF-4093-A553-41661EC91610}" dt="2025-11-08T09:15:40.772" v="163" actId="26606"/>
          <ac:spMkLst>
            <pc:docMk/>
            <pc:sldMk cId="3996776807" sldId="270"/>
            <ac:spMk id="32" creationId="{063BBA22-50EA-4C4D-BE05-F1CE4E63AA56}"/>
          </ac:spMkLst>
        </pc:spChg>
        <pc:graphicFrameChg chg="add mod ord modGraphic">
          <ac:chgData name="Muhammad Ismail Mangrio" userId="590c352b-06fa-4bd0-9f05-47e253030496" providerId="ADAL" clId="{BF15BC68-A2CF-4093-A553-41661EC91610}" dt="2025-11-26T15:44:55.193" v="202" actId="6549"/>
          <ac:graphicFrameMkLst>
            <pc:docMk/>
            <pc:sldMk cId="3996776807" sldId="270"/>
            <ac:graphicFrameMk id="6" creationId="{52E04BE7-61B2-2D52-F147-9BB381A628DF}"/>
          </ac:graphicFrameMkLst>
        </pc:graphicFrameChg>
      </pc:sldChg>
      <pc:sldChg chg="addSp delSp modSp new mod setBg">
        <pc:chgData name="Muhammad Ismail Mangrio" userId="590c352b-06fa-4bd0-9f05-47e253030496" providerId="ADAL" clId="{BF15BC68-A2CF-4093-A553-41661EC91610}" dt="2025-11-08T09:18:54.469" v="201" actId="1076"/>
        <pc:sldMkLst>
          <pc:docMk/>
          <pc:sldMk cId="1864108530" sldId="271"/>
        </pc:sldMkLst>
        <pc:spChg chg="mod">
          <ac:chgData name="Muhammad Ismail Mangrio" userId="590c352b-06fa-4bd0-9f05-47e253030496" providerId="ADAL" clId="{BF15BC68-A2CF-4093-A553-41661EC91610}" dt="2025-11-08T09:17:20.173" v="187" actId="26606"/>
          <ac:spMkLst>
            <pc:docMk/>
            <pc:sldMk cId="1864108530" sldId="271"/>
            <ac:spMk id="2" creationId="{858E9EF3-5006-B9D5-63AD-F6A5ACD1A63F}"/>
          </ac:spMkLst>
        </pc:spChg>
        <pc:spChg chg="mod">
          <ac:chgData name="Muhammad Ismail Mangrio" userId="590c352b-06fa-4bd0-9f05-47e253030496" providerId="ADAL" clId="{BF15BC68-A2CF-4093-A553-41661EC91610}" dt="2025-11-08T09:17:20.173" v="187" actId="26606"/>
          <ac:spMkLst>
            <pc:docMk/>
            <pc:sldMk cId="1864108530" sldId="271"/>
            <ac:spMk id="4" creationId="{7E873D18-6F69-F79F-FE40-12A1FE15A050}"/>
          </ac:spMkLst>
        </pc:spChg>
        <pc:spChg chg="add mod">
          <ac:chgData name="Muhammad Ismail Mangrio" userId="590c352b-06fa-4bd0-9f05-47e253030496" providerId="ADAL" clId="{BF15BC68-A2CF-4093-A553-41661EC91610}" dt="2025-11-08T09:18:54.469" v="201" actId="1076"/>
          <ac:spMkLst>
            <pc:docMk/>
            <pc:sldMk cId="1864108530" sldId="271"/>
            <ac:spMk id="8" creationId="{138479D9-DDAA-BB06-3D59-11F8A6A21534}"/>
          </ac:spMkLst>
        </pc:spChg>
        <pc:spChg chg="add">
          <ac:chgData name="Muhammad Ismail Mangrio" userId="590c352b-06fa-4bd0-9f05-47e253030496" providerId="ADAL" clId="{BF15BC68-A2CF-4093-A553-41661EC91610}" dt="2025-11-08T09:17:20.173" v="187" actId="26606"/>
          <ac:spMkLst>
            <pc:docMk/>
            <pc:sldMk cId="1864108530" sldId="271"/>
            <ac:spMk id="11" creationId="{BACC6370-2D7E-4714-9D71-7542949D7D5D}"/>
          </ac:spMkLst>
        </pc:spChg>
        <pc:spChg chg="add">
          <ac:chgData name="Muhammad Ismail Mangrio" userId="590c352b-06fa-4bd0-9f05-47e253030496" providerId="ADAL" clId="{BF15BC68-A2CF-4093-A553-41661EC91610}" dt="2025-11-08T09:17:20.173" v="187" actId="26606"/>
          <ac:spMkLst>
            <pc:docMk/>
            <pc:sldMk cId="1864108530" sldId="271"/>
            <ac:spMk id="13" creationId="{F68B3F68-107C-434F-AA38-110D5EA91B85}"/>
          </ac:spMkLst>
        </pc:spChg>
        <pc:spChg chg="add">
          <ac:chgData name="Muhammad Ismail Mangrio" userId="590c352b-06fa-4bd0-9f05-47e253030496" providerId="ADAL" clId="{BF15BC68-A2CF-4093-A553-41661EC91610}" dt="2025-11-08T09:17:20.173" v="187" actId="26606"/>
          <ac:spMkLst>
            <pc:docMk/>
            <pc:sldMk cId="1864108530" sldId="271"/>
            <ac:spMk id="15" creationId="{AAD0DBB9-1A4B-4391-81D4-CB19F9AB918A}"/>
          </ac:spMkLst>
        </pc:spChg>
        <pc:spChg chg="add">
          <ac:chgData name="Muhammad Ismail Mangrio" userId="590c352b-06fa-4bd0-9f05-47e253030496" providerId="ADAL" clId="{BF15BC68-A2CF-4093-A553-41661EC91610}" dt="2025-11-08T09:17:20.173" v="187" actId="26606"/>
          <ac:spMkLst>
            <pc:docMk/>
            <pc:sldMk cId="1864108530" sldId="271"/>
            <ac:spMk id="17" creationId="{063BBA22-50EA-4C4D-BE05-F1CE4E63AA56}"/>
          </ac:spMkLst>
        </pc:spChg>
        <pc:graphicFrameChg chg="add mod ord modGraphic">
          <ac:chgData name="Muhammad Ismail Mangrio" userId="590c352b-06fa-4bd0-9f05-47e253030496" providerId="ADAL" clId="{BF15BC68-A2CF-4093-A553-41661EC91610}" dt="2025-11-08T09:18:23.130" v="190" actId="14100"/>
          <ac:graphicFrameMkLst>
            <pc:docMk/>
            <pc:sldMk cId="1864108530" sldId="271"/>
            <ac:graphicFrameMk id="6" creationId="{36F01706-5271-23BC-E8F3-B1B2DB3EAEBE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C8116A-FB7D-4F17-9F37-14B4C16636CA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F358C-9655-44FA-BAD9-21022CA82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03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9C958-CB6C-EDC9-DD03-3D05EE2A7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99176-3E66-48F3-8850-8C2B0CA8B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03698-B809-2DF6-5B2E-2001B3F5D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7538D-2E7A-4780-86EC-0292007AA00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C5335-CFD6-7D43-6AD9-076C22875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CED81-F86F-7844-5BE5-7067AB103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52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6393-D098-F925-7E0A-FF3FC373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51D35-2D54-1085-0F66-CFA9044C3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E1B3D-0C04-C723-AD52-630C029B0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04F8F-F0F0-4C1A-93E1-86CC5AE221EA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D3199-FDF6-1851-3CBE-E0F3A058B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9CCDB-9162-CCF8-1DF1-C7C744949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929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55A3-4F95-5985-E6BF-1F45E8545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7CCA3-4B8D-CE31-E4DB-ED07075C0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127F5-5C26-1FB3-FAEC-76A6C719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A4C1B-63B2-4F86-81EF-65A8AB846B1F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E5480D-819D-D589-8C26-B1D63C17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26595-9E4C-EB32-9517-F3BE82E5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3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EF39-4A75-13EC-0740-2DE9CCC50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138C3-077E-49D6-F4C2-5D82B1CFF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76610D-3CD5-373E-A7C6-A65C1EBF18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561919-D6F4-1F3A-00FC-E798E035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56610-375D-4005-AE9E-6DFBA10F5788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C408BB-B45C-6F35-606C-F3980A54D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75A7A-8C36-58A6-B191-1A883BE3B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5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46F6-85BA-DCDA-03DD-2FE275E96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1BBF3-FA48-89B4-DB24-29430C0A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A23C1E-E1F7-3CBA-0477-6C73E0FF7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6D770-2808-D41E-B1FA-3CFEF00FD0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29ECC-95C5-4D16-F7A3-9E9FE21EA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79ABF-E748-ABDB-9A82-1992FD23C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B08E0-71A5-41F1-9E61-35326F2C6F5B}" type="datetime1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70BB3D-68E3-7CE0-EB69-6050ACBDD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CEA5A-B28B-F3CC-4917-FEFCD5D4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81099-997E-5192-5516-D3DF915C2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9B6F22-7292-82DF-6B01-F6AC773DF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6350-6094-4326-9501-3A3A2B697F69}" type="datetime1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C9BAA4-B7EF-5CBC-8E36-8C0FAA44F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4969E5-2325-6F4E-7472-15BCFA4B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12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C53746-1755-639B-CA66-4B12D291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E8A8-D678-4A28-B444-23850D463FA0}" type="datetime1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A601C-A354-A631-CC48-CEAED8A61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BA9B6-60AA-528C-2B66-83AFC14EC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58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22B0-6511-2976-B34B-5C02F1F08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EDAD-F305-7BF4-3F9B-4DC31B823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C0EDD-EFA5-BF69-2AC7-16CF0E9835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BDAA7-194E-A2A3-E649-CFB9E9CA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E86F1-6611-4581-86A9-BAB95A55DE06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E2953-30E0-21A7-BCFE-109FB2204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A1470-C568-AA5F-9190-06562E309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2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9D53-1FE7-2B6D-FC60-7D6589FCE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51FC79-7CB5-3AED-42CB-C3BF51A7BE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37A3FE-9975-CEB4-E533-B5B23A91E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44D34-B416-26BB-1F0E-42991FCCD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E2750-8C5E-478D-8718-E0F4D18D683F}" type="datetime1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AB2F1-E700-A8A5-EA08-57837A15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E5130-85EB-6A1A-1EFF-559706EF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12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09287-AA6F-50CD-8B7E-D470C24A8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E6237D-B176-C763-D9ED-1ADBAE8B4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75954-ABA0-73D5-01AC-AD930BEA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0996-7A3E-4155-A890-73A4A8EE01B7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DE03D-1ABC-4189-F707-81A8BC686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498C4-943D-8C67-AF74-E4DCA3E5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25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46662-F359-C269-4159-65BDC53565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133B7-0753-9DAA-F85C-8720C0A54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A9882-619B-B0B7-95A4-19C83478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862C0-2F71-4190-B7F7-064E1C897EC9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BCF13-17CB-569B-0392-5A032497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5CAE2-9301-1A0E-6FAA-C4D8106E0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42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6B8172-C937-3EFD-1833-8B54AFD5D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C8A5D-EE1D-03F7-18BD-4173C9297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1D5-6D29-A64F-2294-568EA124A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D2785-DD8B-4DD0-9C2B-1DD5C5AA1FBD}" type="datetime1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BAD30-B837-EA12-CE19-64BB61043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Data Science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28ECC-4CEA-2ED5-5D2B-AE6D0AEC4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3EF8F4-1BA4-46D0-869E-914D45F46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2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295E3-C7A6-152D-E666-683580DC7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K-Means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2B630-A180-27FB-AC15-16998A8E15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Dr Muhammad Ismail Mangrio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3442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bstract blurred background of department store">
            <a:extLst>
              <a:ext uri="{FF2B5EF4-FFF2-40B4-BE49-F238E27FC236}">
                <a16:creationId xmlns:a16="http://schemas.microsoft.com/office/drawing/2014/main" id="{EDCEA65F-15D7-87D6-EF24-AF6351F6A2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78" r="19990" b="-1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807D5A-0B37-8644-E060-3FA97E845D0A}"/>
              </a:ext>
            </a:extLst>
          </p:cNvPr>
          <p:cNvSpPr txBox="1"/>
          <p:nvPr/>
        </p:nvSpPr>
        <p:spPr>
          <a:xfrm>
            <a:off x="7984566" y="396858"/>
            <a:ext cx="336923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Suppose you are managing a supermarket.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You have data about how much money different customers spend and how frequently they visit. </a:t>
            </a:r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How can you group customers with similar shopping patterns?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BA19BD-0C05-3F8A-0EBE-239933521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14569" y="6356350"/>
            <a:ext cx="309603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en-US" kern="120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Data Science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C049B8-3AFB-1B62-FFDD-FB3E184362E6}"/>
              </a:ext>
            </a:extLst>
          </p:cNvPr>
          <p:cNvSpPr txBox="1"/>
          <p:nvPr/>
        </p:nvSpPr>
        <p:spPr>
          <a:xfrm>
            <a:off x="7792771" y="3991228"/>
            <a:ext cx="41396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K-Means Clustering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finds groups (clusters) of similar items in your data automatically, without knowing the labels beforehand</a:t>
            </a:r>
          </a:p>
        </p:txBody>
      </p:sp>
    </p:spTree>
    <p:extLst>
      <p:ext uri="{BB962C8B-B14F-4D97-AF65-F5344CB8AC3E}">
        <p14:creationId xmlns:p14="http://schemas.microsoft.com/office/powerpoint/2010/main" val="123997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63C50-EAAC-B688-6A04-9055566C5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K-Means?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675B0-16F9-1F03-63B4-ACF6D003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2DE9DA-7366-DB5C-3DC0-EDAD657E1B7B}"/>
              </a:ext>
            </a:extLst>
          </p:cNvPr>
          <p:cNvSpPr txBox="1"/>
          <p:nvPr/>
        </p:nvSpPr>
        <p:spPr>
          <a:xfrm>
            <a:off x="597528" y="1613501"/>
            <a:ext cx="10239469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It is an </a:t>
            </a:r>
            <a:r>
              <a:rPr lang="en-US" sz="2000" b="1" dirty="0"/>
              <a:t>unsupervised learning algorithm</a:t>
            </a:r>
            <a:r>
              <a:rPr lang="en-US" sz="2000" dirty="0"/>
              <a:t> used for </a:t>
            </a:r>
            <a:r>
              <a:rPr lang="en-US" sz="2000" b="1" dirty="0"/>
              <a:t>clustering</a:t>
            </a:r>
            <a:r>
              <a:rPr lang="en-US" sz="2000" dirty="0"/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“Unsupervised” means there are </a:t>
            </a:r>
            <a:r>
              <a:rPr lang="en-US" sz="2000" b="1" dirty="0"/>
              <a:t>no predefined labels</a:t>
            </a:r>
            <a:r>
              <a:rPr lang="en-US" sz="2000" dirty="0"/>
              <a:t> (no Pass/Fail, Cat/Dog).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algorithm looks at your data and tries to </a:t>
            </a:r>
            <a:r>
              <a:rPr lang="en-US" sz="2000" b="1" dirty="0"/>
              <a:t>find patterns</a:t>
            </a:r>
            <a:r>
              <a:rPr lang="en-US" sz="2000" dirty="0"/>
              <a:t> or </a:t>
            </a:r>
            <a:r>
              <a:rPr lang="en-US" sz="2000" b="1" dirty="0"/>
              <a:t>groups</a:t>
            </a:r>
            <a:r>
              <a:rPr lang="en-US" sz="2000" dirty="0"/>
              <a:t> on its own.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“K-Means groups similar data points together based on their closeness (distance).”</a:t>
            </a:r>
          </a:p>
        </p:txBody>
      </p:sp>
    </p:spTree>
    <p:extLst>
      <p:ext uri="{BB962C8B-B14F-4D97-AF65-F5344CB8AC3E}">
        <p14:creationId xmlns:p14="http://schemas.microsoft.com/office/powerpoint/2010/main" val="2670394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1D6995-F1C6-C3BD-72D5-3A33F4FAF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91282B7-1318-81A0-4694-A7852B173C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033667"/>
              </p:ext>
            </p:extLst>
          </p:nvPr>
        </p:nvGraphicFramePr>
        <p:xfrm>
          <a:off x="1078085" y="643467"/>
          <a:ext cx="10035832" cy="5571069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553568">
                  <a:extLst>
                    <a:ext uri="{9D8B030D-6E8A-4147-A177-3AD203B41FA5}">
                      <a16:colId xmlns:a16="http://schemas.microsoft.com/office/drawing/2014/main" val="2109442098"/>
                    </a:ext>
                  </a:extLst>
                </a:gridCol>
                <a:gridCol w="3473879">
                  <a:extLst>
                    <a:ext uri="{9D8B030D-6E8A-4147-A177-3AD203B41FA5}">
                      <a16:colId xmlns:a16="http://schemas.microsoft.com/office/drawing/2014/main" val="4008105599"/>
                    </a:ext>
                  </a:extLst>
                </a:gridCol>
                <a:gridCol w="4008385">
                  <a:extLst>
                    <a:ext uri="{9D8B030D-6E8A-4147-A177-3AD203B41FA5}">
                      <a16:colId xmlns:a16="http://schemas.microsoft.com/office/drawing/2014/main" val="526593438"/>
                    </a:ext>
                  </a:extLst>
                </a:gridCol>
              </a:tblGrid>
              <a:tr h="105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100" b="0" cap="none" spc="0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100" b="0" cap="none" spc="0">
                          <a:solidFill>
                            <a:schemeClr val="bg1"/>
                          </a:solidFill>
                        </a:rPr>
                        <a:t>Math Marks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100" b="0" cap="none" spc="0">
                          <a:solidFill>
                            <a:schemeClr val="bg1"/>
                          </a:solidFill>
                        </a:rPr>
                        <a:t>English Marks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432486"/>
                  </a:ext>
                </a:extLst>
              </a:tr>
              <a:tr h="902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90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85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489239"/>
                  </a:ext>
                </a:extLst>
              </a:tr>
              <a:tr h="902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88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80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550655"/>
                  </a:ext>
                </a:extLst>
              </a:tr>
              <a:tr h="902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30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40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26016"/>
                  </a:ext>
                </a:extLst>
              </a:tr>
              <a:tr h="902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35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005166"/>
                  </a:ext>
                </a:extLst>
              </a:tr>
              <a:tr h="902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70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 cap="none" spc="0">
                          <a:solidFill>
                            <a:schemeClr val="tx1"/>
                          </a:solidFill>
                        </a:rPr>
                        <a:t>65</a:t>
                      </a:r>
                    </a:p>
                  </a:txBody>
                  <a:tcPr marL="231485" marR="231485" marT="231485" marB="11574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09367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BC41A59-274A-68B5-A8DD-D5E5AC7116D5}"/>
              </a:ext>
            </a:extLst>
          </p:cNvPr>
          <p:cNvSpPr/>
          <p:nvPr/>
        </p:nvSpPr>
        <p:spPr>
          <a:xfrm>
            <a:off x="832919" y="1855960"/>
            <a:ext cx="10438645" cy="1573040"/>
          </a:xfrm>
          <a:prstGeom prst="rect">
            <a:avLst/>
          </a:prstGeom>
          <a:noFill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156024-3F74-1A1A-031E-BDD4BCDB57C6}"/>
              </a:ext>
            </a:extLst>
          </p:cNvPr>
          <p:cNvSpPr/>
          <p:nvPr/>
        </p:nvSpPr>
        <p:spPr>
          <a:xfrm>
            <a:off x="832919" y="3748135"/>
            <a:ext cx="10520881" cy="15730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9F1091-D665-2B31-510F-5790D0C0A12D}"/>
              </a:ext>
            </a:extLst>
          </p:cNvPr>
          <p:cNvSpPr/>
          <p:nvPr/>
        </p:nvSpPr>
        <p:spPr>
          <a:xfrm>
            <a:off x="832919" y="5522614"/>
            <a:ext cx="10520881" cy="4902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6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89860C-C9A7-59E2-2F45-A2824AA33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How K-Means Works (Step-by-Step)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3DAD0D-2D67-FAA2-BFAA-D0B4BA4EF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Data Science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6D54B0-270C-F13E-7A19-BF27FA13F6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5949063"/>
              </p:ext>
            </p:extLst>
          </p:nvPr>
        </p:nvGraphicFramePr>
        <p:xfrm>
          <a:off x="838200" y="2095514"/>
          <a:ext cx="10515600" cy="4019032"/>
        </p:xfrm>
        <a:graphic>
          <a:graphicData uri="http://schemas.openxmlformats.org/drawingml/2006/table">
            <a:tbl>
              <a:tblPr>
                <a:solidFill>
                  <a:schemeClr val="bg1">
                    <a:lumMod val="95000"/>
                  </a:schemeClr>
                </a:solidFill>
              </a:tblPr>
              <a:tblGrid>
                <a:gridCol w="4081875">
                  <a:extLst>
                    <a:ext uri="{9D8B030D-6E8A-4147-A177-3AD203B41FA5}">
                      <a16:colId xmlns:a16="http://schemas.microsoft.com/office/drawing/2014/main" val="1456090199"/>
                    </a:ext>
                  </a:extLst>
                </a:gridCol>
                <a:gridCol w="6433725">
                  <a:extLst>
                    <a:ext uri="{9D8B030D-6E8A-4147-A177-3AD203B41FA5}">
                      <a16:colId xmlns:a16="http://schemas.microsoft.com/office/drawing/2014/main" val="3641897342"/>
                    </a:ext>
                  </a:extLst>
                </a:gridCol>
              </a:tblGrid>
              <a:tr h="57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 marL="98368" marR="140525" marT="28105" marB="210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Explanation</a:t>
                      </a:r>
                    </a:p>
                  </a:txBody>
                  <a:tcPr marL="98368" marR="140525" marT="28105" marB="2107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8487676"/>
                  </a:ext>
                </a:extLst>
              </a:tr>
              <a:tr h="57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1. Choose K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368" marR="140525" marT="28105" marB="210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Decide how many clusters (groups) you want (e.g., K = 3).</a:t>
                      </a:r>
                    </a:p>
                  </a:txBody>
                  <a:tcPr marL="98368" marR="140525" marT="28105" marB="2107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025911"/>
                  </a:ext>
                </a:extLst>
              </a:tr>
              <a:tr h="57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2. Pick Initial Centers (Centroids)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368" marR="140525" marT="28105" marB="210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The algorithm picks K random points as starting “centers.”</a:t>
                      </a:r>
                    </a:p>
                  </a:txBody>
                  <a:tcPr marL="98368" marR="140525" marT="28105" marB="2107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303993"/>
                  </a:ext>
                </a:extLst>
              </a:tr>
              <a:tr h="5761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3. Assign Points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368" marR="140525" marT="28105" marB="210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Each data point is assigned to the </a:t>
                      </a: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nearest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 centroid.</a:t>
                      </a:r>
                    </a:p>
                  </a:txBody>
                  <a:tcPr marL="98368" marR="140525" marT="28105" marB="2107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641905"/>
                  </a:ext>
                </a:extLst>
              </a:tr>
              <a:tr h="857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4. Recalculate Centroids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368" marR="140525" marT="28105" marB="210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Compute new cluster centers by averaging the points in each cluster.</a:t>
                      </a:r>
                    </a:p>
                  </a:txBody>
                  <a:tcPr marL="98368" marR="140525" marT="28105" marB="2107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3683931"/>
                  </a:ext>
                </a:extLst>
              </a:tr>
              <a:tr h="857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cap="none" spc="0">
                          <a:solidFill>
                            <a:schemeClr val="tx1"/>
                          </a:solidFill>
                        </a:rPr>
                        <a:t>5. Repeat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98368" marR="140525" marT="28105" marB="210788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Keep repeating steps 3–4 until the centroids don’t move much (convergence).</a:t>
                      </a:r>
                    </a:p>
                  </a:txBody>
                  <a:tcPr marL="98368" marR="140525" marT="28105" marB="210788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126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25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067F4-AF26-AAA7-4B30-A9989D181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pic>
        <p:nvPicPr>
          <p:cNvPr id="10" name="Content Placeholder 6" descr="A diagram of a data point&#10;&#10;AI-generated content may be incorrect.">
            <a:extLst>
              <a:ext uri="{FF2B5EF4-FFF2-40B4-BE49-F238E27FC236}">
                <a16:creationId xmlns:a16="http://schemas.microsoft.com/office/drawing/2014/main" id="{EF0DDF9D-7B8E-B6DB-89B0-BB86ED330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9734"/>
            <a:ext cx="11277600" cy="501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764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D689B-595F-D4E8-4192-DC83D9C6B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5AA8A0-0117-8A6C-B7B5-986F0FA3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pic>
        <p:nvPicPr>
          <p:cNvPr id="7" name="Content Placeholder 6" descr="A diagram of a graph&#10;&#10;AI-generated content may be incorrect.">
            <a:extLst>
              <a:ext uri="{FF2B5EF4-FFF2-40B4-BE49-F238E27FC236}">
                <a16:creationId xmlns:a16="http://schemas.microsoft.com/office/drawing/2014/main" id="{A11DCF87-1923-3157-7D55-3357D1993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05637"/>
            <a:ext cx="11277600" cy="504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15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ED9664-EF41-A5EA-E25F-222809A46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33D361-E421-14EB-C79D-9A455414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pic>
        <p:nvPicPr>
          <p:cNvPr id="8" name="Content Placeholder 7" descr="A graph of a graph of the same number&#10;&#10;AI-generated content may be incorrect.">
            <a:extLst>
              <a:ext uri="{FF2B5EF4-FFF2-40B4-BE49-F238E27FC236}">
                <a16:creationId xmlns:a16="http://schemas.microsoft.com/office/drawing/2014/main" id="{4AC23271-F94D-6BE5-E43D-5A3AE08E4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919734"/>
            <a:ext cx="11277600" cy="501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7937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AFC130-090E-0B0F-4F6E-DE86F361F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99D35-7C6A-17F8-2B18-740DA8E87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pic>
        <p:nvPicPr>
          <p:cNvPr id="7" name="Content Placeholder 6" descr="A graph with colored dots and numbers&#10;&#10;AI-generated content may be incorrect.">
            <a:extLst>
              <a:ext uri="{FF2B5EF4-FFF2-40B4-BE49-F238E27FC236}">
                <a16:creationId xmlns:a16="http://schemas.microsoft.com/office/drawing/2014/main" id="{53CD6DC1-EAD3-999B-2FAF-495AA0C4D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63346"/>
            <a:ext cx="11277600" cy="513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396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50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4B08247-305A-3C6A-C633-F28D27FB6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2" y="480060"/>
            <a:ext cx="7809023" cy="587629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394B6-89AD-0F52-91A0-EA7872260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1049179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60D8C-D6A5-DC02-71C2-D7C318FBE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2002536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pic>
        <p:nvPicPr>
          <p:cNvPr id="3074" name="Picture 2" descr="A graph with colored dots&#10;&#10;AI-generated content may be incorrect.">
            <a:extLst>
              <a:ext uri="{FF2B5EF4-FFF2-40B4-BE49-F238E27FC236}">
                <a16:creationId xmlns:a16="http://schemas.microsoft.com/office/drawing/2014/main" id="{601C712E-716B-B559-63B7-8D966ACB8BE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9606" y="457200"/>
            <a:ext cx="7452788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807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F8FBB-DEB3-5132-0160-E485AB96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K (Number of Clusters)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3FF3D-36D0-F69B-F3A8-8CE92D61E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7725" y="198424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Data Science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1A2C93-5502-6972-975A-013075F3BBE2}"/>
              </a:ext>
            </a:extLst>
          </p:cNvPr>
          <p:cNvSpPr txBox="1"/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You can try different K values (like 2, 3, 4, etc.) and see which fits best.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To find the best K, use the </a:t>
            </a:r>
            <a:r>
              <a:rPr lang="en-US" sz="2400" b="1" dirty="0"/>
              <a:t>Elbow Method</a:t>
            </a:r>
            <a:r>
              <a:rPr lang="en-US" sz="2400" dirty="0"/>
              <a:t> (optional for first-year):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Plot the total distance (inertia) vs number of clusters.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The point where the graph bends (“elbow”) gives the optimal K.</a:t>
            </a:r>
          </a:p>
        </p:txBody>
      </p:sp>
    </p:spTree>
    <p:extLst>
      <p:ext uri="{BB962C8B-B14F-4D97-AF65-F5344CB8AC3E}">
        <p14:creationId xmlns:p14="http://schemas.microsoft.com/office/powerpoint/2010/main" val="3091522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ADA43-34D4-BDE3-648A-821A1CC4B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Comparison with </a:t>
            </a:r>
            <a:r>
              <a:rPr lang="en-US" sz="3600">
                <a:solidFill>
                  <a:srgbClr val="FFFFFF"/>
                </a:solidFill>
              </a:rPr>
              <a:t>Previous Algorithm (DT)</a:t>
            </a:r>
            <a:endParaRPr lang="en-US" sz="3600" dirty="0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EAC8E8-A7F2-BBE3-1AD4-D4CB2BF92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Data Science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2E04BE7-61B2-2D52-F147-9BB381A628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209298"/>
              </p:ext>
            </p:extLst>
          </p:nvPr>
        </p:nvGraphicFramePr>
        <p:xfrm>
          <a:off x="1209355" y="2112579"/>
          <a:ext cx="9797232" cy="4192807"/>
        </p:xfrm>
        <a:graphic>
          <a:graphicData uri="http://schemas.openxmlformats.org/drawingml/2006/table">
            <a:tbl>
              <a:tblPr/>
              <a:tblGrid>
                <a:gridCol w="1983410">
                  <a:extLst>
                    <a:ext uri="{9D8B030D-6E8A-4147-A177-3AD203B41FA5}">
                      <a16:colId xmlns:a16="http://schemas.microsoft.com/office/drawing/2014/main" val="2177405661"/>
                    </a:ext>
                  </a:extLst>
                </a:gridCol>
                <a:gridCol w="2650380">
                  <a:extLst>
                    <a:ext uri="{9D8B030D-6E8A-4147-A177-3AD203B41FA5}">
                      <a16:colId xmlns:a16="http://schemas.microsoft.com/office/drawing/2014/main" val="3785767021"/>
                    </a:ext>
                  </a:extLst>
                </a:gridCol>
                <a:gridCol w="2493446">
                  <a:extLst>
                    <a:ext uri="{9D8B030D-6E8A-4147-A177-3AD203B41FA5}">
                      <a16:colId xmlns:a16="http://schemas.microsoft.com/office/drawing/2014/main" val="3621646534"/>
                    </a:ext>
                  </a:extLst>
                </a:gridCol>
                <a:gridCol w="2669996">
                  <a:extLst>
                    <a:ext uri="{9D8B030D-6E8A-4147-A177-3AD203B41FA5}">
                      <a16:colId xmlns:a16="http://schemas.microsoft.com/office/drawing/2014/main" val="1279563736"/>
                    </a:ext>
                  </a:extLst>
                </a:gridCol>
              </a:tblGrid>
              <a:tr h="6244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Algorithm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 dirty="0">
                          <a:effectLst/>
                          <a:latin typeface="Arial" panose="020B0604020202020204" pitchFamily="34" charset="0"/>
                        </a:rPr>
                        <a:t>Type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Goal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0" i="0" u="none" strike="noStrike"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3186"/>
                  </a:ext>
                </a:extLst>
              </a:tr>
              <a:tr h="104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0" u="none" strike="noStrike">
                          <a:effectLst/>
                          <a:latin typeface="Arial" panose="020B0604020202020204" pitchFamily="34" charset="0"/>
                        </a:rPr>
                        <a:t>Decision Tree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Supervised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Predict class labels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Pass/Fail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93954"/>
                  </a:ext>
                </a:extLst>
              </a:tr>
              <a:tr h="14719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2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422450"/>
                  </a:ext>
                </a:extLst>
              </a:tr>
              <a:tr h="104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800" b="1" i="0" u="none" strike="noStrike">
                          <a:effectLst/>
                          <a:latin typeface="Arial" panose="020B0604020202020204" pitchFamily="34" charset="0"/>
                        </a:rPr>
                        <a:t>K-Means</a:t>
                      </a:r>
                      <a:endParaRPr lang="en-US" sz="2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Unsupervised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>
                          <a:effectLst/>
                          <a:latin typeface="Arial" panose="020B0604020202020204" pitchFamily="34" charset="0"/>
                        </a:rPr>
                        <a:t>Find hidden groups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400" b="0" i="0" u="none" strike="noStrike" dirty="0">
                          <a:effectLst/>
                          <a:latin typeface="Arial" panose="020B0604020202020204" pitchFamily="34" charset="0"/>
                        </a:rPr>
                        <a:t>Customer Segmentation</a:t>
                      </a:r>
                    </a:p>
                  </a:txBody>
                  <a:tcPr marL="144262" marR="144262" marT="72131" marB="7213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724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776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E9EF3-5006-B9D5-63AD-F6A5ACD1A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873D18-6F69-F79F-FE40-12A1FE15A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rgbClr val="FFFFFF"/>
                </a:solidFill>
              </a:rPr>
              <a:t>Data Science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6F01706-5271-23BC-E8F3-B1B2DB3EAE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4516924"/>
              </p:ext>
            </p:extLst>
          </p:nvPr>
        </p:nvGraphicFramePr>
        <p:xfrm>
          <a:off x="734801" y="2112579"/>
          <a:ext cx="10746340" cy="3824448"/>
        </p:xfrm>
        <a:graphic>
          <a:graphicData uri="http://schemas.openxmlformats.org/drawingml/2006/table">
            <a:tbl>
              <a:tblPr/>
              <a:tblGrid>
                <a:gridCol w="3194959">
                  <a:extLst>
                    <a:ext uri="{9D8B030D-6E8A-4147-A177-3AD203B41FA5}">
                      <a16:colId xmlns:a16="http://schemas.microsoft.com/office/drawing/2014/main" val="56340832"/>
                    </a:ext>
                  </a:extLst>
                </a:gridCol>
                <a:gridCol w="7551381">
                  <a:extLst>
                    <a:ext uri="{9D8B030D-6E8A-4147-A177-3AD203B41FA5}">
                      <a16:colId xmlns:a16="http://schemas.microsoft.com/office/drawing/2014/main" val="412396187"/>
                    </a:ext>
                  </a:extLst>
                </a:gridCol>
              </a:tblGrid>
              <a:tr h="463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Concept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Meaning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6473267"/>
                  </a:ext>
                </a:extLst>
              </a:tr>
              <a:tr h="463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K-Means</a:t>
                      </a:r>
                      <a:endParaRPr lang="en-US" sz="2500"/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Clustering algorithm that groups similar data points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099370"/>
                  </a:ext>
                </a:extLst>
              </a:tr>
              <a:tr h="463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K</a:t>
                      </a:r>
                      <a:endParaRPr lang="en-US" sz="2500"/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Number of clusters you want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361915"/>
                  </a:ext>
                </a:extLst>
              </a:tr>
              <a:tr h="463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Centroid</a:t>
                      </a:r>
                      <a:endParaRPr lang="en-US" sz="2500"/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The center point of each cluster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408452"/>
                  </a:ext>
                </a:extLst>
              </a:tr>
              <a:tr h="77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/>
                        <a:t>Goal</a:t>
                      </a:r>
                      <a:endParaRPr lang="en-US" sz="2500" dirty="0"/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/>
                        <a:t>Minimize the distance between points and their cluster center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536823"/>
                  </a:ext>
                </a:extLst>
              </a:tr>
              <a:tr h="778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/>
                        <a:t>Use Cases</a:t>
                      </a:r>
                      <a:endParaRPr lang="en-US" sz="2500"/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/>
                        <a:t>Market segmentation, image compression, document grouping, customer analysis</a:t>
                      </a:r>
                    </a:p>
                  </a:txBody>
                  <a:tcPr marL="129408" marR="129408" marT="64704" marB="647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33961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8479D9-DDAA-BB06-3D59-11F8A6A21534}"/>
              </a:ext>
            </a:extLst>
          </p:cNvPr>
          <p:cNvSpPr txBox="1"/>
          <p:nvPr/>
        </p:nvSpPr>
        <p:spPr>
          <a:xfrm>
            <a:off x="465097" y="5937027"/>
            <a:ext cx="118570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K-Means is like a sorting machine — it automatically groups similar things together without being told what they are.</a:t>
            </a:r>
            <a:br>
              <a:rPr lang="en-US" dirty="0"/>
            </a:br>
            <a:r>
              <a:rPr lang="en-US" dirty="0"/>
              <a:t>It’s simple, powerful, and widely used in data science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864108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1158</TotalTime>
  <Words>443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K-Means Clustering</vt:lpstr>
      <vt:lpstr>PowerPoint Presentation</vt:lpstr>
      <vt:lpstr>What Is K-Means?</vt:lpstr>
      <vt:lpstr>PowerPoint Presentation</vt:lpstr>
      <vt:lpstr>How K-Means Works (Step-by-Step)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Choosing K (Number of Clusters)</vt:lpstr>
      <vt:lpstr>Comparison with Previous Algorithm (DT)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Ismail Mangrio</dc:creator>
  <cp:lastModifiedBy>Muhammad Ismail Mangrio</cp:lastModifiedBy>
  <cp:revision>2</cp:revision>
  <dcterms:created xsi:type="dcterms:W3CDTF">2025-11-07T14:00:02Z</dcterms:created>
  <dcterms:modified xsi:type="dcterms:W3CDTF">2025-11-26T15:45:04Z</dcterms:modified>
</cp:coreProperties>
</file>