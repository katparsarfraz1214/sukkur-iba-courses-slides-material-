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4" r:id="rId1"/>
    <p:sldMasterId id="2147483766" r:id="rId2"/>
  </p:sldMasterIdLst>
  <p:notesMasterIdLst>
    <p:notesMasterId r:id="rId31"/>
  </p:notesMasterIdLst>
  <p:sldIdLst>
    <p:sldId id="256" r:id="rId3"/>
    <p:sldId id="258" r:id="rId4"/>
    <p:sldId id="259" r:id="rId5"/>
    <p:sldId id="291" r:id="rId6"/>
    <p:sldId id="260" r:id="rId7"/>
    <p:sldId id="265" r:id="rId8"/>
    <p:sldId id="264" r:id="rId9"/>
    <p:sldId id="267" r:id="rId10"/>
    <p:sldId id="268" r:id="rId11"/>
    <p:sldId id="266" r:id="rId12"/>
    <p:sldId id="269" r:id="rId13"/>
    <p:sldId id="270" r:id="rId14"/>
    <p:sldId id="292" r:id="rId15"/>
    <p:sldId id="276" r:id="rId16"/>
    <p:sldId id="293" r:id="rId17"/>
    <p:sldId id="277" r:id="rId18"/>
    <p:sldId id="278" r:id="rId19"/>
    <p:sldId id="279" r:id="rId20"/>
    <p:sldId id="280" r:id="rId21"/>
    <p:sldId id="281" r:id="rId22"/>
    <p:sldId id="294" r:id="rId23"/>
    <p:sldId id="296" r:id="rId24"/>
    <p:sldId id="262" r:id="rId25"/>
    <p:sldId id="286" r:id="rId26"/>
    <p:sldId id="263" r:id="rId27"/>
    <p:sldId id="271" r:id="rId28"/>
    <p:sldId id="275" r:id="rId29"/>
    <p:sldId id="29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BC2FEB-4106-406D-95C6-8E7BE95D349E}" v="11" dt="2025-09-24T10:52:32.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66307" autoAdjust="0"/>
  </p:normalViewPr>
  <p:slideViewPr>
    <p:cSldViewPr snapToGrid="0">
      <p:cViewPr varScale="1">
        <p:scale>
          <a:sx n="74" d="100"/>
          <a:sy n="74" d="100"/>
        </p:scale>
        <p:origin x="18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Ismail Mangrio" userId="590c352b-06fa-4bd0-9f05-47e253030496" providerId="ADAL" clId="{BF15BC68-A2CF-4093-A553-41661EC91610}"/>
    <pc:docChg chg="undo custSel modSld">
      <pc:chgData name="Muhammad Ismail Mangrio" userId="590c352b-06fa-4bd0-9f05-47e253030496" providerId="ADAL" clId="{BF15BC68-A2CF-4093-A553-41661EC91610}" dt="2025-09-24T10:58:36.892" v="428" actId="6549"/>
      <pc:docMkLst>
        <pc:docMk/>
      </pc:docMkLst>
      <pc:sldChg chg="addSp modSp mod setBg setClrOvrMap">
        <pc:chgData name="Muhammad Ismail Mangrio" userId="590c352b-06fa-4bd0-9f05-47e253030496" providerId="ADAL" clId="{BF15BC68-A2CF-4093-A553-41661EC91610}" dt="2025-09-24T10:58:36.892" v="428" actId="6549"/>
        <pc:sldMkLst>
          <pc:docMk/>
          <pc:sldMk cId="3495736498" sldId="256"/>
        </pc:sldMkLst>
        <pc:spChg chg="mod ord">
          <ac:chgData name="Muhammad Ismail Mangrio" userId="590c352b-06fa-4bd0-9f05-47e253030496" providerId="ADAL" clId="{BF15BC68-A2CF-4093-A553-41661EC91610}" dt="2025-09-24T10:58:24.508" v="427" actId="26606"/>
          <ac:spMkLst>
            <pc:docMk/>
            <pc:sldMk cId="3495736498" sldId="256"/>
            <ac:spMk id="2" creationId="{C8AFFFA3-D2FC-4485-ABF8-56ECFCC3BE5A}"/>
          </ac:spMkLst>
        </pc:spChg>
        <pc:spChg chg="mod">
          <ac:chgData name="Muhammad Ismail Mangrio" userId="590c352b-06fa-4bd0-9f05-47e253030496" providerId="ADAL" clId="{BF15BC68-A2CF-4093-A553-41661EC91610}" dt="2025-09-24T10:58:36.892" v="428" actId="6549"/>
          <ac:spMkLst>
            <pc:docMk/>
            <pc:sldMk cId="3495736498" sldId="256"/>
            <ac:spMk id="3" creationId="{E0C3BD14-3D28-4B9E-A32C-59118B1FBF1E}"/>
          </ac:spMkLst>
        </pc:spChg>
        <pc:spChg chg="add">
          <ac:chgData name="Muhammad Ismail Mangrio" userId="590c352b-06fa-4bd0-9f05-47e253030496" providerId="ADAL" clId="{BF15BC68-A2CF-4093-A553-41661EC91610}" dt="2025-09-24T10:58:24.508" v="427" actId="26606"/>
          <ac:spMkLst>
            <pc:docMk/>
            <pc:sldMk cId="3495736498" sldId="256"/>
            <ac:spMk id="8" creationId="{27577DEC-D9A5-404D-9789-702F4319BEC8}"/>
          </ac:spMkLst>
        </pc:spChg>
        <pc:grpChg chg="add">
          <ac:chgData name="Muhammad Ismail Mangrio" userId="590c352b-06fa-4bd0-9f05-47e253030496" providerId="ADAL" clId="{BF15BC68-A2CF-4093-A553-41661EC91610}" dt="2025-09-24T10:58:24.508" v="427" actId="26606"/>
          <ac:grpSpMkLst>
            <pc:docMk/>
            <pc:sldMk cId="3495736498" sldId="256"/>
            <ac:grpSpMk id="10" creationId="{CEEA9366-CEA8-4F23-B065-4337F0D836FE}"/>
          </ac:grpSpMkLst>
        </pc:grpChg>
      </pc:sldChg>
      <pc:sldChg chg="addSp delSp modSp mod setBg">
        <pc:chgData name="Muhammad Ismail Mangrio" userId="590c352b-06fa-4bd0-9f05-47e253030496" providerId="ADAL" clId="{BF15BC68-A2CF-4093-A553-41661EC91610}" dt="2025-09-24T10:58:06.206" v="426" actId="207"/>
        <pc:sldMkLst>
          <pc:docMk/>
          <pc:sldMk cId="1188115341" sldId="258"/>
        </pc:sldMkLst>
        <pc:spChg chg="mod">
          <ac:chgData name="Muhammad Ismail Mangrio" userId="590c352b-06fa-4bd0-9f05-47e253030496" providerId="ADAL" clId="{BF15BC68-A2CF-4093-A553-41661EC91610}" dt="2025-09-24T10:57:51.138" v="418" actId="26606"/>
          <ac:spMkLst>
            <pc:docMk/>
            <pc:sldMk cId="1188115341" sldId="258"/>
            <ac:spMk id="2" creationId="{238F7380-475E-4EC8-BCF1-FF3771C6DA48}"/>
          </ac:spMkLst>
        </pc:spChg>
        <pc:spChg chg="add del">
          <ac:chgData name="Muhammad Ismail Mangrio" userId="590c352b-06fa-4bd0-9f05-47e253030496" providerId="ADAL" clId="{BF15BC68-A2CF-4093-A553-41661EC91610}" dt="2025-09-24T10:57:51.138" v="418" actId="26606"/>
          <ac:spMkLst>
            <pc:docMk/>
            <pc:sldMk cId="1188115341" sldId="258"/>
            <ac:spMk id="3" creationId="{5F4391AE-0FD7-4CD8-B503-7346B38F122D}"/>
          </ac:spMkLst>
        </pc:spChg>
        <pc:spChg chg="mod ord">
          <ac:chgData name="Muhammad Ismail Mangrio" userId="590c352b-06fa-4bd0-9f05-47e253030496" providerId="ADAL" clId="{BF15BC68-A2CF-4093-A553-41661EC91610}" dt="2025-09-24T10:57:51.138" v="418" actId="26606"/>
          <ac:spMkLst>
            <pc:docMk/>
            <pc:sldMk cId="1188115341" sldId="258"/>
            <ac:spMk id="4" creationId="{3D518FCE-1CC0-FFE7-B1DE-D9DF64021B3D}"/>
          </ac:spMkLst>
        </pc:spChg>
        <pc:spChg chg="mod ord">
          <ac:chgData name="Muhammad Ismail Mangrio" userId="590c352b-06fa-4bd0-9f05-47e253030496" providerId="ADAL" clId="{BF15BC68-A2CF-4093-A553-41661EC91610}" dt="2025-09-24T10:57:51.138" v="418" actId="26606"/>
          <ac:spMkLst>
            <pc:docMk/>
            <pc:sldMk cId="1188115341" sldId="258"/>
            <ac:spMk id="5" creationId="{30691FBE-E94D-4354-8F19-B8A3DE404EF1}"/>
          </ac:spMkLst>
        </pc:spChg>
        <pc:spChg chg="add del">
          <ac:chgData name="Muhammad Ismail Mangrio" userId="590c352b-06fa-4bd0-9f05-47e253030496" providerId="ADAL" clId="{BF15BC68-A2CF-4093-A553-41661EC91610}" dt="2025-09-24T10:57:45.163" v="411" actId="26606"/>
          <ac:spMkLst>
            <pc:docMk/>
            <pc:sldMk cId="1188115341" sldId="258"/>
            <ac:spMk id="10" creationId="{E80B86A7-A1EC-475B-9166-88902B033A38}"/>
          </ac:spMkLst>
        </pc:spChg>
        <pc:spChg chg="add del">
          <ac:chgData name="Muhammad Ismail Mangrio" userId="590c352b-06fa-4bd0-9f05-47e253030496" providerId="ADAL" clId="{BF15BC68-A2CF-4093-A553-41661EC91610}" dt="2025-09-24T10:57:22.641" v="399" actId="26606"/>
          <ac:spMkLst>
            <pc:docMk/>
            <pc:sldMk cId="1188115341" sldId="258"/>
            <ac:spMk id="11" creationId="{9F4444CE-BC8D-4D61-B303-4C05614E62AB}"/>
          </ac:spMkLst>
        </pc:spChg>
        <pc:spChg chg="add del">
          <ac:chgData name="Muhammad Ismail Mangrio" userId="590c352b-06fa-4bd0-9f05-47e253030496" providerId="ADAL" clId="{BF15BC68-A2CF-4093-A553-41661EC91610}" dt="2025-09-24T10:57:45.163" v="411" actId="26606"/>
          <ac:spMkLst>
            <pc:docMk/>
            <pc:sldMk cId="1188115341" sldId="258"/>
            <ac:spMk id="12" creationId="{C2C29CB1-9F74-4879-A6AF-AEA67B6F1F4D}"/>
          </ac:spMkLst>
        </pc:spChg>
        <pc:spChg chg="add del">
          <ac:chgData name="Muhammad Ismail Mangrio" userId="590c352b-06fa-4bd0-9f05-47e253030496" providerId="ADAL" clId="{BF15BC68-A2CF-4093-A553-41661EC91610}" dt="2025-09-24T10:57:22.641" v="399" actId="26606"/>
          <ac:spMkLst>
            <pc:docMk/>
            <pc:sldMk cId="1188115341" sldId="258"/>
            <ac:spMk id="13" creationId="{73772B81-181F-48B7-8826-4D9686D15DF5}"/>
          </ac:spMkLst>
        </pc:spChg>
        <pc:spChg chg="add del">
          <ac:chgData name="Muhammad Ismail Mangrio" userId="590c352b-06fa-4bd0-9f05-47e253030496" providerId="ADAL" clId="{BF15BC68-A2CF-4093-A553-41661EC91610}" dt="2025-09-24T10:57:45.163" v="411" actId="26606"/>
          <ac:spMkLst>
            <pc:docMk/>
            <pc:sldMk cId="1188115341" sldId="258"/>
            <ac:spMk id="14" creationId="{7E2C7115-5336-410C-AD71-0F0952A2E5A7}"/>
          </ac:spMkLst>
        </pc:spChg>
        <pc:spChg chg="add del">
          <ac:chgData name="Muhammad Ismail Mangrio" userId="590c352b-06fa-4bd0-9f05-47e253030496" providerId="ADAL" clId="{BF15BC68-A2CF-4093-A553-41661EC91610}" dt="2025-09-24T10:57:22.641" v="399" actId="26606"/>
          <ac:spMkLst>
            <pc:docMk/>
            <pc:sldMk cId="1188115341" sldId="258"/>
            <ac:spMk id="15" creationId="{B2205F6E-03C6-4E92-877C-E2482F6599AA}"/>
          </ac:spMkLst>
        </pc:spChg>
        <pc:spChg chg="add del">
          <ac:chgData name="Muhammad Ismail Mangrio" userId="590c352b-06fa-4bd0-9f05-47e253030496" providerId="ADAL" clId="{BF15BC68-A2CF-4093-A553-41661EC91610}" dt="2025-09-24T10:57:29" v="401" actId="26606"/>
          <ac:spMkLst>
            <pc:docMk/>
            <pc:sldMk cId="1188115341" sldId="258"/>
            <ac:spMk id="17" creationId="{9F4444CE-BC8D-4D61-B303-4C05614E62AB}"/>
          </ac:spMkLst>
        </pc:spChg>
        <pc:spChg chg="add del">
          <ac:chgData name="Muhammad Ismail Mangrio" userId="590c352b-06fa-4bd0-9f05-47e253030496" providerId="ADAL" clId="{BF15BC68-A2CF-4093-A553-41661EC91610}" dt="2025-09-24T10:57:29" v="401" actId="26606"/>
          <ac:spMkLst>
            <pc:docMk/>
            <pc:sldMk cId="1188115341" sldId="258"/>
            <ac:spMk id="18" creationId="{73772B81-181F-48B7-8826-4D9686D15DF5}"/>
          </ac:spMkLst>
        </pc:spChg>
        <pc:spChg chg="add del">
          <ac:chgData name="Muhammad Ismail Mangrio" userId="590c352b-06fa-4bd0-9f05-47e253030496" providerId="ADAL" clId="{BF15BC68-A2CF-4093-A553-41661EC91610}" dt="2025-09-24T10:57:29" v="401" actId="26606"/>
          <ac:spMkLst>
            <pc:docMk/>
            <pc:sldMk cId="1188115341" sldId="258"/>
            <ac:spMk id="19" creationId="{B2205F6E-03C6-4E92-877C-E2482F6599AA}"/>
          </ac:spMkLst>
        </pc:spChg>
        <pc:spChg chg="add del">
          <ac:chgData name="Muhammad Ismail Mangrio" userId="590c352b-06fa-4bd0-9f05-47e253030496" providerId="ADAL" clId="{BF15BC68-A2CF-4093-A553-41661EC91610}" dt="2025-09-24T10:57:45.163" v="411" actId="26606"/>
          <ac:spMkLst>
            <pc:docMk/>
            <pc:sldMk cId="1188115341" sldId="258"/>
            <ac:spMk id="30" creationId="{5F4391AE-0FD7-4CD8-B503-7346B38F122D}"/>
          </ac:spMkLst>
        </pc:spChg>
        <pc:spChg chg="add del">
          <ac:chgData name="Muhammad Ismail Mangrio" userId="590c352b-06fa-4bd0-9f05-47e253030496" providerId="ADAL" clId="{BF15BC68-A2CF-4093-A553-41661EC91610}" dt="2025-09-24T10:57:46.413" v="413" actId="26606"/>
          <ac:spMkLst>
            <pc:docMk/>
            <pc:sldMk cId="1188115341" sldId="258"/>
            <ac:spMk id="33" creationId="{5F4391AE-0FD7-4CD8-B503-7346B38F122D}"/>
          </ac:spMkLst>
        </pc:spChg>
        <pc:spChg chg="add del">
          <ac:chgData name="Muhammad Ismail Mangrio" userId="590c352b-06fa-4bd0-9f05-47e253030496" providerId="ADAL" clId="{BF15BC68-A2CF-4093-A553-41661EC91610}" dt="2025-09-24T10:57:48.271" v="415" actId="26606"/>
          <ac:spMkLst>
            <pc:docMk/>
            <pc:sldMk cId="1188115341" sldId="258"/>
            <ac:spMk id="35" creationId="{BDDE9CD4-0E0A-4129-8689-A89C4E9A666D}"/>
          </ac:spMkLst>
        </pc:spChg>
        <pc:spChg chg="add del">
          <ac:chgData name="Muhammad Ismail Mangrio" userId="590c352b-06fa-4bd0-9f05-47e253030496" providerId="ADAL" clId="{BF15BC68-A2CF-4093-A553-41661EC91610}" dt="2025-09-24T10:57:48.271" v="415" actId="26606"/>
          <ac:spMkLst>
            <pc:docMk/>
            <pc:sldMk cId="1188115341" sldId="258"/>
            <ac:spMk id="45" creationId="{5F4391AE-0FD7-4CD8-B503-7346B38F122D}"/>
          </ac:spMkLst>
        </pc:spChg>
        <pc:spChg chg="add del">
          <ac:chgData name="Muhammad Ismail Mangrio" userId="590c352b-06fa-4bd0-9f05-47e253030496" providerId="ADAL" clId="{BF15BC68-A2CF-4093-A553-41661EC91610}" dt="2025-09-24T10:57:51.106" v="417" actId="26606"/>
          <ac:spMkLst>
            <pc:docMk/>
            <pc:sldMk cId="1188115341" sldId="258"/>
            <ac:spMk id="47" creationId="{5F4391AE-0FD7-4CD8-B503-7346B38F122D}"/>
          </ac:spMkLst>
        </pc:spChg>
        <pc:spChg chg="add del">
          <ac:chgData name="Muhammad Ismail Mangrio" userId="590c352b-06fa-4bd0-9f05-47e253030496" providerId="ADAL" clId="{BF15BC68-A2CF-4093-A553-41661EC91610}" dt="2025-09-24T10:57:51.106" v="417" actId="26606"/>
          <ac:spMkLst>
            <pc:docMk/>
            <pc:sldMk cId="1188115341" sldId="258"/>
            <ac:spMk id="49" creationId="{3BCB5F6A-9EB0-40B0-9D13-3023E9A20508}"/>
          </ac:spMkLst>
        </pc:spChg>
        <pc:spChg chg="add">
          <ac:chgData name="Muhammad Ismail Mangrio" userId="590c352b-06fa-4bd0-9f05-47e253030496" providerId="ADAL" clId="{BF15BC68-A2CF-4093-A553-41661EC91610}" dt="2025-09-24T10:57:51.138" v="418" actId="26606"/>
          <ac:spMkLst>
            <pc:docMk/>
            <pc:sldMk cId="1188115341" sldId="258"/>
            <ac:spMk id="52" creationId="{EB6743CF-E74B-4A3C-A785-599069DB89DF}"/>
          </ac:spMkLst>
        </pc:spChg>
        <pc:spChg chg="add mod">
          <ac:chgData name="Muhammad Ismail Mangrio" userId="590c352b-06fa-4bd0-9f05-47e253030496" providerId="ADAL" clId="{BF15BC68-A2CF-4093-A553-41661EC91610}" dt="2025-09-24T10:58:06.206" v="426" actId="207"/>
          <ac:spMkLst>
            <pc:docMk/>
            <pc:sldMk cId="1188115341" sldId="258"/>
            <ac:spMk id="53" creationId="{5F4391AE-0FD7-4CD8-B503-7346B38F122D}"/>
          </ac:spMkLst>
        </pc:spChg>
        <pc:grpChg chg="add del">
          <ac:chgData name="Muhammad Ismail Mangrio" userId="590c352b-06fa-4bd0-9f05-47e253030496" providerId="ADAL" clId="{BF15BC68-A2CF-4093-A553-41661EC91610}" dt="2025-09-24T10:57:48.271" v="415" actId="26606"/>
          <ac:grpSpMkLst>
            <pc:docMk/>
            <pc:sldMk cId="1188115341" sldId="258"/>
            <ac:grpSpMk id="37" creationId="{85DB3CA2-FA66-42B9-90EF-394894352D8C}"/>
          </ac:grpSpMkLst>
        </pc:grpChg>
        <pc:graphicFrameChg chg="add del">
          <ac:chgData name="Muhammad Ismail Mangrio" userId="590c352b-06fa-4bd0-9f05-47e253030496" providerId="ADAL" clId="{BF15BC68-A2CF-4093-A553-41661EC91610}" dt="2025-09-24T10:57:22.641" v="399" actId="26606"/>
          <ac:graphicFrameMkLst>
            <pc:docMk/>
            <pc:sldMk cId="1188115341" sldId="258"/>
            <ac:graphicFrameMk id="7" creationId="{30AE571F-62CA-9AE3-3BA8-8CD9A549B8B4}"/>
          </ac:graphicFrameMkLst>
        </pc:graphicFrameChg>
        <pc:graphicFrameChg chg="add del">
          <ac:chgData name="Muhammad Ismail Mangrio" userId="590c352b-06fa-4bd0-9f05-47e253030496" providerId="ADAL" clId="{BF15BC68-A2CF-4093-A553-41661EC91610}" dt="2025-09-24T10:57:29" v="401" actId="26606"/>
          <ac:graphicFrameMkLst>
            <pc:docMk/>
            <pc:sldMk cId="1188115341" sldId="258"/>
            <ac:graphicFrameMk id="20" creationId="{CCEB5F5E-D76B-BF88-0441-31F089CCE6FA}"/>
          </ac:graphicFrameMkLst>
        </pc:graphicFrameChg>
        <pc:graphicFrameChg chg="add del">
          <ac:chgData name="Muhammad Ismail Mangrio" userId="590c352b-06fa-4bd0-9f05-47e253030496" providerId="ADAL" clId="{BF15BC68-A2CF-4093-A553-41661EC91610}" dt="2025-09-24T10:57:38.116" v="403" actId="26606"/>
          <ac:graphicFrameMkLst>
            <pc:docMk/>
            <pc:sldMk cId="1188115341" sldId="258"/>
            <ac:graphicFrameMk id="22" creationId="{4EFF54E4-7F53-EB17-D381-D80E0308F6F9}"/>
          </ac:graphicFrameMkLst>
        </pc:graphicFrameChg>
        <pc:graphicFrameChg chg="add del">
          <ac:chgData name="Muhammad Ismail Mangrio" userId="590c352b-06fa-4bd0-9f05-47e253030496" providerId="ADAL" clId="{BF15BC68-A2CF-4093-A553-41661EC91610}" dt="2025-09-24T10:57:41.211" v="405" actId="26606"/>
          <ac:graphicFrameMkLst>
            <pc:docMk/>
            <pc:sldMk cId="1188115341" sldId="258"/>
            <ac:graphicFrameMk id="24" creationId="{EDACCA5D-2AFF-31B4-657E-20BBD8F573F1}"/>
          </ac:graphicFrameMkLst>
        </pc:graphicFrameChg>
        <pc:graphicFrameChg chg="add del">
          <ac:chgData name="Muhammad Ismail Mangrio" userId="590c352b-06fa-4bd0-9f05-47e253030496" providerId="ADAL" clId="{BF15BC68-A2CF-4093-A553-41661EC91610}" dt="2025-09-24T10:57:42.226" v="407" actId="26606"/>
          <ac:graphicFrameMkLst>
            <pc:docMk/>
            <pc:sldMk cId="1188115341" sldId="258"/>
            <ac:graphicFrameMk id="26" creationId="{956583EA-C3BC-DEB6-0AE3-DAE5095AE692}"/>
          </ac:graphicFrameMkLst>
        </pc:graphicFrameChg>
        <pc:graphicFrameChg chg="add del">
          <ac:chgData name="Muhammad Ismail Mangrio" userId="590c352b-06fa-4bd0-9f05-47e253030496" providerId="ADAL" clId="{BF15BC68-A2CF-4093-A553-41661EC91610}" dt="2025-09-24T10:57:43.585" v="409" actId="26606"/>
          <ac:graphicFrameMkLst>
            <pc:docMk/>
            <pc:sldMk cId="1188115341" sldId="258"/>
            <ac:graphicFrameMk id="28" creationId="{CAEE706C-79A8-DFBD-2AAB-182C7388BC4E}"/>
          </ac:graphicFrameMkLst>
        </pc:graphicFrameChg>
        <pc:picChg chg="add del">
          <ac:chgData name="Muhammad Ismail Mangrio" userId="590c352b-06fa-4bd0-9f05-47e253030496" providerId="ADAL" clId="{BF15BC68-A2CF-4093-A553-41661EC91610}" dt="2025-09-24T10:57:48.271" v="415" actId="26606"/>
          <ac:picMkLst>
            <pc:docMk/>
            <pc:sldMk cId="1188115341" sldId="258"/>
            <ac:picMk id="36" creationId="{C0931954-1DA9-CA4E-0358-EEEF09E2B6DE}"/>
          </ac:picMkLst>
        </pc:picChg>
        <pc:picChg chg="add del">
          <ac:chgData name="Muhammad Ismail Mangrio" userId="590c352b-06fa-4bd0-9f05-47e253030496" providerId="ADAL" clId="{BF15BC68-A2CF-4093-A553-41661EC91610}" dt="2025-09-24T10:57:51.106" v="417" actId="26606"/>
          <ac:picMkLst>
            <pc:docMk/>
            <pc:sldMk cId="1188115341" sldId="258"/>
            <ac:picMk id="48" creationId="{BBE2C9D8-0C8B-23CB-0141-6FD96F625DBA}"/>
          </ac:picMkLst>
        </pc:picChg>
        <pc:picChg chg="add">
          <ac:chgData name="Muhammad Ismail Mangrio" userId="590c352b-06fa-4bd0-9f05-47e253030496" providerId="ADAL" clId="{BF15BC68-A2CF-4093-A553-41661EC91610}" dt="2025-09-24T10:57:51.138" v="418" actId="26606"/>
          <ac:picMkLst>
            <pc:docMk/>
            <pc:sldMk cId="1188115341" sldId="258"/>
            <ac:picMk id="51" creationId="{DA603B58-03DE-850A-00B0-8FCEAE0C0704}"/>
          </ac:picMkLst>
        </pc:picChg>
        <pc:cxnChg chg="add del">
          <ac:chgData name="Muhammad Ismail Mangrio" userId="590c352b-06fa-4bd0-9f05-47e253030496" providerId="ADAL" clId="{BF15BC68-A2CF-4093-A553-41661EC91610}" dt="2025-09-24T10:57:46.413" v="413" actId="26606"/>
          <ac:cxnSpMkLst>
            <pc:docMk/>
            <pc:sldMk cId="1188115341" sldId="258"/>
            <ac:cxnSpMk id="32" creationId="{0B5F7E3B-C5F1-40E0-A491-558BAFBC1127}"/>
          </ac:cxnSpMkLst>
        </pc:cxnChg>
      </pc:sldChg>
      <pc:sldChg chg="modSp mod">
        <pc:chgData name="Muhammad Ismail Mangrio" userId="590c352b-06fa-4bd0-9f05-47e253030496" providerId="ADAL" clId="{BF15BC68-A2CF-4093-A553-41661EC91610}" dt="2025-09-24T09:49:15.955" v="48" actId="20577"/>
        <pc:sldMkLst>
          <pc:docMk/>
          <pc:sldMk cId="2724688161" sldId="260"/>
        </pc:sldMkLst>
        <pc:spChg chg="mod">
          <ac:chgData name="Muhammad Ismail Mangrio" userId="590c352b-06fa-4bd0-9f05-47e253030496" providerId="ADAL" clId="{BF15BC68-A2CF-4093-A553-41661EC91610}" dt="2025-09-24T09:49:15.955" v="48" actId="20577"/>
          <ac:spMkLst>
            <pc:docMk/>
            <pc:sldMk cId="2724688161" sldId="260"/>
            <ac:spMk id="3" creationId="{7B8584DC-3BE1-439B-A244-0F2BBE92DF23}"/>
          </ac:spMkLst>
        </pc:spChg>
      </pc:sldChg>
      <pc:sldChg chg="addSp modSp mod setBg">
        <pc:chgData name="Muhammad Ismail Mangrio" userId="590c352b-06fa-4bd0-9f05-47e253030496" providerId="ADAL" clId="{BF15BC68-A2CF-4093-A553-41661EC91610}" dt="2025-09-24T10:55:05.189" v="349" actId="27636"/>
        <pc:sldMkLst>
          <pc:docMk/>
          <pc:sldMk cId="1073253417" sldId="262"/>
        </pc:sldMkLst>
        <pc:spChg chg="mod">
          <ac:chgData name="Muhammad Ismail Mangrio" userId="590c352b-06fa-4bd0-9f05-47e253030496" providerId="ADAL" clId="{BF15BC68-A2CF-4093-A553-41661EC91610}" dt="2025-09-24T10:54:58.207" v="347" actId="26606"/>
          <ac:spMkLst>
            <pc:docMk/>
            <pc:sldMk cId="1073253417" sldId="262"/>
            <ac:spMk id="2" creationId="{B3E6834C-F5CC-4046-8513-315A0F788736}"/>
          </ac:spMkLst>
        </pc:spChg>
        <pc:spChg chg="mod">
          <ac:chgData name="Muhammad Ismail Mangrio" userId="590c352b-06fa-4bd0-9f05-47e253030496" providerId="ADAL" clId="{BF15BC68-A2CF-4093-A553-41661EC91610}" dt="2025-09-24T10:55:05.189" v="349" actId="27636"/>
          <ac:spMkLst>
            <pc:docMk/>
            <pc:sldMk cId="1073253417" sldId="262"/>
            <ac:spMk id="3" creationId="{7B8584DC-3BE1-439B-A244-0F2BBE92DF23}"/>
          </ac:spMkLst>
        </pc:spChg>
        <pc:spChg chg="mod">
          <ac:chgData name="Muhammad Ismail Mangrio" userId="590c352b-06fa-4bd0-9f05-47e253030496" providerId="ADAL" clId="{BF15BC68-A2CF-4093-A553-41661EC91610}" dt="2025-09-24T10:54:58.207" v="347" actId="26606"/>
          <ac:spMkLst>
            <pc:docMk/>
            <pc:sldMk cId="1073253417" sldId="262"/>
            <ac:spMk id="4" creationId="{E3D96A11-5A9F-D4F8-0BA3-9D22468ACBEC}"/>
          </ac:spMkLst>
        </pc:spChg>
        <pc:spChg chg="mod ord">
          <ac:chgData name="Muhammad Ismail Mangrio" userId="590c352b-06fa-4bd0-9f05-47e253030496" providerId="ADAL" clId="{BF15BC68-A2CF-4093-A553-41661EC91610}" dt="2025-09-24T10:54:58.207" v="347" actId="26606"/>
          <ac:spMkLst>
            <pc:docMk/>
            <pc:sldMk cId="1073253417" sldId="262"/>
            <ac:spMk id="5" creationId="{0FFC8F87-E050-4E9E-9B05-BC4270A2488A}"/>
          </ac:spMkLst>
        </pc:spChg>
        <pc:spChg chg="add">
          <ac:chgData name="Muhammad Ismail Mangrio" userId="590c352b-06fa-4bd0-9f05-47e253030496" providerId="ADAL" clId="{BF15BC68-A2CF-4093-A553-41661EC91610}" dt="2025-09-24T10:54:58.207" v="347" actId="26606"/>
          <ac:spMkLst>
            <pc:docMk/>
            <pc:sldMk cId="1073253417" sldId="262"/>
            <ac:spMk id="11" creationId="{EB6743CF-E74B-4A3C-A785-599069DB89DF}"/>
          </ac:spMkLst>
        </pc:spChg>
        <pc:picChg chg="add">
          <ac:chgData name="Muhammad Ismail Mangrio" userId="590c352b-06fa-4bd0-9f05-47e253030496" providerId="ADAL" clId="{BF15BC68-A2CF-4093-A553-41661EC91610}" dt="2025-09-24T10:54:58.207" v="347" actId="26606"/>
          <ac:picMkLst>
            <pc:docMk/>
            <pc:sldMk cId="1073253417" sldId="262"/>
            <ac:picMk id="7" creationId="{0AD8EC86-A1DE-917A-583A-129906DA42EE}"/>
          </ac:picMkLst>
        </pc:picChg>
      </pc:sldChg>
      <pc:sldChg chg="addSp delSp modSp mod setBg">
        <pc:chgData name="Muhammad Ismail Mangrio" userId="590c352b-06fa-4bd0-9f05-47e253030496" providerId="ADAL" clId="{BF15BC68-A2CF-4093-A553-41661EC91610}" dt="2025-09-24T10:55:50.330" v="366" actId="20577"/>
        <pc:sldMkLst>
          <pc:docMk/>
          <pc:sldMk cId="2370914696" sldId="263"/>
        </pc:sldMkLst>
        <pc:spChg chg="mod">
          <ac:chgData name="Muhammad Ismail Mangrio" userId="590c352b-06fa-4bd0-9f05-47e253030496" providerId="ADAL" clId="{BF15BC68-A2CF-4093-A553-41661EC91610}" dt="2025-09-24T10:55:33.180" v="358" actId="26606"/>
          <ac:spMkLst>
            <pc:docMk/>
            <pc:sldMk cId="2370914696" sldId="263"/>
            <ac:spMk id="2" creationId="{B3E6834C-F5CC-4046-8513-315A0F788736}"/>
          </ac:spMkLst>
        </pc:spChg>
        <pc:spChg chg="add del mod">
          <ac:chgData name="Muhammad Ismail Mangrio" userId="590c352b-06fa-4bd0-9f05-47e253030496" providerId="ADAL" clId="{BF15BC68-A2CF-4093-A553-41661EC91610}" dt="2025-09-24T10:55:33.180" v="358" actId="26606"/>
          <ac:spMkLst>
            <pc:docMk/>
            <pc:sldMk cId="2370914696" sldId="263"/>
            <ac:spMk id="3" creationId="{7B8584DC-3BE1-439B-A244-0F2BBE92DF23}"/>
          </ac:spMkLst>
        </pc:spChg>
        <pc:spChg chg="mod ord">
          <ac:chgData name="Muhammad Ismail Mangrio" userId="590c352b-06fa-4bd0-9f05-47e253030496" providerId="ADAL" clId="{BF15BC68-A2CF-4093-A553-41661EC91610}" dt="2025-09-24T10:55:33.180" v="358" actId="26606"/>
          <ac:spMkLst>
            <pc:docMk/>
            <pc:sldMk cId="2370914696" sldId="263"/>
            <ac:spMk id="4" creationId="{F0784331-080C-EF4E-826E-5A4F60ADD028}"/>
          </ac:spMkLst>
        </pc:spChg>
        <pc:spChg chg="mod ord">
          <ac:chgData name="Muhammad Ismail Mangrio" userId="590c352b-06fa-4bd0-9f05-47e253030496" providerId="ADAL" clId="{BF15BC68-A2CF-4093-A553-41661EC91610}" dt="2025-09-24T10:55:33.180" v="358" actId="26606"/>
          <ac:spMkLst>
            <pc:docMk/>
            <pc:sldMk cId="2370914696" sldId="263"/>
            <ac:spMk id="5" creationId="{0FFC8F87-E050-4E9E-9B05-BC4270A2488A}"/>
          </ac:spMkLst>
        </pc:spChg>
        <pc:spChg chg="add del">
          <ac:chgData name="Muhammad Ismail Mangrio" userId="590c352b-06fa-4bd0-9f05-47e253030496" providerId="ADAL" clId="{BF15BC68-A2CF-4093-A553-41661EC91610}" dt="2025-09-24T10:55:23.057" v="351" actId="26606"/>
          <ac:spMkLst>
            <pc:docMk/>
            <pc:sldMk cId="2370914696" sldId="263"/>
            <ac:spMk id="11" creationId="{EB6743CF-E74B-4A3C-A785-599069DB89DF}"/>
          </ac:spMkLst>
        </pc:spChg>
        <pc:spChg chg="add del">
          <ac:chgData name="Muhammad Ismail Mangrio" userId="590c352b-06fa-4bd0-9f05-47e253030496" providerId="ADAL" clId="{BF15BC68-A2CF-4093-A553-41661EC91610}" dt="2025-09-24T10:55:25.713" v="353" actId="26606"/>
          <ac:spMkLst>
            <pc:docMk/>
            <pc:sldMk cId="2370914696" sldId="263"/>
            <ac:spMk id="14" creationId="{518E5A25-92C5-4F27-8E26-0AAAB0CDC85E}"/>
          </ac:spMkLst>
        </pc:spChg>
        <pc:spChg chg="add del">
          <ac:chgData name="Muhammad Ismail Mangrio" userId="590c352b-06fa-4bd0-9f05-47e253030496" providerId="ADAL" clId="{BF15BC68-A2CF-4093-A553-41661EC91610}" dt="2025-09-24T10:55:30.149" v="355" actId="26606"/>
          <ac:spMkLst>
            <pc:docMk/>
            <pc:sldMk cId="2370914696" sldId="263"/>
            <ac:spMk id="15" creationId="{B2205F6E-03C6-4E92-877C-E2482F6599AA}"/>
          </ac:spMkLst>
        </pc:spChg>
        <pc:spChg chg="add del">
          <ac:chgData name="Muhammad Ismail Mangrio" userId="590c352b-06fa-4bd0-9f05-47e253030496" providerId="ADAL" clId="{BF15BC68-A2CF-4093-A553-41661EC91610}" dt="2025-09-24T10:55:30.149" v="355" actId="26606"/>
          <ac:spMkLst>
            <pc:docMk/>
            <pc:sldMk cId="2370914696" sldId="263"/>
            <ac:spMk id="16" creationId="{9F4444CE-BC8D-4D61-B303-4C05614E62AB}"/>
          </ac:spMkLst>
        </pc:spChg>
        <pc:spChg chg="add del">
          <ac:chgData name="Muhammad Ismail Mangrio" userId="590c352b-06fa-4bd0-9f05-47e253030496" providerId="ADAL" clId="{BF15BC68-A2CF-4093-A553-41661EC91610}" dt="2025-09-24T10:55:30.149" v="355" actId="26606"/>
          <ac:spMkLst>
            <pc:docMk/>
            <pc:sldMk cId="2370914696" sldId="263"/>
            <ac:spMk id="17" creationId="{73772B81-181F-48B7-8826-4D9686D15DF5}"/>
          </ac:spMkLst>
        </pc:spChg>
        <pc:spChg chg="add del">
          <ac:chgData name="Muhammad Ismail Mangrio" userId="590c352b-06fa-4bd0-9f05-47e253030496" providerId="ADAL" clId="{BF15BC68-A2CF-4093-A553-41661EC91610}" dt="2025-09-24T10:55:33.165" v="357" actId="26606"/>
          <ac:spMkLst>
            <pc:docMk/>
            <pc:sldMk cId="2370914696" sldId="263"/>
            <ac:spMk id="20" creationId="{7B8584DC-3BE1-439B-A244-0F2BBE92DF23}"/>
          </ac:spMkLst>
        </pc:spChg>
        <pc:spChg chg="add del">
          <ac:chgData name="Muhammad Ismail Mangrio" userId="590c352b-06fa-4bd0-9f05-47e253030496" providerId="ADAL" clId="{BF15BC68-A2CF-4093-A553-41661EC91610}" dt="2025-09-24T10:55:33.165" v="357" actId="26606"/>
          <ac:spMkLst>
            <pc:docMk/>
            <pc:sldMk cId="2370914696" sldId="263"/>
            <ac:spMk id="22" creationId="{3BCB5F6A-9EB0-40B0-9D13-3023E9A20508}"/>
          </ac:spMkLst>
        </pc:spChg>
        <pc:spChg chg="add mod">
          <ac:chgData name="Muhammad Ismail Mangrio" userId="590c352b-06fa-4bd0-9f05-47e253030496" providerId="ADAL" clId="{BF15BC68-A2CF-4093-A553-41661EC91610}" dt="2025-09-24T10:55:50.330" v="366" actId="20577"/>
          <ac:spMkLst>
            <pc:docMk/>
            <pc:sldMk cId="2370914696" sldId="263"/>
            <ac:spMk id="24" creationId="{7B8584DC-3BE1-439B-A244-0F2BBE92DF23}"/>
          </ac:spMkLst>
        </pc:spChg>
        <pc:graphicFrameChg chg="add del">
          <ac:chgData name="Muhammad Ismail Mangrio" userId="590c352b-06fa-4bd0-9f05-47e253030496" providerId="ADAL" clId="{BF15BC68-A2CF-4093-A553-41661EC91610}" dt="2025-09-24T10:55:30.149" v="355" actId="26606"/>
          <ac:graphicFrameMkLst>
            <pc:docMk/>
            <pc:sldMk cId="2370914696" sldId="263"/>
            <ac:graphicFrameMk id="18" creationId="{23693C6F-9991-6AD1-FECC-90360A5D19AF}"/>
          </ac:graphicFrameMkLst>
        </pc:graphicFrameChg>
        <pc:picChg chg="add del">
          <ac:chgData name="Muhammad Ismail Mangrio" userId="590c352b-06fa-4bd0-9f05-47e253030496" providerId="ADAL" clId="{BF15BC68-A2CF-4093-A553-41661EC91610}" dt="2025-09-24T10:55:23.057" v="351" actId="26606"/>
          <ac:picMkLst>
            <pc:docMk/>
            <pc:sldMk cId="2370914696" sldId="263"/>
            <ac:picMk id="7" creationId="{635F9527-A964-325E-CD53-A8D48C008EF8}"/>
          </ac:picMkLst>
        </pc:picChg>
        <pc:picChg chg="add del">
          <ac:chgData name="Muhammad Ismail Mangrio" userId="590c352b-06fa-4bd0-9f05-47e253030496" providerId="ADAL" clId="{BF15BC68-A2CF-4093-A553-41661EC91610}" dt="2025-09-24T10:55:25.713" v="353" actId="26606"/>
          <ac:picMkLst>
            <pc:docMk/>
            <pc:sldMk cId="2370914696" sldId="263"/>
            <ac:picMk id="13" creationId="{E5329A4A-DCC2-A3D5-C250-9330D91E2DD3}"/>
          </ac:picMkLst>
        </pc:picChg>
        <pc:picChg chg="add del">
          <ac:chgData name="Muhammad Ismail Mangrio" userId="590c352b-06fa-4bd0-9f05-47e253030496" providerId="ADAL" clId="{BF15BC68-A2CF-4093-A553-41661EC91610}" dt="2025-09-24T10:55:33.165" v="357" actId="26606"/>
          <ac:picMkLst>
            <pc:docMk/>
            <pc:sldMk cId="2370914696" sldId="263"/>
            <ac:picMk id="21" creationId="{CF481936-1FFA-CB22-E9F7-898CFA4C9AE6}"/>
          </ac:picMkLst>
        </pc:picChg>
        <pc:cxnChg chg="add">
          <ac:chgData name="Muhammad Ismail Mangrio" userId="590c352b-06fa-4bd0-9f05-47e253030496" providerId="ADAL" clId="{BF15BC68-A2CF-4093-A553-41661EC91610}" dt="2025-09-24T10:55:33.180" v="358" actId="26606"/>
          <ac:cxnSpMkLst>
            <pc:docMk/>
            <pc:sldMk cId="2370914696" sldId="263"/>
            <ac:cxnSpMk id="10" creationId="{0B5F7E3B-C5F1-40E0-A491-558BAFBC1127}"/>
          </ac:cxnSpMkLst>
        </pc:cxnChg>
      </pc:sldChg>
      <pc:sldChg chg="modSp mod">
        <pc:chgData name="Muhammad Ismail Mangrio" userId="590c352b-06fa-4bd0-9f05-47e253030496" providerId="ADAL" clId="{BF15BC68-A2CF-4093-A553-41661EC91610}" dt="2025-09-24T09:50:18.999" v="64" actId="20577"/>
        <pc:sldMkLst>
          <pc:docMk/>
          <pc:sldMk cId="3572798853" sldId="264"/>
        </pc:sldMkLst>
        <pc:spChg chg="mod">
          <ac:chgData name="Muhammad Ismail Mangrio" userId="590c352b-06fa-4bd0-9f05-47e253030496" providerId="ADAL" clId="{BF15BC68-A2CF-4093-A553-41661EC91610}" dt="2025-09-24T09:50:18.999" v="64" actId="20577"/>
          <ac:spMkLst>
            <pc:docMk/>
            <pc:sldMk cId="3572798853" sldId="264"/>
            <ac:spMk id="3" creationId="{7B8584DC-3BE1-439B-A244-0F2BBE92DF23}"/>
          </ac:spMkLst>
        </pc:spChg>
        <pc:picChg chg="mod">
          <ac:chgData name="Muhammad Ismail Mangrio" userId="590c352b-06fa-4bd0-9f05-47e253030496" providerId="ADAL" clId="{BF15BC68-A2CF-4093-A553-41661EC91610}" dt="2025-09-24T09:49:54.463" v="53" actId="1076"/>
          <ac:picMkLst>
            <pc:docMk/>
            <pc:sldMk cId="3572798853" sldId="264"/>
            <ac:picMk id="8" creationId="{BEBC08F1-C9ED-4BDB-9BFF-8BE15833578B}"/>
          </ac:picMkLst>
        </pc:picChg>
      </pc:sldChg>
      <pc:sldChg chg="addSp modSp mod setBg">
        <pc:chgData name="Muhammad Ismail Mangrio" userId="590c352b-06fa-4bd0-9f05-47e253030496" providerId="ADAL" clId="{BF15BC68-A2CF-4093-A553-41661EC91610}" dt="2025-09-24T10:57:08.815" v="397" actId="12"/>
        <pc:sldMkLst>
          <pc:docMk/>
          <pc:sldMk cId="3710211899" sldId="265"/>
        </pc:sldMkLst>
        <pc:spChg chg="mod">
          <ac:chgData name="Muhammad Ismail Mangrio" userId="590c352b-06fa-4bd0-9f05-47e253030496" providerId="ADAL" clId="{BF15BC68-A2CF-4093-A553-41661EC91610}" dt="2025-09-24T10:56:52.129" v="392" actId="26606"/>
          <ac:spMkLst>
            <pc:docMk/>
            <pc:sldMk cId="3710211899" sldId="265"/>
            <ac:spMk id="2" creationId="{B3E6834C-F5CC-4046-8513-315A0F788736}"/>
          </ac:spMkLst>
        </pc:spChg>
        <pc:spChg chg="mod">
          <ac:chgData name="Muhammad Ismail Mangrio" userId="590c352b-06fa-4bd0-9f05-47e253030496" providerId="ADAL" clId="{BF15BC68-A2CF-4093-A553-41661EC91610}" dt="2025-09-24T10:57:08.815" v="397" actId="12"/>
          <ac:spMkLst>
            <pc:docMk/>
            <pc:sldMk cId="3710211899" sldId="265"/>
            <ac:spMk id="3" creationId="{7B8584DC-3BE1-439B-A244-0F2BBE92DF23}"/>
          </ac:spMkLst>
        </pc:spChg>
        <pc:spChg chg="mod">
          <ac:chgData name="Muhammad Ismail Mangrio" userId="590c352b-06fa-4bd0-9f05-47e253030496" providerId="ADAL" clId="{BF15BC68-A2CF-4093-A553-41661EC91610}" dt="2025-09-24T10:56:52.129" v="392" actId="26606"/>
          <ac:spMkLst>
            <pc:docMk/>
            <pc:sldMk cId="3710211899" sldId="265"/>
            <ac:spMk id="4" creationId="{CCB267C3-3947-1B57-35C5-BDFC781E31EB}"/>
          </ac:spMkLst>
        </pc:spChg>
        <pc:spChg chg="mod ord">
          <ac:chgData name="Muhammad Ismail Mangrio" userId="590c352b-06fa-4bd0-9f05-47e253030496" providerId="ADAL" clId="{BF15BC68-A2CF-4093-A553-41661EC91610}" dt="2025-09-24T10:56:52.129" v="392" actId="26606"/>
          <ac:spMkLst>
            <pc:docMk/>
            <pc:sldMk cId="3710211899" sldId="265"/>
            <ac:spMk id="5" creationId="{0FFC8F87-E050-4E9E-9B05-BC4270A2488A}"/>
          </ac:spMkLst>
        </pc:spChg>
        <pc:spChg chg="add">
          <ac:chgData name="Muhammad Ismail Mangrio" userId="590c352b-06fa-4bd0-9f05-47e253030496" providerId="ADAL" clId="{BF15BC68-A2CF-4093-A553-41661EC91610}" dt="2025-09-24T10:56:52.129" v="392" actId="26606"/>
          <ac:spMkLst>
            <pc:docMk/>
            <pc:sldMk cId="3710211899" sldId="265"/>
            <ac:spMk id="11" creationId="{EB6743CF-E74B-4A3C-A785-599069DB89DF}"/>
          </ac:spMkLst>
        </pc:spChg>
        <pc:picChg chg="add">
          <ac:chgData name="Muhammad Ismail Mangrio" userId="590c352b-06fa-4bd0-9f05-47e253030496" providerId="ADAL" clId="{BF15BC68-A2CF-4093-A553-41661EC91610}" dt="2025-09-24T10:56:52.129" v="392" actId="26606"/>
          <ac:picMkLst>
            <pc:docMk/>
            <pc:sldMk cId="3710211899" sldId="265"/>
            <ac:picMk id="7" creationId="{B4B9FA0A-1A46-7976-75D4-B1D2A89925A8}"/>
          </ac:picMkLst>
        </pc:picChg>
      </pc:sldChg>
      <pc:sldChg chg="modSp mod">
        <pc:chgData name="Muhammad Ismail Mangrio" userId="590c352b-06fa-4bd0-9f05-47e253030496" providerId="ADAL" clId="{BF15BC68-A2CF-4093-A553-41661EC91610}" dt="2025-09-24T09:53:59.377" v="119" actId="20577"/>
        <pc:sldMkLst>
          <pc:docMk/>
          <pc:sldMk cId="353910396" sldId="266"/>
        </pc:sldMkLst>
        <pc:spChg chg="mod">
          <ac:chgData name="Muhammad Ismail Mangrio" userId="590c352b-06fa-4bd0-9f05-47e253030496" providerId="ADAL" clId="{BF15BC68-A2CF-4093-A553-41661EC91610}" dt="2025-09-24T09:53:59.377" v="119" actId="20577"/>
          <ac:spMkLst>
            <pc:docMk/>
            <pc:sldMk cId="353910396" sldId="266"/>
            <ac:spMk id="3" creationId="{7B8584DC-3BE1-439B-A244-0F2BBE92DF23}"/>
          </ac:spMkLst>
        </pc:spChg>
      </pc:sldChg>
      <pc:sldChg chg="modSp mod">
        <pc:chgData name="Muhammad Ismail Mangrio" userId="590c352b-06fa-4bd0-9f05-47e253030496" providerId="ADAL" clId="{BF15BC68-A2CF-4093-A553-41661EC91610}" dt="2025-09-24T09:51:43.497" v="83" actId="20577"/>
        <pc:sldMkLst>
          <pc:docMk/>
          <pc:sldMk cId="545343791" sldId="267"/>
        </pc:sldMkLst>
        <pc:spChg chg="mod">
          <ac:chgData name="Muhammad Ismail Mangrio" userId="590c352b-06fa-4bd0-9f05-47e253030496" providerId="ADAL" clId="{BF15BC68-A2CF-4093-A553-41661EC91610}" dt="2025-09-24T09:51:43.497" v="83" actId="20577"/>
          <ac:spMkLst>
            <pc:docMk/>
            <pc:sldMk cId="545343791" sldId="267"/>
            <ac:spMk id="3" creationId="{7B8584DC-3BE1-439B-A244-0F2BBE92DF23}"/>
          </ac:spMkLst>
        </pc:spChg>
      </pc:sldChg>
      <pc:sldChg chg="addSp delSp modSp mod setBg">
        <pc:chgData name="Muhammad Ismail Mangrio" userId="590c352b-06fa-4bd0-9f05-47e253030496" providerId="ADAL" clId="{BF15BC68-A2CF-4093-A553-41661EC91610}" dt="2025-09-24T10:53:31.507" v="336" actId="26606"/>
        <pc:sldMkLst>
          <pc:docMk/>
          <pc:sldMk cId="1205273157" sldId="268"/>
        </pc:sldMkLst>
        <pc:spChg chg="mod">
          <ac:chgData name="Muhammad Ismail Mangrio" userId="590c352b-06fa-4bd0-9f05-47e253030496" providerId="ADAL" clId="{BF15BC68-A2CF-4093-A553-41661EC91610}" dt="2025-09-24T10:53:31.507" v="336" actId="26606"/>
          <ac:spMkLst>
            <pc:docMk/>
            <pc:sldMk cId="1205273157" sldId="268"/>
            <ac:spMk id="2" creationId="{B3E6834C-F5CC-4046-8513-315A0F788736}"/>
          </ac:spMkLst>
        </pc:spChg>
        <pc:spChg chg="del mod">
          <ac:chgData name="Muhammad Ismail Mangrio" userId="590c352b-06fa-4bd0-9f05-47e253030496" providerId="ADAL" clId="{BF15BC68-A2CF-4093-A553-41661EC91610}" dt="2025-09-24T10:53:31.507" v="336" actId="26606"/>
          <ac:spMkLst>
            <pc:docMk/>
            <pc:sldMk cId="1205273157" sldId="268"/>
            <ac:spMk id="3" creationId="{7B8584DC-3BE1-439B-A244-0F2BBE92DF23}"/>
          </ac:spMkLst>
        </pc:spChg>
        <pc:spChg chg="mod">
          <ac:chgData name="Muhammad Ismail Mangrio" userId="590c352b-06fa-4bd0-9f05-47e253030496" providerId="ADAL" clId="{BF15BC68-A2CF-4093-A553-41661EC91610}" dt="2025-09-24T10:53:31.507" v="336" actId="26606"/>
          <ac:spMkLst>
            <pc:docMk/>
            <pc:sldMk cId="1205273157" sldId="268"/>
            <ac:spMk id="4" creationId="{95AF7447-42AB-882C-4C8B-65121DDB6E4D}"/>
          </ac:spMkLst>
        </pc:spChg>
        <pc:spChg chg="mod ord">
          <ac:chgData name="Muhammad Ismail Mangrio" userId="590c352b-06fa-4bd0-9f05-47e253030496" providerId="ADAL" clId="{BF15BC68-A2CF-4093-A553-41661EC91610}" dt="2025-09-24T10:53:31.507" v="336" actId="26606"/>
          <ac:spMkLst>
            <pc:docMk/>
            <pc:sldMk cId="1205273157" sldId="268"/>
            <ac:spMk id="5" creationId="{0FFC8F87-E050-4E9E-9B05-BC4270A2488A}"/>
          </ac:spMkLst>
        </pc:spChg>
        <pc:spChg chg="add">
          <ac:chgData name="Muhammad Ismail Mangrio" userId="590c352b-06fa-4bd0-9f05-47e253030496" providerId="ADAL" clId="{BF15BC68-A2CF-4093-A553-41661EC91610}" dt="2025-09-24T10:53:31.507" v="336" actId="26606"/>
          <ac:spMkLst>
            <pc:docMk/>
            <pc:sldMk cId="1205273157" sldId="268"/>
            <ac:spMk id="11" creationId="{655AE6B0-AC9E-4167-806F-E9DB135FC46B}"/>
          </ac:spMkLst>
        </pc:spChg>
        <pc:spChg chg="add">
          <ac:chgData name="Muhammad Ismail Mangrio" userId="590c352b-06fa-4bd0-9f05-47e253030496" providerId="ADAL" clId="{BF15BC68-A2CF-4093-A553-41661EC91610}" dt="2025-09-24T10:53:31.507" v="336" actId="26606"/>
          <ac:spMkLst>
            <pc:docMk/>
            <pc:sldMk cId="1205273157" sldId="268"/>
            <ac:spMk id="24" creationId="{87BD1F4E-A66D-4C06-86DA-8D56CA7A3B41}"/>
          </ac:spMkLst>
        </pc:spChg>
        <pc:grpChg chg="add">
          <ac:chgData name="Muhammad Ismail Mangrio" userId="590c352b-06fa-4bd0-9f05-47e253030496" providerId="ADAL" clId="{BF15BC68-A2CF-4093-A553-41661EC91610}" dt="2025-09-24T10:53:31.507" v="336" actId="26606"/>
          <ac:grpSpMkLst>
            <pc:docMk/>
            <pc:sldMk cId="1205273157" sldId="268"/>
            <ac:grpSpMk id="13" creationId="{3523416A-383B-4FDC-B4C9-D8EDDFE9C043}"/>
          </ac:grpSpMkLst>
        </pc:grpChg>
        <pc:graphicFrameChg chg="add">
          <ac:chgData name="Muhammad Ismail Mangrio" userId="590c352b-06fa-4bd0-9f05-47e253030496" providerId="ADAL" clId="{BF15BC68-A2CF-4093-A553-41661EC91610}" dt="2025-09-24T10:53:31.507" v="336" actId="26606"/>
          <ac:graphicFrameMkLst>
            <pc:docMk/>
            <pc:sldMk cId="1205273157" sldId="268"/>
            <ac:graphicFrameMk id="7" creationId="{7E1CC122-B389-2EAE-9B11-13B598983FEB}"/>
          </ac:graphicFrameMkLst>
        </pc:graphicFrameChg>
      </pc:sldChg>
      <pc:sldChg chg="modSp mod">
        <pc:chgData name="Muhammad Ismail Mangrio" userId="590c352b-06fa-4bd0-9f05-47e253030496" providerId="ADAL" clId="{BF15BC68-A2CF-4093-A553-41661EC91610}" dt="2025-09-24T09:54:53.495" v="135" actId="6549"/>
        <pc:sldMkLst>
          <pc:docMk/>
          <pc:sldMk cId="2157322621" sldId="269"/>
        </pc:sldMkLst>
        <pc:spChg chg="mod">
          <ac:chgData name="Muhammad Ismail Mangrio" userId="590c352b-06fa-4bd0-9f05-47e253030496" providerId="ADAL" clId="{BF15BC68-A2CF-4093-A553-41661EC91610}" dt="2025-09-24T09:54:53.495" v="135" actId="6549"/>
          <ac:spMkLst>
            <pc:docMk/>
            <pc:sldMk cId="2157322621" sldId="269"/>
            <ac:spMk id="3" creationId="{7B8584DC-3BE1-439B-A244-0F2BBE92DF23}"/>
          </ac:spMkLst>
        </pc:spChg>
      </pc:sldChg>
      <pc:sldChg chg="modSp mod">
        <pc:chgData name="Muhammad Ismail Mangrio" userId="590c352b-06fa-4bd0-9f05-47e253030496" providerId="ADAL" clId="{BF15BC68-A2CF-4093-A553-41661EC91610}" dt="2025-09-24T10:42:10.443" v="315" actId="20577"/>
        <pc:sldMkLst>
          <pc:docMk/>
          <pc:sldMk cId="339352670" sldId="271"/>
        </pc:sldMkLst>
        <pc:spChg chg="mod">
          <ac:chgData name="Muhammad Ismail Mangrio" userId="590c352b-06fa-4bd0-9f05-47e253030496" providerId="ADAL" clId="{BF15BC68-A2CF-4093-A553-41661EC91610}" dt="2025-09-24T10:42:10.443" v="315" actId="20577"/>
          <ac:spMkLst>
            <pc:docMk/>
            <pc:sldMk cId="339352670" sldId="271"/>
            <ac:spMk id="3" creationId="{E077AC49-7751-4F58-B616-B76C4A152687}"/>
          </ac:spMkLst>
        </pc:spChg>
      </pc:sldChg>
      <pc:sldChg chg="modSp mod">
        <pc:chgData name="Muhammad Ismail Mangrio" userId="590c352b-06fa-4bd0-9f05-47e253030496" providerId="ADAL" clId="{BF15BC68-A2CF-4093-A553-41661EC91610}" dt="2025-09-24T10:44:44.736" v="335" actId="6549"/>
        <pc:sldMkLst>
          <pc:docMk/>
          <pc:sldMk cId="3430004395" sldId="275"/>
        </pc:sldMkLst>
        <pc:spChg chg="mod">
          <ac:chgData name="Muhammad Ismail Mangrio" userId="590c352b-06fa-4bd0-9f05-47e253030496" providerId="ADAL" clId="{BF15BC68-A2CF-4093-A553-41661EC91610}" dt="2025-09-24T10:44:44.736" v="335" actId="6549"/>
          <ac:spMkLst>
            <pc:docMk/>
            <pc:sldMk cId="3430004395" sldId="275"/>
            <ac:spMk id="3" creationId="{E077AC49-7751-4F58-B616-B76C4A152687}"/>
          </ac:spMkLst>
        </pc:spChg>
      </pc:sldChg>
      <pc:sldChg chg="addSp delSp modSp mod setBg">
        <pc:chgData name="Muhammad Ismail Mangrio" userId="590c352b-06fa-4bd0-9f05-47e253030496" providerId="ADAL" clId="{BF15BC68-A2CF-4093-A553-41661EC91610}" dt="2025-09-24T10:54:09.368" v="342" actId="26606"/>
        <pc:sldMkLst>
          <pc:docMk/>
          <pc:sldMk cId="2982575223" sldId="276"/>
        </pc:sldMkLst>
        <pc:spChg chg="mod">
          <ac:chgData name="Muhammad Ismail Mangrio" userId="590c352b-06fa-4bd0-9f05-47e253030496" providerId="ADAL" clId="{BF15BC68-A2CF-4093-A553-41661EC91610}" dt="2025-09-24T10:54:09.368" v="342" actId="26606"/>
          <ac:spMkLst>
            <pc:docMk/>
            <pc:sldMk cId="2982575223" sldId="276"/>
            <ac:spMk id="2" creationId="{2516ABA1-8FEE-4F4E-A803-07F46DB13CC6}"/>
          </ac:spMkLst>
        </pc:spChg>
        <pc:spChg chg="add del">
          <ac:chgData name="Muhammad Ismail Mangrio" userId="590c352b-06fa-4bd0-9f05-47e253030496" providerId="ADAL" clId="{BF15BC68-A2CF-4093-A553-41661EC91610}" dt="2025-09-24T10:54:09.368" v="342" actId="26606"/>
          <ac:spMkLst>
            <pc:docMk/>
            <pc:sldMk cId="2982575223" sldId="276"/>
            <ac:spMk id="3" creationId="{77300CF2-1AAD-4CFC-A15E-D617E3BBD3B8}"/>
          </ac:spMkLst>
        </pc:spChg>
        <pc:spChg chg="mod ord">
          <ac:chgData name="Muhammad Ismail Mangrio" userId="590c352b-06fa-4bd0-9f05-47e253030496" providerId="ADAL" clId="{BF15BC68-A2CF-4093-A553-41661EC91610}" dt="2025-09-24T10:54:09.368" v="342" actId="26606"/>
          <ac:spMkLst>
            <pc:docMk/>
            <pc:sldMk cId="2982575223" sldId="276"/>
            <ac:spMk id="4" creationId="{39F1EC37-C41E-4A0E-86B4-46924A5690CA}"/>
          </ac:spMkLst>
        </pc:spChg>
        <pc:spChg chg="mod">
          <ac:chgData name="Muhammad Ismail Mangrio" userId="590c352b-06fa-4bd0-9f05-47e253030496" providerId="ADAL" clId="{BF15BC68-A2CF-4093-A553-41661EC91610}" dt="2025-09-24T10:54:09.368" v="342" actId="26606"/>
          <ac:spMkLst>
            <pc:docMk/>
            <pc:sldMk cId="2982575223" sldId="276"/>
            <ac:spMk id="5" creationId="{9AE3E455-F7B8-68F3-9660-B6A4563B5A1A}"/>
          </ac:spMkLst>
        </pc:spChg>
        <pc:spChg chg="add del">
          <ac:chgData name="Muhammad Ismail Mangrio" userId="590c352b-06fa-4bd0-9f05-47e253030496" providerId="ADAL" clId="{BF15BC68-A2CF-4093-A553-41661EC91610}" dt="2025-09-24T10:54:09.342" v="341" actId="26606"/>
          <ac:spMkLst>
            <pc:docMk/>
            <pc:sldMk cId="2982575223" sldId="276"/>
            <ac:spMk id="11" creationId="{9F4444CE-BC8D-4D61-B303-4C05614E62AB}"/>
          </ac:spMkLst>
        </pc:spChg>
        <pc:spChg chg="add del">
          <ac:chgData name="Muhammad Ismail Mangrio" userId="590c352b-06fa-4bd0-9f05-47e253030496" providerId="ADAL" clId="{BF15BC68-A2CF-4093-A553-41661EC91610}" dt="2025-09-24T10:54:09.342" v="341" actId="26606"/>
          <ac:spMkLst>
            <pc:docMk/>
            <pc:sldMk cId="2982575223" sldId="276"/>
            <ac:spMk id="13" creationId="{73772B81-181F-48B7-8826-4D9686D15DF5}"/>
          </ac:spMkLst>
        </pc:spChg>
        <pc:spChg chg="add del">
          <ac:chgData name="Muhammad Ismail Mangrio" userId="590c352b-06fa-4bd0-9f05-47e253030496" providerId="ADAL" clId="{BF15BC68-A2CF-4093-A553-41661EC91610}" dt="2025-09-24T10:54:09.342" v="341" actId="26606"/>
          <ac:spMkLst>
            <pc:docMk/>
            <pc:sldMk cId="2982575223" sldId="276"/>
            <ac:spMk id="15" creationId="{B2205F6E-03C6-4E92-877C-E2482F6599AA}"/>
          </ac:spMkLst>
        </pc:spChg>
        <pc:spChg chg="add">
          <ac:chgData name="Muhammad Ismail Mangrio" userId="590c352b-06fa-4bd0-9f05-47e253030496" providerId="ADAL" clId="{BF15BC68-A2CF-4093-A553-41661EC91610}" dt="2025-09-24T10:54:09.368" v="342" actId="26606"/>
          <ac:spMkLst>
            <pc:docMk/>
            <pc:sldMk cId="2982575223" sldId="276"/>
            <ac:spMk id="17" creationId="{9F4444CE-BC8D-4D61-B303-4C05614E62AB}"/>
          </ac:spMkLst>
        </pc:spChg>
        <pc:spChg chg="add">
          <ac:chgData name="Muhammad Ismail Mangrio" userId="590c352b-06fa-4bd0-9f05-47e253030496" providerId="ADAL" clId="{BF15BC68-A2CF-4093-A553-41661EC91610}" dt="2025-09-24T10:54:09.368" v="342" actId="26606"/>
          <ac:spMkLst>
            <pc:docMk/>
            <pc:sldMk cId="2982575223" sldId="276"/>
            <ac:spMk id="18" creationId="{73772B81-181F-48B7-8826-4D9686D15DF5}"/>
          </ac:spMkLst>
        </pc:spChg>
        <pc:spChg chg="add">
          <ac:chgData name="Muhammad Ismail Mangrio" userId="590c352b-06fa-4bd0-9f05-47e253030496" providerId="ADAL" clId="{BF15BC68-A2CF-4093-A553-41661EC91610}" dt="2025-09-24T10:54:09.368" v="342" actId="26606"/>
          <ac:spMkLst>
            <pc:docMk/>
            <pc:sldMk cId="2982575223" sldId="276"/>
            <ac:spMk id="19" creationId="{B2205F6E-03C6-4E92-877C-E2482F6599AA}"/>
          </ac:spMkLst>
        </pc:spChg>
        <pc:graphicFrameChg chg="add del">
          <ac:chgData name="Muhammad Ismail Mangrio" userId="590c352b-06fa-4bd0-9f05-47e253030496" providerId="ADAL" clId="{BF15BC68-A2CF-4093-A553-41661EC91610}" dt="2025-09-24T10:54:09.342" v="341" actId="26606"/>
          <ac:graphicFrameMkLst>
            <pc:docMk/>
            <pc:sldMk cId="2982575223" sldId="276"/>
            <ac:graphicFrameMk id="7" creationId="{9B8B4BCD-51A8-461E-55E6-0A49B2161828}"/>
          </ac:graphicFrameMkLst>
        </pc:graphicFrameChg>
        <pc:graphicFrameChg chg="add">
          <ac:chgData name="Muhammad Ismail Mangrio" userId="590c352b-06fa-4bd0-9f05-47e253030496" providerId="ADAL" clId="{BF15BC68-A2CF-4093-A553-41661EC91610}" dt="2025-09-24T10:54:09.368" v="342" actId="26606"/>
          <ac:graphicFrameMkLst>
            <pc:docMk/>
            <pc:sldMk cId="2982575223" sldId="276"/>
            <ac:graphicFrameMk id="20" creationId="{546BBF93-4026-FDE8-504C-9F645A06B502}"/>
          </ac:graphicFrameMkLst>
        </pc:graphicFrameChg>
      </pc:sldChg>
      <pc:sldChg chg="modSp mod">
        <pc:chgData name="Muhammad Ismail Mangrio" userId="590c352b-06fa-4bd0-9f05-47e253030496" providerId="ADAL" clId="{BF15BC68-A2CF-4093-A553-41661EC91610}" dt="2025-09-24T10:07:47.295" v="161" actId="20577"/>
        <pc:sldMkLst>
          <pc:docMk/>
          <pc:sldMk cId="4273150241" sldId="277"/>
        </pc:sldMkLst>
        <pc:spChg chg="mod">
          <ac:chgData name="Muhammad Ismail Mangrio" userId="590c352b-06fa-4bd0-9f05-47e253030496" providerId="ADAL" clId="{BF15BC68-A2CF-4093-A553-41661EC91610}" dt="2025-09-24T10:07:47.295" v="161" actId="20577"/>
          <ac:spMkLst>
            <pc:docMk/>
            <pc:sldMk cId="4273150241" sldId="277"/>
            <ac:spMk id="3" creationId="{77300CF2-1AAD-4CFC-A15E-D617E3BBD3B8}"/>
          </ac:spMkLst>
        </pc:spChg>
      </pc:sldChg>
      <pc:sldChg chg="modSp mod">
        <pc:chgData name="Muhammad Ismail Mangrio" userId="590c352b-06fa-4bd0-9f05-47e253030496" providerId="ADAL" clId="{BF15BC68-A2CF-4093-A553-41661EC91610}" dt="2025-09-24T10:13:49.795" v="169" actId="33524"/>
        <pc:sldMkLst>
          <pc:docMk/>
          <pc:sldMk cId="2658038352" sldId="278"/>
        </pc:sldMkLst>
        <pc:spChg chg="mod">
          <ac:chgData name="Muhammad Ismail Mangrio" userId="590c352b-06fa-4bd0-9f05-47e253030496" providerId="ADAL" clId="{BF15BC68-A2CF-4093-A553-41661EC91610}" dt="2025-09-24T10:13:49.795" v="169" actId="33524"/>
          <ac:spMkLst>
            <pc:docMk/>
            <pc:sldMk cId="2658038352" sldId="278"/>
            <ac:spMk id="3" creationId="{92F84281-3BB8-46FD-946F-A00F993F6832}"/>
          </ac:spMkLst>
        </pc:spChg>
      </pc:sldChg>
      <pc:sldChg chg="modSp mod">
        <pc:chgData name="Muhammad Ismail Mangrio" userId="590c352b-06fa-4bd0-9f05-47e253030496" providerId="ADAL" clId="{BF15BC68-A2CF-4093-A553-41661EC91610}" dt="2025-09-24T10:18:15.463" v="196" actId="1076"/>
        <pc:sldMkLst>
          <pc:docMk/>
          <pc:sldMk cId="363396575" sldId="279"/>
        </pc:sldMkLst>
        <pc:spChg chg="mod">
          <ac:chgData name="Muhammad Ismail Mangrio" userId="590c352b-06fa-4bd0-9f05-47e253030496" providerId="ADAL" clId="{BF15BC68-A2CF-4093-A553-41661EC91610}" dt="2025-09-24T10:18:12.856" v="195" actId="1076"/>
          <ac:spMkLst>
            <pc:docMk/>
            <pc:sldMk cId="363396575" sldId="279"/>
            <ac:spMk id="3" creationId="{92F84281-3BB8-46FD-946F-A00F993F6832}"/>
          </ac:spMkLst>
        </pc:spChg>
        <pc:picChg chg="mod">
          <ac:chgData name="Muhammad Ismail Mangrio" userId="590c352b-06fa-4bd0-9f05-47e253030496" providerId="ADAL" clId="{BF15BC68-A2CF-4093-A553-41661EC91610}" dt="2025-09-24T10:18:15.463" v="196" actId="1076"/>
          <ac:picMkLst>
            <pc:docMk/>
            <pc:sldMk cId="363396575" sldId="279"/>
            <ac:picMk id="7" creationId="{FCC9022A-82A9-403E-922C-ACE940BC7A58}"/>
          </ac:picMkLst>
        </pc:picChg>
      </pc:sldChg>
      <pc:sldChg chg="modSp mod">
        <pc:chgData name="Muhammad Ismail Mangrio" userId="590c352b-06fa-4bd0-9f05-47e253030496" providerId="ADAL" clId="{BF15BC68-A2CF-4093-A553-41661EC91610}" dt="2025-09-24T10:22:03.936" v="216" actId="113"/>
        <pc:sldMkLst>
          <pc:docMk/>
          <pc:sldMk cId="566690905" sldId="280"/>
        </pc:sldMkLst>
        <pc:spChg chg="mod">
          <ac:chgData name="Muhammad Ismail Mangrio" userId="590c352b-06fa-4bd0-9f05-47e253030496" providerId="ADAL" clId="{BF15BC68-A2CF-4093-A553-41661EC91610}" dt="2025-09-24T10:22:03.936" v="216" actId="113"/>
          <ac:spMkLst>
            <pc:docMk/>
            <pc:sldMk cId="566690905" sldId="280"/>
            <ac:spMk id="3" creationId="{92F84281-3BB8-46FD-946F-A00F993F6832}"/>
          </ac:spMkLst>
        </pc:spChg>
      </pc:sldChg>
      <pc:sldChg chg="modSp mod">
        <pc:chgData name="Muhammad Ismail Mangrio" userId="590c352b-06fa-4bd0-9f05-47e253030496" providerId="ADAL" clId="{BF15BC68-A2CF-4093-A553-41661EC91610}" dt="2025-09-24T10:24:16.583" v="221" actId="20577"/>
        <pc:sldMkLst>
          <pc:docMk/>
          <pc:sldMk cId="1217561172" sldId="281"/>
        </pc:sldMkLst>
        <pc:spChg chg="mod">
          <ac:chgData name="Muhammad Ismail Mangrio" userId="590c352b-06fa-4bd0-9f05-47e253030496" providerId="ADAL" clId="{BF15BC68-A2CF-4093-A553-41661EC91610}" dt="2025-09-24T10:24:16.583" v="221" actId="20577"/>
          <ac:spMkLst>
            <pc:docMk/>
            <pc:sldMk cId="1217561172" sldId="281"/>
            <ac:spMk id="6" creationId="{92F84281-3BB8-46FD-946F-A00F993F6832}"/>
          </ac:spMkLst>
        </pc:spChg>
      </pc:sldChg>
      <pc:sldChg chg="modSp mod">
        <pc:chgData name="Muhammad Ismail Mangrio" userId="590c352b-06fa-4bd0-9f05-47e253030496" providerId="ADAL" clId="{BF15BC68-A2CF-4093-A553-41661EC91610}" dt="2025-09-24T10:33:44.775" v="282" actId="113"/>
        <pc:sldMkLst>
          <pc:docMk/>
          <pc:sldMk cId="1678795411" sldId="286"/>
        </pc:sldMkLst>
        <pc:spChg chg="mod">
          <ac:chgData name="Muhammad Ismail Mangrio" userId="590c352b-06fa-4bd0-9f05-47e253030496" providerId="ADAL" clId="{BF15BC68-A2CF-4093-A553-41661EC91610}" dt="2025-09-24T10:33:44.775" v="282" actId="113"/>
          <ac:spMkLst>
            <pc:docMk/>
            <pc:sldMk cId="1678795411" sldId="286"/>
            <ac:spMk id="3" creationId="{7B8584DC-3BE1-439B-A244-0F2BBE92DF23}"/>
          </ac:spMkLst>
        </pc:spChg>
      </pc:sldChg>
      <pc:sldChg chg="addSp modSp mod setBg">
        <pc:chgData name="Muhammad Ismail Mangrio" userId="590c352b-06fa-4bd0-9f05-47e253030496" providerId="ADAL" clId="{BF15BC68-A2CF-4093-A553-41661EC91610}" dt="2025-09-24T10:53:56.554" v="339" actId="403"/>
        <pc:sldMkLst>
          <pc:docMk/>
          <pc:sldMk cId="109568581" sldId="292"/>
        </pc:sldMkLst>
        <pc:spChg chg="mod">
          <ac:chgData name="Muhammad Ismail Mangrio" userId="590c352b-06fa-4bd0-9f05-47e253030496" providerId="ADAL" clId="{BF15BC68-A2CF-4093-A553-41661EC91610}" dt="2025-09-24T10:53:53.964" v="337" actId="26606"/>
          <ac:spMkLst>
            <pc:docMk/>
            <pc:sldMk cId="109568581" sldId="292"/>
            <ac:spMk id="2" creationId="{B3E6834C-F5CC-4046-8513-315A0F788736}"/>
          </ac:spMkLst>
        </pc:spChg>
        <pc:spChg chg="mod ord">
          <ac:chgData name="Muhammad Ismail Mangrio" userId="590c352b-06fa-4bd0-9f05-47e253030496" providerId="ADAL" clId="{BF15BC68-A2CF-4093-A553-41661EC91610}" dt="2025-09-24T10:53:56.554" v="339" actId="403"/>
          <ac:spMkLst>
            <pc:docMk/>
            <pc:sldMk cId="109568581" sldId="292"/>
            <ac:spMk id="3" creationId="{7B8584DC-3BE1-439B-A244-0F2BBE92DF23}"/>
          </ac:spMkLst>
        </pc:spChg>
        <pc:spChg chg="mod ord">
          <ac:chgData name="Muhammad Ismail Mangrio" userId="590c352b-06fa-4bd0-9f05-47e253030496" providerId="ADAL" clId="{BF15BC68-A2CF-4093-A553-41661EC91610}" dt="2025-09-24T10:53:53.964" v="337" actId="26606"/>
          <ac:spMkLst>
            <pc:docMk/>
            <pc:sldMk cId="109568581" sldId="292"/>
            <ac:spMk id="4" creationId="{0A101E0F-D790-BB21-4D83-EFB50B0E4922}"/>
          </ac:spMkLst>
        </pc:spChg>
        <pc:spChg chg="mod">
          <ac:chgData name="Muhammad Ismail Mangrio" userId="590c352b-06fa-4bd0-9f05-47e253030496" providerId="ADAL" clId="{BF15BC68-A2CF-4093-A553-41661EC91610}" dt="2025-09-24T10:53:53.964" v="337" actId="26606"/>
          <ac:spMkLst>
            <pc:docMk/>
            <pc:sldMk cId="109568581" sldId="292"/>
            <ac:spMk id="5" creationId="{0FFC8F87-E050-4E9E-9B05-BC4270A2488A}"/>
          </ac:spMkLst>
        </pc:spChg>
        <pc:cxnChg chg="add">
          <ac:chgData name="Muhammad Ismail Mangrio" userId="590c352b-06fa-4bd0-9f05-47e253030496" providerId="ADAL" clId="{BF15BC68-A2CF-4093-A553-41661EC91610}" dt="2025-09-24T10:53:53.964" v="337" actId="26606"/>
          <ac:cxnSpMkLst>
            <pc:docMk/>
            <pc:sldMk cId="109568581" sldId="292"/>
            <ac:cxnSpMk id="10" creationId="{0B5F7E3B-C5F1-40E0-A491-558BAFBC1127}"/>
          </ac:cxnSpMkLst>
        </pc:cxnChg>
      </pc:sldChg>
      <pc:sldChg chg="delSp mod">
        <pc:chgData name="Muhammad Ismail Mangrio" userId="590c352b-06fa-4bd0-9f05-47e253030496" providerId="ADAL" clId="{BF15BC68-A2CF-4093-A553-41661EC91610}" dt="2025-09-24T10:05:46.121" v="151" actId="478"/>
        <pc:sldMkLst>
          <pc:docMk/>
          <pc:sldMk cId="2453100356" sldId="293"/>
        </pc:sldMkLst>
        <pc:spChg chg="del">
          <ac:chgData name="Muhammad Ismail Mangrio" userId="590c352b-06fa-4bd0-9f05-47e253030496" providerId="ADAL" clId="{BF15BC68-A2CF-4093-A553-41661EC91610}" dt="2025-09-24T10:05:46.121" v="151" actId="478"/>
          <ac:spMkLst>
            <pc:docMk/>
            <pc:sldMk cId="2453100356" sldId="293"/>
            <ac:spMk id="3" creationId="{77300CF2-1AAD-4CFC-A15E-D617E3BBD3B8}"/>
          </ac:spMkLst>
        </pc:spChg>
      </pc:sldChg>
      <pc:sldChg chg="addSp delSp modSp mod setBg">
        <pc:chgData name="Muhammad Ismail Mangrio" userId="590c352b-06fa-4bd0-9f05-47e253030496" providerId="ADAL" clId="{BF15BC68-A2CF-4093-A553-41661EC91610}" dt="2025-09-24T10:54:48.899" v="346" actId="26606"/>
        <pc:sldMkLst>
          <pc:docMk/>
          <pc:sldMk cId="2437252095" sldId="294"/>
        </pc:sldMkLst>
        <pc:spChg chg="mod">
          <ac:chgData name="Muhammad Ismail Mangrio" userId="590c352b-06fa-4bd0-9f05-47e253030496" providerId="ADAL" clId="{BF15BC68-A2CF-4093-A553-41661EC91610}" dt="2025-09-24T10:54:48.899" v="346" actId="26606"/>
          <ac:spMkLst>
            <pc:docMk/>
            <pc:sldMk cId="2437252095" sldId="294"/>
            <ac:spMk id="2" creationId="{C2BEBF61-119A-4F17-B3B4-3B44063B0A54}"/>
          </ac:spMkLst>
        </pc:spChg>
        <pc:spChg chg="mod ord">
          <ac:chgData name="Muhammad Ismail Mangrio" userId="590c352b-06fa-4bd0-9f05-47e253030496" providerId="ADAL" clId="{BF15BC68-A2CF-4093-A553-41661EC91610}" dt="2025-09-24T10:54:48.899" v="346" actId="26606"/>
          <ac:spMkLst>
            <pc:docMk/>
            <pc:sldMk cId="2437252095" sldId="294"/>
            <ac:spMk id="4" creationId="{83061BA0-AC22-4F67-B053-C75EE33BD6A7}"/>
          </ac:spMkLst>
        </pc:spChg>
        <pc:spChg chg="mod">
          <ac:chgData name="Muhammad Ismail Mangrio" userId="590c352b-06fa-4bd0-9f05-47e253030496" providerId="ADAL" clId="{BF15BC68-A2CF-4093-A553-41661EC91610}" dt="2025-09-24T10:54:48.899" v="346" actId="26606"/>
          <ac:spMkLst>
            <pc:docMk/>
            <pc:sldMk cId="2437252095" sldId="294"/>
            <ac:spMk id="6" creationId="{92F84281-3BB8-46FD-946F-A00F993F6832}"/>
          </ac:spMkLst>
        </pc:spChg>
        <pc:spChg chg="mod">
          <ac:chgData name="Muhammad Ismail Mangrio" userId="590c352b-06fa-4bd0-9f05-47e253030496" providerId="ADAL" clId="{BF15BC68-A2CF-4093-A553-41661EC91610}" dt="2025-09-24T10:54:48.899" v="346" actId="26606"/>
          <ac:spMkLst>
            <pc:docMk/>
            <pc:sldMk cId="2437252095" sldId="294"/>
            <ac:spMk id="7" creationId="{53AE7282-DE7F-5281-A4D2-8921A9D7CC44}"/>
          </ac:spMkLst>
        </pc:spChg>
        <pc:spChg chg="add del">
          <ac:chgData name="Muhammad Ismail Mangrio" userId="590c352b-06fa-4bd0-9f05-47e253030496" providerId="ADAL" clId="{BF15BC68-A2CF-4093-A553-41661EC91610}" dt="2025-09-24T10:54:48.899" v="346" actId="26606"/>
          <ac:spMkLst>
            <pc:docMk/>
            <pc:sldMk cId="2437252095" sldId="294"/>
            <ac:spMk id="12" creationId="{4BE9D4C4-9FA3-4885-A769-301639CC7AD4}"/>
          </ac:spMkLst>
        </pc:spChg>
        <pc:spChg chg="add del">
          <ac:chgData name="Muhammad Ismail Mangrio" userId="590c352b-06fa-4bd0-9f05-47e253030496" providerId="ADAL" clId="{BF15BC68-A2CF-4093-A553-41661EC91610}" dt="2025-09-24T10:54:48.899" v="346" actId="26606"/>
          <ac:spMkLst>
            <pc:docMk/>
            <pc:sldMk cId="2437252095" sldId="294"/>
            <ac:spMk id="14" creationId="{4524F065-9F7C-400C-9A20-B343BFAA6AAB}"/>
          </ac:spMkLst>
        </pc:spChg>
        <pc:spChg chg="add del">
          <ac:chgData name="Muhammad Ismail Mangrio" userId="590c352b-06fa-4bd0-9f05-47e253030496" providerId="ADAL" clId="{BF15BC68-A2CF-4093-A553-41661EC91610}" dt="2025-09-24T10:54:48.899" v="346" actId="26606"/>
          <ac:spMkLst>
            <pc:docMk/>
            <pc:sldMk cId="2437252095" sldId="294"/>
            <ac:spMk id="16" creationId="{7EB6695E-BED5-4DA3-8C9B-AD301AEF4776}"/>
          </ac:spMkLst>
        </pc:spChg>
        <pc:spChg chg="add del">
          <ac:chgData name="Muhammad Ismail Mangrio" userId="590c352b-06fa-4bd0-9f05-47e253030496" providerId="ADAL" clId="{BF15BC68-A2CF-4093-A553-41661EC91610}" dt="2025-09-24T10:54:48.899" v="346" actId="26606"/>
          <ac:spMkLst>
            <pc:docMk/>
            <pc:sldMk cId="2437252095" sldId="294"/>
            <ac:spMk id="18" creationId="{46DB9E65-E072-43AF-A8C9-9744BA0CC25F}"/>
          </ac:spMkLst>
        </pc:spChg>
        <pc:picChg chg="mod ord">
          <ac:chgData name="Muhammad Ismail Mangrio" userId="590c352b-06fa-4bd0-9f05-47e253030496" providerId="ADAL" clId="{BF15BC68-A2CF-4093-A553-41661EC91610}" dt="2025-09-24T10:54:48.899" v="346" actId="26606"/>
          <ac:picMkLst>
            <pc:docMk/>
            <pc:sldMk cId="2437252095" sldId="294"/>
            <ac:picMk id="3" creationId="{00000000-0000-0000-0000-000000000000}"/>
          </ac:picMkLst>
        </pc:picChg>
        <pc:picChg chg="mod">
          <ac:chgData name="Muhammad Ismail Mangrio" userId="590c352b-06fa-4bd0-9f05-47e253030496" providerId="ADAL" clId="{BF15BC68-A2CF-4093-A553-41661EC91610}" dt="2025-09-24T10:54:48.899" v="346" actId="26606"/>
          <ac:picMkLst>
            <pc:docMk/>
            <pc:sldMk cId="2437252095" sldId="294"/>
            <ac:picMk id="5" creationId="{00000000-0000-0000-0000-000000000000}"/>
          </ac:picMkLst>
        </pc:picChg>
      </pc:sldChg>
      <pc:sldChg chg="modSp mod">
        <pc:chgData name="Muhammad Ismail Mangrio" userId="590c352b-06fa-4bd0-9f05-47e253030496" providerId="ADAL" clId="{BF15BC68-A2CF-4093-A553-41661EC91610}" dt="2025-09-24T10:30:03.445" v="271" actId="14"/>
        <pc:sldMkLst>
          <pc:docMk/>
          <pc:sldMk cId="2183979104" sldId="296"/>
        </pc:sldMkLst>
        <pc:spChg chg="mod">
          <ac:chgData name="Muhammad Ismail Mangrio" userId="590c352b-06fa-4bd0-9f05-47e253030496" providerId="ADAL" clId="{BF15BC68-A2CF-4093-A553-41661EC91610}" dt="2025-09-24T10:30:03.445" v="271" actId="14"/>
          <ac:spMkLst>
            <pc:docMk/>
            <pc:sldMk cId="2183979104" sldId="296"/>
            <ac:spMk id="6" creationId="{92F84281-3BB8-46FD-946F-A00F993F6832}"/>
          </ac:spMkLst>
        </pc:spChg>
      </pc:sldChg>
      <pc:sldChg chg="addSp modSp mod setBg setClrOvrMap">
        <pc:chgData name="Muhammad Ismail Mangrio" userId="590c352b-06fa-4bd0-9f05-47e253030496" providerId="ADAL" clId="{BF15BC68-A2CF-4093-A553-41661EC91610}" dt="2025-09-24T10:56:25.302" v="391" actId="255"/>
        <pc:sldMkLst>
          <pc:docMk/>
          <pc:sldMk cId="2125410844" sldId="297"/>
        </pc:sldMkLst>
        <pc:spChg chg="mod">
          <ac:chgData name="Muhammad Ismail Mangrio" userId="590c352b-06fa-4bd0-9f05-47e253030496" providerId="ADAL" clId="{BF15BC68-A2CF-4093-A553-41661EC91610}" dt="2025-09-24T10:56:04.268" v="367" actId="26606"/>
          <ac:spMkLst>
            <pc:docMk/>
            <pc:sldMk cId="2125410844" sldId="297"/>
            <ac:spMk id="2" creationId="{33CE935B-BF82-47EC-9215-315A93CFF494}"/>
          </ac:spMkLst>
        </pc:spChg>
        <pc:spChg chg="mod ord">
          <ac:chgData name="Muhammad Ismail Mangrio" userId="590c352b-06fa-4bd0-9f05-47e253030496" providerId="ADAL" clId="{BF15BC68-A2CF-4093-A553-41661EC91610}" dt="2025-09-24T10:56:25.302" v="391" actId="255"/>
          <ac:spMkLst>
            <pc:docMk/>
            <pc:sldMk cId="2125410844" sldId="297"/>
            <ac:spMk id="3" creationId="{E077AC49-7751-4F58-B616-B76C4A152687}"/>
          </ac:spMkLst>
        </pc:spChg>
        <pc:spChg chg="mod ord">
          <ac:chgData name="Muhammad Ismail Mangrio" userId="590c352b-06fa-4bd0-9f05-47e253030496" providerId="ADAL" clId="{BF15BC68-A2CF-4093-A553-41661EC91610}" dt="2025-09-24T10:56:04.268" v="367" actId="26606"/>
          <ac:spMkLst>
            <pc:docMk/>
            <pc:sldMk cId="2125410844" sldId="297"/>
            <ac:spMk id="4" creationId="{38F8E635-E313-4D67-B16F-A23BD5609960}"/>
          </ac:spMkLst>
        </pc:spChg>
        <pc:spChg chg="mod">
          <ac:chgData name="Muhammad Ismail Mangrio" userId="590c352b-06fa-4bd0-9f05-47e253030496" providerId="ADAL" clId="{BF15BC68-A2CF-4093-A553-41661EC91610}" dt="2025-09-24T10:56:04.268" v="367" actId="26606"/>
          <ac:spMkLst>
            <pc:docMk/>
            <pc:sldMk cId="2125410844" sldId="297"/>
            <ac:spMk id="5" creationId="{3FD581C8-0C36-CBC4-A5DD-26DD6FFBEBA2}"/>
          </ac:spMkLst>
        </pc:spChg>
        <pc:spChg chg="add">
          <ac:chgData name="Muhammad Ismail Mangrio" userId="590c352b-06fa-4bd0-9f05-47e253030496" providerId="ADAL" clId="{BF15BC68-A2CF-4093-A553-41661EC91610}" dt="2025-09-24T10:56:04.268" v="367" actId="26606"/>
          <ac:spMkLst>
            <pc:docMk/>
            <pc:sldMk cId="2125410844" sldId="297"/>
            <ac:spMk id="10" creationId="{86C16C40-7C29-4ACC-B851-7E08E459B596}"/>
          </ac:spMkLst>
        </pc:spChg>
        <pc:grpChg chg="add">
          <ac:chgData name="Muhammad Ismail Mangrio" userId="590c352b-06fa-4bd0-9f05-47e253030496" providerId="ADAL" clId="{BF15BC68-A2CF-4093-A553-41661EC91610}" dt="2025-09-24T10:56:04.268" v="367" actId="26606"/>
          <ac:grpSpMkLst>
            <pc:docMk/>
            <pc:sldMk cId="2125410844" sldId="297"/>
            <ac:grpSpMk id="12" creationId="{CDD733AE-DD5E-4C77-8BCD-72BF12A06BB1}"/>
          </ac:grpSpMkLst>
        </pc:gr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4ACDF127-7213-4C30-A573-24AD864565F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8FE1DB5-F652-44D1-9FA1-E8407D14504D}">
      <dgm:prSet/>
      <dgm:spPr/>
      <dgm:t>
        <a:bodyPr/>
        <a:lstStyle/>
        <a:p>
          <a:r>
            <a:rPr lang="en-US"/>
            <a:t>Natural language is </a:t>
          </a:r>
          <a:r>
            <a:rPr lang="en-US" b="1"/>
            <a:t>a special type of unstructured data</a:t>
          </a:r>
          <a:endParaRPr lang="en-US"/>
        </a:p>
      </dgm:t>
    </dgm:pt>
    <dgm:pt modelId="{F92650FD-633A-4BED-AFAB-624FE3B5591E}" type="parTrans" cxnId="{F043BBC4-02B6-4A06-8809-05D48A3D10EF}">
      <dgm:prSet/>
      <dgm:spPr/>
      <dgm:t>
        <a:bodyPr/>
        <a:lstStyle/>
        <a:p>
          <a:endParaRPr lang="en-US"/>
        </a:p>
      </dgm:t>
    </dgm:pt>
    <dgm:pt modelId="{2C646F91-F439-4CA9-A9B1-93001A9E57A0}" type="sibTrans" cxnId="{F043BBC4-02B6-4A06-8809-05D48A3D10EF}">
      <dgm:prSet/>
      <dgm:spPr/>
      <dgm:t>
        <a:bodyPr/>
        <a:lstStyle/>
        <a:p>
          <a:endParaRPr lang="en-US"/>
        </a:p>
      </dgm:t>
    </dgm:pt>
    <dgm:pt modelId="{EA721AA7-057F-4A63-B48A-B1503EBB152F}">
      <dgm:prSet/>
      <dgm:spPr/>
      <dgm:t>
        <a:bodyPr/>
        <a:lstStyle/>
        <a:p>
          <a:r>
            <a:rPr lang="en-US"/>
            <a:t>It’s challenging to process because it requires knowledge of specific data science techniques and linguistics.</a:t>
          </a:r>
        </a:p>
      </dgm:t>
    </dgm:pt>
    <dgm:pt modelId="{FE7372B1-D988-42E3-A6CE-22F16FEB5298}" type="parTrans" cxnId="{6BA26F2B-7B21-42C7-9FAF-A9EECCBE5573}">
      <dgm:prSet/>
      <dgm:spPr/>
      <dgm:t>
        <a:bodyPr/>
        <a:lstStyle/>
        <a:p>
          <a:endParaRPr lang="en-US"/>
        </a:p>
      </dgm:t>
    </dgm:pt>
    <dgm:pt modelId="{458F2A00-BE53-4673-8417-410F698C2A9E}" type="sibTrans" cxnId="{6BA26F2B-7B21-42C7-9FAF-A9EECCBE5573}">
      <dgm:prSet/>
      <dgm:spPr/>
      <dgm:t>
        <a:bodyPr/>
        <a:lstStyle/>
        <a:p>
          <a:endParaRPr lang="en-US"/>
        </a:p>
      </dgm:t>
    </dgm:pt>
    <dgm:pt modelId="{23791256-BACD-4AAA-90E1-BF1B3651ED34}">
      <dgm:prSet/>
      <dgm:spPr/>
      <dgm:t>
        <a:bodyPr/>
        <a:lstStyle/>
        <a:p>
          <a:r>
            <a:rPr lang="en-US"/>
            <a:t>The natural language processing (NLP) community has had success in Entity  recognition, topic recognition, summarization, text completion, and sentiment analysis. </a:t>
          </a:r>
        </a:p>
      </dgm:t>
    </dgm:pt>
    <dgm:pt modelId="{E2DA0F10-B7BC-41BE-A2B6-3229EF9A0C2A}" type="parTrans" cxnId="{D244008D-15D1-4BAA-8793-7128D7FC1CFC}">
      <dgm:prSet/>
      <dgm:spPr/>
      <dgm:t>
        <a:bodyPr/>
        <a:lstStyle/>
        <a:p>
          <a:endParaRPr lang="en-US"/>
        </a:p>
      </dgm:t>
    </dgm:pt>
    <dgm:pt modelId="{3743F53B-BC4E-461A-9F4C-535B4A8D80C4}" type="sibTrans" cxnId="{D244008D-15D1-4BAA-8793-7128D7FC1CFC}">
      <dgm:prSet/>
      <dgm:spPr/>
      <dgm:t>
        <a:bodyPr/>
        <a:lstStyle/>
        <a:p>
          <a:endParaRPr lang="en-US"/>
        </a:p>
      </dgm:t>
    </dgm:pt>
    <dgm:pt modelId="{C4854ACE-0726-4CDF-ABAB-E73571BC1207}">
      <dgm:prSet/>
      <dgm:spPr/>
      <dgm:t>
        <a:bodyPr/>
        <a:lstStyle/>
        <a:p>
          <a:r>
            <a:rPr lang="en-US"/>
            <a:t>However, models trained in one domain don’t generalize well to other domains. </a:t>
          </a:r>
        </a:p>
      </dgm:t>
    </dgm:pt>
    <dgm:pt modelId="{AAD33A2A-ABB4-4A45-931B-D5CCB568891F}" type="parTrans" cxnId="{7ED62762-3EE7-486F-9A93-7B2C0BB5FFB7}">
      <dgm:prSet/>
      <dgm:spPr/>
      <dgm:t>
        <a:bodyPr/>
        <a:lstStyle/>
        <a:p>
          <a:endParaRPr lang="en-US"/>
        </a:p>
      </dgm:t>
    </dgm:pt>
    <dgm:pt modelId="{7D9DB196-9BA6-4052-9D03-A3A2802309B9}" type="sibTrans" cxnId="{7ED62762-3EE7-486F-9A93-7B2C0BB5FFB7}">
      <dgm:prSet/>
      <dgm:spPr/>
      <dgm:t>
        <a:bodyPr/>
        <a:lstStyle/>
        <a:p>
          <a:endParaRPr lang="en-US"/>
        </a:p>
      </dgm:t>
    </dgm:pt>
    <dgm:pt modelId="{137B4F5E-7FEA-499C-8ADB-8E2EC2D9FB1A}">
      <dgm:prSet/>
      <dgm:spPr/>
      <dgm:t>
        <a:bodyPr/>
        <a:lstStyle/>
        <a:p>
          <a:r>
            <a:rPr lang="en-US"/>
            <a:t>Example: In sentiment analysis, the meaning of the same words can vary when coming from someone upset or joyous. </a:t>
          </a:r>
        </a:p>
      </dgm:t>
    </dgm:pt>
    <dgm:pt modelId="{B9139068-6499-4C37-B2EA-8C944F913A3B}" type="parTrans" cxnId="{0B906538-4E65-445B-B1F2-DC367AD14F67}">
      <dgm:prSet/>
      <dgm:spPr/>
      <dgm:t>
        <a:bodyPr/>
        <a:lstStyle/>
        <a:p>
          <a:endParaRPr lang="en-US"/>
        </a:p>
      </dgm:t>
    </dgm:pt>
    <dgm:pt modelId="{86126543-E6A5-47D6-8048-835254E263CE}" type="sibTrans" cxnId="{0B906538-4E65-445B-B1F2-DC367AD14F67}">
      <dgm:prSet/>
      <dgm:spPr/>
      <dgm:t>
        <a:bodyPr/>
        <a:lstStyle/>
        <a:p>
          <a:endParaRPr lang="en-US"/>
        </a:p>
      </dgm:t>
    </dgm:pt>
    <dgm:pt modelId="{6C1B533A-E767-443F-B87F-138B2DAF1871}" type="pres">
      <dgm:prSet presAssocID="{4ACDF127-7213-4C30-A573-24AD864565FC}" presName="root" presStyleCnt="0">
        <dgm:presLayoutVars>
          <dgm:dir/>
          <dgm:resizeHandles val="exact"/>
        </dgm:presLayoutVars>
      </dgm:prSet>
      <dgm:spPr/>
    </dgm:pt>
    <dgm:pt modelId="{7C1A07B8-6F24-4A58-AA3A-C614E282BBE7}" type="pres">
      <dgm:prSet presAssocID="{C8FE1DB5-F652-44D1-9FA1-E8407D14504D}" presName="compNode" presStyleCnt="0"/>
      <dgm:spPr/>
    </dgm:pt>
    <dgm:pt modelId="{2E755CA9-02AF-4C96-B2C4-E131C2FE6699}" type="pres">
      <dgm:prSet presAssocID="{C8FE1DB5-F652-44D1-9FA1-E8407D14504D}" presName="bgRect" presStyleLbl="bgShp" presStyleIdx="0" presStyleCnt="5"/>
      <dgm:spPr/>
    </dgm:pt>
    <dgm:pt modelId="{CF7340DB-AF47-4CC4-83AB-4C724BA4B74C}" type="pres">
      <dgm:prSet presAssocID="{C8FE1DB5-F652-44D1-9FA1-E8407D14504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B6F5534-DE02-4E1E-AC4C-B4192B5619B2}" type="pres">
      <dgm:prSet presAssocID="{C8FE1DB5-F652-44D1-9FA1-E8407D14504D}" presName="spaceRect" presStyleCnt="0"/>
      <dgm:spPr/>
    </dgm:pt>
    <dgm:pt modelId="{2D0A26CA-7310-4225-A7B5-1056D3BCD7CE}" type="pres">
      <dgm:prSet presAssocID="{C8FE1DB5-F652-44D1-9FA1-E8407D14504D}" presName="parTx" presStyleLbl="revTx" presStyleIdx="0" presStyleCnt="5">
        <dgm:presLayoutVars>
          <dgm:chMax val="0"/>
          <dgm:chPref val="0"/>
        </dgm:presLayoutVars>
      </dgm:prSet>
      <dgm:spPr/>
    </dgm:pt>
    <dgm:pt modelId="{D2B51B34-27DA-4733-BA4D-AE55477DFB12}" type="pres">
      <dgm:prSet presAssocID="{2C646F91-F439-4CA9-A9B1-93001A9E57A0}" presName="sibTrans" presStyleCnt="0"/>
      <dgm:spPr/>
    </dgm:pt>
    <dgm:pt modelId="{B775DFD7-D2D3-4DCE-943A-2BB0B989EBDC}" type="pres">
      <dgm:prSet presAssocID="{EA721AA7-057F-4A63-B48A-B1503EBB152F}" presName="compNode" presStyleCnt="0"/>
      <dgm:spPr/>
    </dgm:pt>
    <dgm:pt modelId="{A9D533E9-30A3-468B-ADB4-8D504989149F}" type="pres">
      <dgm:prSet presAssocID="{EA721AA7-057F-4A63-B48A-B1503EBB152F}" presName="bgRect" presStyleLbl="bgShp" presStyleIdx="1" presStyleCnt="5"/>
      <dgm:spPr/>
    </dgm:pt>
    <dgm:pt modelId="{71F5CB9D-A60A-4C1A-8BE0-1AD847BA0F9B}" type="pres">
      <dgm:prSet presAssocID="{EA721AA7-057F-4A63-B48A-B1503EBB152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D2C3686B-E100-4315-AA91-451FBB6B624A}" type="pres">
      <dgm:prSet presAssocID="{EA721AA7-057F-4A63-B48A-B1503EBB152F}" presName="spaceRect" presStyleCnt="0"/>
      <dgm:spPr/>
    </dgm:pt>
    <dgm:pt modelId="{1F81C2F6-F5B3-40F4-869F-DC9003576763}" type="pres">
      <dgm:prSet presAssocID="{EA721AA7-057F-4A63-B48A-B1503EBB152F}" presName="parTx" presStyleLbl="revTx" presStyleIdx="1" presStyleCnt="5">
        <dgm:presLayoutVars>
          <dgm:chMax val="0"/>
          <dgm:chPref val="0"/>
        </dgm:presLayoutVars>
      </dgm:prSet>
      <dgm:spPr/>
    </dgm:pt>
    <dgm:pt modelId="{C4538AA1-BD75-467C-97D4-B2FA07EB6D0B}" type="pres">
      <dgm:prSet presAssocID="{458F2A00-BE53-4673-8417-410F698C2A9E}" presName="sibTrans" presStyleCnt="0"/>
      <dgm:spPr/>
    </dgm:pt>
    <dgm:pt modelId="{CB9813F4-513A-40B8-BB74-A4E383C974EB}" type="pres">
      <dgm:prSet presAssocID="{23791256-BACD-4AAA-90E1-BF1B3651ED34}" presName="compNode" presStyleCnt="0"/>
      <dgm:spPr/>
    </dgm:pt>
    <dgm:pt modelId="{864F2CCA-E002-4061-B4C4-EB36438BA380}" type="pres">
      <dgm:prSet presAssocID="{23791256-BACD-4AAA-90E1-BF1B3651ED34}" presName="bgRect" presStyleLbl="bgShp" presStyleIdx="2" presStyleCnt="5"/>
      <dgm:spPr/>
    </dgm:pt>
    <dgm:pt modelId="{527E02C1-819E-4828-BA1F-4672496E0F74}" type="pres">
      <dgm:prSet presAssocID="{23791256-BACD-4AAA-90E1-BF1B3651ED3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31B98F8-B1EA-4EFD-B055-1D681D203FC9}" type="pres">
      <dgm:prSet presAssocID="{23791256-BACD-4AAA-90E1-BF1B3651ED34}" presName="spaceRect" presStyleCnt="0"/>
      <dgm:spPr/>
    </dgm:pt>
    <dgm:pt modelId="{EB998FFA-80D1-4A5D-9471-E9440E67AE83}" type="pres">
      <dgm:prSet presAssocID="{23791256-BACD-4AAA-90E1-BF1B3651ED34}" presName="parTx" presStyleLbl="revTx" presStyleIdx="2" presStyleCnt="5">
        <dgm:presLayoutVars>
          <dgm:chMax val="0"/>
          <dgm:chPref val="0"/>
        </dgm:presLayoutVars>
      </dgm:prSet>
      <dgm:spPr/>
    </dgm:pt>
    <dgm:pt modelId="{8E2AD024-981E-46EB-9B2E-8B53F7BCBE70}" type="pres">
      <dgm:prSet presAssocID="{3743F53B-BC4E-461A-9F4C-535B4A8D80C4}" presName="sibTrans" presStyleCnt="0"/>
      <dgm:spPr/>
    </dgm:pt>
    <dgm:pt modelId="{425DF780-4A32-474A-8CC6-15851400D036}" type="pres">
      <dgm:prSet presAssocID="{C4854ACE-0726-4CDF-ABAB-E73571BC1207}" presName="compNode" presStyleCnt="0"/>
      <dgm:spPr/>
    </dgm:pt>
    <dgm:pt modelId="{720B169A-DBBF-4BC6-8D6F-F6FC1E3275EE}" type="pres">
      <dgm:prSet presAssocID="{C4854ACE-0726-4CDF-ABAB-E73571BC1207}" presName="bgRect" presStyleLbl="bgShp" presStyleIdx="3" presStyleCnt="5"/>
      <dgm:spPr/>
    </dgm:pt>
    <dgm:pt modelId="{2A0A8DC2-F4C1-4B85-8AC8-000A8860419F}" type="pres">
      <dgm:prSet presAssocID="{C4854ACE-0726-4CDF-ABAB-E73571BC120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esentation with Org Chart"/>
        </a:ext>
      </dgm:extLst>
    </dgm:pt>
    <dgm:pt modelId="{ED06403F-AF7F-49B5-B06E-95ACA62FC516}" type="pres">
      <dgm:prSet presAssocID="{C4854ACE-0726-4CDF-ABAB-E73571BC1207}" presName="spaceRect" presStyleCnt="0"/>
      <dgm:spPr/>
    </dgm:pt>
    <dgm:pt modelId="{3A120C1C-F31A-4AC3-8516-ADF5CD56C1C4}" type="pres">
      <dgm:prSet presAssocID="{C4854ACE-0726-4CDF-ABAB-E73571BC1207}" presName="parTx" presStyleLbl="revTx" presStyleIdx="3" presStyleCnt="5">
        <dgm:presLayoutVars>
          <dgm:chMax val="0"/>
          <dgm:chPref val="0"/>
        </dgm:presLayoutVars>
      </dgm:prSet>
      <dgm:spPr/>
    </dgm:pt>
    <dgm:pt modelId="{D49B22C5-BF0A-4828-9BB4-C44780E98BCC}" type="pres">
      <dgm:prSet presAssocID="{7D9DB196-9BA6-4052-9D03-A3A2802309B9}" presName="sibTrans" presStyleCnt="0"/>
      <dgm:spPr/>
    </dgm:pt>
    <dgm:pt modelId="{DA4E0C34-1497-43CE-9E20-C69E79CAB1B5}" type="pres">
      <dgm:prSet presAssocID="{137B4F5E-7FEA-499C-8ADB-8E2EC2D9FB1A}" presName="compNode" presStyleCnt="0"/>
      <dgm:spPr/>
    </dgm:pt>
    <dgm:pt modelId="{546D59B0-9631-4547-AFDB-2363D9F1C804}" type="pres">
      <dgm:prSet presAssocID="{137B4F5E-7FEA-499C-8ADB-8E2EC2D9FB1A}" presName="bgRect" presStyleLbl="bgShp" presStyleIdx="4" presStyleCnt="5"/>
      <dgm:spPr/>
    </dgm:pt>
    <dgm:pt modelId="{E458CFDB-33C6-4624-9B99-E3B428BD2B3A}" type="pres">
      <dgm:prSet presAssocID="{137B4F5E-7FEA-499C-8ADB-8E2EC2D9FB1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ongue Face with Solid Fill"/>
        </a:ext>
      </dgm:extLst>
    </dgm:pt>
    <dgm:pt modelId="{65B49162-C9C2-427D-8061-F1E0D50973F7}" type="pres">
      <dgm:prSet presAssocID="{137B4F5E-7FEA-499C-8ADB-8E2EC2D9FB1A}" presName="spaceRect" presStyleCnt="0"/>
      <dgm:spPr/>
    </dgm:pt>
    <dgm:pt modelId="{FDA29A45-E129-4906-96C4-23F98D01821A}" type="pres">
      <dgm:prSet presAssocID="{137B4F5E-7FEA-499C-8ADB-8E2EC2D9FB1A}" presName="parTx" presStyleLbl="revTx" presStyleIdx="4" presStyleCnt="5">
        <dgm:presLayoutVars>
          <dgm:chMax val="0"/>
          <dgm:chPref val="0"/>
        </dgm:presLayoutVars>
      </dgm:prSet>
      <dgm:spPr/>
    </dgm:pt>
  </dgm:ptLst>
  <dgm:cxnLst>
    <dgm:cxn modelId="{30283714-1034-491B-992B-C876E675E11C}" type="presOf" srcId="{137B4F5E-7FEA-499C-8ADB-8E2EC2D9FB1A}" destId="{FDA29A45-E129-4906-96C4-23F98D01821A}" srcOrd="0" destOrd="0" presId="urn:microsoft.com/office/officeart/2018/2/layout/IconVerticalSolidList"/>
    <dgm:cxn modelId="{6BA26F2B-7B21-42C7-9FAF-A9EECCBE5573}" srcId="{4ACDF127-7213-4C30-A573-24AD864565FC}" destId="{EA721AA7-057F-4A63-B48A-B1503EBB152F}" srcOrd="1" destOrd="0" parTransId="{FE7372B1-D988-42E3-A6CE-22F16FEB5298}" sibTransId="{458F2A00-BE53-4673-8417-410F698C2A9E}"/>
    <dgm:cxn modelId="{663CF52F-5B4C-4F2C-91B1-7684FE71AF07}" type="presOf" srcId="{4ACDF127-7213-4C30-A573-24AD864565FC}" destId="{6C1B533A-E767-443F-B87F-138B2DAF1871}" srcOrd="0" destOrd="0" presId="urn:microsoft.com/office/officeart/2018/2/layout/IconVerticalSolidList"/>
    <dgm:cxn modelId="{0B906538-4E65-445B-B1F2-DC367AD14F67}" srcId="{4ACDF127-7213-4C30-A573-24AD864565FC}" destId="{137B4F5E-7FEA-499C-8ADB-8E2EC2D9FB1A}" srcOrd="4" destOrd="0" parTransId="{B9139068-6499-4C37-B2EA-8C944F913A3B}" sibTransId="{86126543-E6A5-47D6-8048-835254E263CE}"/>
    <dgm:cxn modelId="{7ED62762-3EE7-486F-9A93-7B2C0BB5FFB7}" srcId="{4ACDF127-7213-4C30-A573-24AD864565FC}" destId="{C4854ACE-0726-4CDF-ABAB-E73571BC1207}" srcOrd="3" destOrd="0" parTransId="{AAD33A2A-ABB4-4A45-931B-D5CCB568891F}" sibTransId="{7D9DB196-9BA6-4052-9D03-A3A2802309B9}"/>
    <dgm:cxn modelId="{0BFB7B50-3745-4D72-ADAE-9072FE1437B1}" type="presOf" srcId="{23791256-BACD-4AAA-90E1-BF1B3651ED34}" destId="{EB998FFA-80D1-4A5D-9471-E9440E67AE83}" srcOrd="0" destOrd="0" presId="urn:microsoft.com/office/officeart/2018/2/layout/IconVerticalSolidList"/>
    <dgm:cxn modelId="{D244008D-15D1-4BAA-8793-7128D7FC1CFC}" srcId="{4ACDF127-7213-4C30-A573-24AD864565FC}" destId="{23791256-BACD-4AAA-90E1-BF1B3651ED34}" srcOrd="2" destOrd="0" parTransId="{E2DA0F10-B7BC-41BE-A2B6-3229EF9A0C2A}" sibTransId="{3743F53B-BC4E-461A-9F4C-535B4A8D80C4}"/>
    <dgm:cxn modelId="{ECC8DB96-DD9C-4F55-AC34-0AEE620A2F4D}" type="presOf" srcId="{C4854ACE-0726-4CDF-ABAB-E73571BC1207}" destId="{3A120C1C-F31A-4AC3-8516-ADF5CD56C1C4}" srcOrd="0" destOrd="0" presId="urn:microsoft.com/office/officeart/2018/2/layout/IconVerticalSolidList"/>
    <dgm:cxn modelId="{EBD83098-32FE-4EFE-A653-E4B9497B2A37}" type="presOf" srcId="{C8FE1DB5-F652-44D1-9FA1-E8407D14504D}" destId="{2D0A26CA-7310-4225-A7B5-1056D3BCD7CE}" srcOrd="0" destOrd="0" presId="urn:microsoft.com/office/officeart/2018/2/layout/IconVerticalSolidList"/>
    <dgm:cxn modelId="{F043BBC4-02B6-4A06-8809-05D48A3D10EF}" srcId="{4ACDF127-7213-4C30-A573-24AD864565FC}" destId="{C8FE1DB5-F652-44D1-9FA1-E8407D14504D}" srcOrd="0" destOrd="0" parTransId="{F92650FD-633A-4BED-AFAB-624FE3B5591E}" sibTransId="{2C646F91-F439-4CA9-A9B1-93001A9E57A0}"/>
    <dgm:cxn modelId="{987941DB-DDF6-40DE-9E1A-EEAFBA81750E}" type="presOf" srcId="{EA721AA7-057F-4A63-B48A-B1503EBB152F}" destId="{1F81C2F6-F5B3-40F4-869F-DC9003576763}" srcOrd="0" destOrd="0" presId="urn:microsoft.com/office/officeart/2018/2/layout/IconVerticalSolidList"/>
    <dgm:cxn modelId="{030FA23D-6DA9-4F73-945C-851DA7E10940}" type="presParOf" srcId="{6C1B533A-E767-443F-B87F-138B2DAF1871}" destId="{7C1A07B8-6F24-4A58-AA3A-C614E282BBE7}" srcOrd="0" destOrd="0" presId="urn:microsoft.com/office/officeart/2018/2/layout/IconVerticalSolidList"/>
    <dgm:cxn modelId="{3CBF0BEB-15FE-4EB9-9197-1BE6749AC0A3}" type="presParOf" srcId="{7C1A07B8-6F24-4A58-AA3A-C614E282BBE7}" destId="{2E755CA9-02AF-4C96-B2C4-E131C2FE6699}" srcOrd="0" destOrd="0" presId="urn:microsoft.com/office/officeart/2018/2/layout/IconVerticalSolidList"/>
    <dgm:cxn modelId="{7314F1A0-DF5B-463B-A92E-B6A8FC7B1FF3}" type="presParOf" srcId="{7C1A07B8-6F24-4A58-AA3A-C614E282BBE7}" destId="{CF7340DB-AF47-4CC4-83AB-4C724BA4B74C}" srcOrd="1" destOrd="0" presId="urn:microsoft.com/office/officeart/2018/2/layout/IconVerticalSolidList"/>
    <dgm:cxn modelId="{89104FB7-E08E-46DD-BF0D-E508DB8A29EB}" type="presParOf" srcId="{7C1A07B8-6F24-4A58-AA3A-C614E282BBE7}" destId="{EB6F5534-DE02-4E1E-AC4C-B4192B5619B2}" srcOrd="2" destOrd="0" presId="urn:microsoft.com/office/officeart/2018/2/layout/IconVerticalSolidList"/>
    <dgm:cxn modelId="{D8778C4E-6A21-4751-B0B2-D6B6F7AB0062}" type="presParOf" srcId="{7C1A07B8-6F24-4A58-AA3A-C614E282BBE7}" destId="{2D0A26CA-7310-4225-A7B5-1056D3BCD7CE}" srcOrd="3" destOrd="0" presId="urn:microsoft.com/office/officeart/2018/2/layout/IconVerticalSolidList"/>
    <dgm:cxn modelId="{41A1A0AD-16AE-4EFE-94B9-3EA0E7782EE5}" type="presParOf" srcId="{6C1B533A-E767-443F-B87F-138B2DAF1871}" destId="{D2B51B34-27DA-4733-BA4D-AE55477DFB12}" srcOrd="1" destOrd="0" presId="urn:microsoft.com/office/officeart/2018/2/layout/IconVerticalSolidList"/>
    <dgm:cxn modelId="{7D00DF7D-A419-48C5-88E6-393E7F00D45A}" type="presParOf" srcId="{6C1B533A-E767-443F-B87F-138B2DAF1871}" destId="{B775DFD7-D2D3-4DCE-943A-2BB0B989EBDC}" srcOrd="2" destOrd="0" presId="urn:microsoft.com/office/officeart/2018/2/layout/IconVerticalSolidList"/>
    <dgm:cxn modelId="{F9007332-F28F-4776-93AF-248FB2CC7FAF}" type="presParOf" srcId="{B775DFD7-D2D3-4DCE-943A-2BB0B989EBDC}" destId="{A9D533E9-30A3-468B-ADB4-8D504989149F}" srcOrd="0" destOrd="0" presId="urn:microsoft.com/office/officeart/2018/2/layout/IconVerticalSolidList"/>
    <dgm:cxn modelId="{CF1A7016-D452-4D60-91FF-21EA1BB528D8}" type="presParOf" srcId="{B775DFD7-D2D3-4DCE-943A-2BB0B989EBDC}" destId="{71F5CB9D-A60A-4C1A-8BE0-1AD847BA0F9B}" srcOrd="1" destOrd="0" presId="urn:microsoft.com/office/officeart/2018/2/layout/IconVerticalSolidList"/>
    <dgm:cxn modelId="{59FFB062-19CD-4DB9-9572-FC5824929F66}" type="presParOf" srcId="{B775DFD7-D2D3-4DCE-943A-2BB0B989EBDC}" destId="{D2C3686B-E100-4315-AA91-451FBB6B624A}" srcOrd="2" destOrd="0" presId="urn:microsoft.com/office/officeart/2018/2/layout/IconVerticalSolidList"/>
    <dgm:cxn modelId="{5B8BAB45-6708-4B2D-92DC-0F83542F5B59}" type="presParOf" srcId="{B775DFD7-D2D3-4DCE-943A-2BB0B989EBDC}" destId="{1F81C2F6-F5B3-40F4-869F-DC9003576763}" srcOrd="3" destOrd="0" presId="urn:microsoft.com/office/officeart/2018/2/layout/IconVerticalSolidList"/>
    <dgm:cxn modelId="{1A7531CB-6B5A-42CB-88BC-0645EAEFE7D9}" type="presParOf" srcId="{6C1B533A-E767-443F-B87F-138B2DAF1871}" destId="{C4538AA1-BD75-467C-97D4-B2FA07EB6D0B}" srcOrd="3" destOrd="0" presId="urn:microsoft.com/office/officeart/2018/2/layout/IconVerticalSolidList"/>
    <dgm:cxn modelId="{62C5C06B-DE23-46C8-921B-28924CCCB707}" type="presParOf" srcId="{6C1B533A-E767-443F-B87F-138B2DAF1871}" destId="{CB9813F4-513A-40B8-BB74-A4E383C974EB}" srcOrd="4" destOrd="0" presId="urn:microsoft.com/office/officeart/2018/2/layout/IconVerticalSolidList"/>
    <dgm:cxn modelId="{71A6552F-9CAB-4774-8774-9C6610AFD98D}" type="presParOf" srcId="{CB9813F4-513A-40B8-BB74-A4E383C974EB}" destId="{864F2CCA-E002-4061-B4C4-EB36438BA380}" srcOrd="0" destOrd="0" presId="urn:microsoft.com/office/officeart/2018/2/layout/IconVerticalSolidList"/>
    <dgm:cxn modelId="{F378BFD3-52E5-4B66-8785-3FC50A0B445B}" type="presParOf" srcId="{CB9813F4-513A-40B8-BB74-A4E383C974EB}" destId="{527E02C1-819E-4828-BA1F-4672496E0F74}" srcOrd="1" destOrd="0" presId="urn:microsoft.com/office/officeart/2018/2/layout/IconVerticalSolidList"/>
    <dgm:cxn modelId="{2392F480-EA74-442E-974B-78C3C3B8DFCD}" type="presParOf" srcId="{CB9813F4-513A-40B8-BB74-A4E383C974EB}" destId="{131B98F8-B1EA-4EFD-B055-1D681D203FC9}" srcOrd="2" destOrd="0" presId="urn:microsoft.com/office/officeart/2018/2/layout/IconVerticalSolidList"/>
    <dgm:cxn modelId="{897AC5F3-95D3-478C-A5BE-DC6F23702F52}" type="presParOf" srcId="{CB9813F4-513A-40B8-BB74-A4E383C974EB}" destId="{EB998FFA-80D1-4A5D-9471-E9440E67AE83}" srcOrd="3" destOrd="0" presId="urn:microsoft.com/office/officeart/2018/2/layout/IconVerticalSolidList"/>
    <dgm:cxn modelId="{E507F5CC-8300-448A-AF63-AB7CFB43DE50}" type="presParOf" srcId="{6C1B533A-E767-443F-B87F-138B2DAF1871}" destId="{8E2AD024-981E-46EB-9B2E-8B53F7BCBE70}" srcOrd="5" destOrd="0" presId="urn:microsoft.com/office/officeart/2018/2/layout/IconVerticalSolidList"/>
    <dgm:cxn modelId="{B084C716-3342-4E4F-89D4-97A8ECD5908B}" type="presParOf" srcId="{6C1B533A-E767-443F-B87F-138B2DAF1871}" destId="{425DF780-4A32-474A-8CC6-15851400D036}" srcOrd="6" destOrd="0" presId="urn:microsoft.com/office/officeart/2018/2/layout/IconVerticalSolidList"/>
    <dgm:cxn modelId="{15F63353-3C22-476A-A731-1A1C62043D1F}" type="presParOf" srcId="{425DF780-4A32-474A-8CC6-15851400D036}" destId="{720B169A-DBBF-4BC6-8D6F-F6FC1E3275EE}" srcOrd="0" destOrd="0" presId="urn:microsoft.com/office/officeart/2018/2/layout/IconVerticalSolidList"/>
    <dgm:cxn modelId="{DE322641-4394-4164-8B3C-ED5B0E2F08BB}" type="presParOf" srcId="{425DF780-4A32-474A-8CC6-15851400D036}" destId="{2A0A8DC2-F4C1-4B85-8AC8-000A8860419F}" srcOrd="1" destOrd="0" presId="urn:microsoft.com/office/officeart/2018/2/layout/IconVerticalSolidList"/>
    <dgm:cxn modelId="{E8DC65BC-E75F-4078-9E31-776B6B6EA0D7}" type="presParOf" srcId="{425DF780-4A32-474A-8CC6-15851400D036}" destId="{ED06403F-AF7F-49B5-B06E-95ACA62FC516}" srcOrd="2" destOrd="0" presId="urn:microsoft.com/office/officeart/2018/2/layout/IconVerticalSolidList"/>
    <dgm:cxn modelId="{173376E9-1BE7-41B7-A53E-605A88F8A41A}" type="presParOf" srcId="{425DF780-4A32-474A-8CC6-15851400D036}" destId="{3A120C1C-F31A-4AC3-8516-ADF5CD56C1C4}" srcOrd="3" destOrd="0" presId="urn:microsoft.com/office/officeart/2018/2/layout/IconVerticalSolidList"/>
    <dgm:cxn modelId="{0A010CDA-196B-4058-A185-A8F0694DDB99}" type="presParOf" srcId="{6C1B533A-E767-443F-B87F-138B2DAF1871}" destId="{D49B22C5-BF0A-4828-9BB4-C44780E98BCC}" srcOrd="7" destOrd="0" presId="urn:microsoft.com/office/officeart/2018/2/layout/IconVerticalSolidList"/>
    <dgm:cxn modelId="{1F2B5B9A-FE5B-429E-8902-106C079ABB5E}" type="presParOf" srcId="{6C1B533A-E767-443F-B87F-138B2DAF1871}" destId="{DA4E0C34-1497-43CE-9E20-C69E79CAB1B5}" srcOrd="8" destOrd="0" presId="urn:microsoft.com/office/officeart/2018/2/layout/IconVerticalSolidList"/>
    <dgm:cxn modelId="{3C8F8124-710F-4F7E-B085-8C1363F329E6}" type="presParOf" srcId="{DA4E0C34-1497-43CE-9E20-C69E79CAB1B5}" destId="{546D59B0-9631-4547-AFDB-2363D9F1C804}" srcOrd="0" destOrd="0" presId="urn:microsoft.com/office/officeart/2018/2/layout/IconVerticalSolidList"/>
    <dgm:cxn modelId="{66E8C276-096E-464E-9A69-CD34ED93FF57}" type="presParOf" srcId="{DA4E0C34-1497-43CE-9E20-C69E79CAB1B5}" destId="{E458CFDB-33C6-4624-9B99-E3B428BD2B3A}" srcOrd="1" destOrd="0" presId="urn:microsoft.com/office/officeart/2018/2/layout/IconVerticalSolidList"/>
    <dgm:cxn modelId="{2E42B97A-FBB3-4C76-ACA5-4CEBF97938D6}" type="presParOf" srcId="{DA4E0C34-1497-43CE-9E20-C69E79CAB1B5}" destId="{65B49162-C9C2-427D-8061-F1E0D50973F7}" srcOrd="2" destOrd="0" presId="urn:microsoft.com/office/officeart/2018/2/layout/IconVerticalSolidList"/>
    <dgm:cxn modelId="{B0D288D1-FDFE-41D1-BA1B-350A7199A596}" type="presParOf" srcId="{DA4E0C34-1497-43CE-9E20-C69E79CAB1B5}" destId="{FDA29A45-E129-4906-96C4-23F98D01821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465E65-8E38-419C-AAB0-5718E17A956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A63E6EA-79F6-48DB-B5BF-3623E22AAD82}">
      <dgm:prSet/>
      <dgm:spPr/>
      <dgm:t>
        <a:bodyPr/>
        <a:lstStyle/>
        <a:p>
          <a:r>
            <a:rPr lang="en-US" b="0" i="0"/>
            <a:t>Currently many big data tools and frameworks exist, and it’s easy to get lost because new technologies appear rapidly. </a:t>
          </a:r>
          <a:endParaRPr lang="en-US"/>
        </a:p>
      </dgm:t>
    </dgm:pt>
    <dgm:pt modelId="{21840F3B-6211-445A-83A7-3B67276F01B5}" type="parTrans" cxnId="{76E0ACE1-FFB1-4570-9B31-F950C866775D}">
      <dgm:prSet/>
      <dgm:spPr/>
      <dgm:t>
        <a:bodyPr/>
        <a:lstStyle/>
        <a:p>
          <a:endParaRPr lang="en-US"/>
        </a:p>
      </dgm:t>
    </dgm:pt>
    <dgm:pt modelId="{5C6C8BAC-9071-4829-A3DC-5F7A3325EE85}" type="sibTrans" cxnId="{76E0ACE1-FFB1-4570-9B31-F950C866775D}">
      <dgm:prSet/>
      <dgm:spPr/>
      <dgm:t>
        <a:bodyPr/>
        <a:lstStyle/>
        <a:p>
          <a:endParaRPr lang="en-US"/>
        </a:p>
      </dgm:t>
    </dgm:pt>
    <dgm:pt modelId="{A82EA8CE-C936-4E53-892C-9F9916B0AA59}">
      <dgm:prSet/>
      <dgm:spPr/>
      <dgm:t>
        <a:bodyPr/>
        <a:lstStyle/>
        <a:p>
          <a:r>
            <a:rPr lang="en-US" b="0" i="0"/>
            <a:t>Big data ecosystem can be grouped into technologies that have similar goals and functionalities.</a:t>
          </a:r>
          <a:endParaRPr lang="en-US"/>
        </a:p>
      </dgm:t>
    </dgm:pt>
    <dgm:pt modelId="{96D5B6B5-F73E-4C6B-BAC1-7809F46F9688}" type="parTrans" cxnId="{E176BFBE-3BFE-467E-9919-07961A7EFE54}">
      <dgm:prSet/>
      <dgm:spPr/>
      <dgm:t>
        <a:bodyPr/>
        <a:lstStyle/>
        <a:p>
          <a:endParaRPr lang="en-US"/>
        </a:p>
      </dgm:t>
    </dgm:pt>
    <dgm:pt modelId="{C4C9CBEC-8A8A-44C6-8553-868E4A3A4AD1}" type="sibTrans" cxnId="{E176BFBE-3BFE-467E-9919-07961A7EFE54}">
      <dgm:prSet/>
      <dgm:spPr/>
      <dgm:t>
        <a:bodyPr/>
        <a:lstStyle/>
        <a:p>
          <a:endParaRPr lang="en-US"/>
        </a:p>
      </dgm:t>
    </dgm:pt>
    <dgm:pt modelId="{B7ED19CA-F253-4F50-8785-D1A0D13B0896}" type="pres">
      <dgm:prSet presAssocID="{33465E65-8E38-419C-AAB0-5718E17A9568}" presName="root" presStyleCnt="0">
        <dgm:presLayoutVars>
          <dgm:dir/>
          <dgm:resizeHandles val="exact"/>
        </dgm:presLayoutVars>
      </dgm:prSet>
      <dgm:spPr/>
    </dgm:pt>
    <dgm:pt modelId="{19520B1C-9F37-40EE-BBD7-A1EEE3FA5C28}" type="pres">
      <dgm:prSet presAssocID="{8A63E6EA-79F6-48DB-B5BF-3623E22AAD82}" presName="compNode" presStyleCnt="0"/>
      <dgm:spPr/>
    </dgm:pt>
    <dgm:pt modelId="{E4DB81C2-6C1D-4DC1-A2A3-5BEEB3030476}" type="pres">
      <dgm:prSet presAssocID="{8A63E6EA-79F6-48DB-B5BF-3623E22AAD82}" presName="bgRect" presStyleLbl="bgShp" presStyleIdx="0" presStyleCnt="2"/>
      <dgm:spPr/>
    </dgm:pt>
    <dgm:pt modelId="{B079EB11-C535-40BA-B9BE-A9F625EAF8C5}" type="pres">
      <dgm:prSet presAssocID="{8A63E6EA-79F6-48DB-B5BF-3623E22AAD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82FCA50-B0E2-4B3E-B653-568D4DFDE8D3}" type="pres">
      <dgm:prSet presAssocID="{8A63E6EA-79F6-48DB-B5BF-3623E22AAD82}" presName="spaceRect" presStyleCnt="0"/>
      <dgm:spPr/>
    </dgm:pt>
    <dgm:pt modelId="{BF466ADA-6771-4015-926A-9BB8F7B0CAE4}" type="pres">
      <dgm:prSet presAssocID="{8A63E6EA-79F6-48DB-B5BF-3623E22AAD82}" presName="parTx" presStyleLbl="revTx" presStyleIdx="0" presStyleCnt="2">
        <dgm:presLayoutVars>
          <dgm:chMax val="0"/>
          <dgm:chPref val="0"/>
        </dgm:presLayoutVars>
      </dgm:prSet>
      <dgm:spPr/>
    </dgm:pt>
    <dgm:pt modelId="{ACBF139D-B383-44E7-B21D-C5EDDA9D79AA}" type="pres">
      <dgm:prSet presAssocID="{5C6C8BAC-9071-4829-A3DC-5F7A3325EE85}" presName="sibTrans" presStyleCnt="0"/>
      <dgm:spPr/>
    </dgm:pt>
    <dgm:pt modelId="{395F245A-1A13-4C76-9B5F-28D560061039}" type="pres">
      <dgm:prSet presAssocID="{A82EA8CE-C936-4E53-892C-9F9916B0AA59}" presName="compNode" presStyleCnt="0"/>
      <dgm:spPr/>
    </dgm:pt>
    <dgm:pt modelId="{BC43EBBE-D0D1-4618-8A69-6D76BCE330F7}" type="pres">
      <dgm:prSet presAssocID="{A82EA8CE-C936-4E53-892C-9F9916B0AA59}" presName="bgRect" presStyleLbl="bgShp" presStyleIdx="1" presStyleCnt="2"/>
      <dgm:spPr/>
    </dgm:pt>
    <dgm:pt modelId="{232710C0-F72E-47E3-B65C-FDF4E3548FD3}" type="pres">
      <dgm:prSet presAssocID="{A82EA8CE-C936-4E53-892C-9F9916B0AA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B0E63DA-D2BF-470C-A4B3-C9C329A6F6E1}" type="pres">
      <dgm:prSet presAssocID="{A82EA8CE-C936-4E53-892C-9F9916B0AA59}" presName="spaceRect" presStyleCnt="0"/>
      <dgm:spPr/>
    </dgm:pt>
    <dgm:pt modelId="{9EB88DA2-FBFF-40A4-AF13-3419F85CC4FD}" type="pres">
      <dgm:prSet presAssocID="{A82EA8CE-C936-4E53-892C-9F9916B0AA59}" presName="parTx" presStyleLbl="revTx" presStyleIdx="1" presStyleCnt="2">
        <dgm:presLayoutVars>
          <dgm:chMax val="0"/>
          <dgm:chPref val="0"/>
        </dgm:presLayoutVars>
      </dgm:prSet>
      <dgm:spPr/>
    </dgm:pt>
  </dgm:ptLst>
  <dgm:cxnLst>
    <dgm:cxn modelId="{668EEF0D-C4B0-43E2-9D10-D16ABB6E3A02}" type="presOf" srcId="{33465E65-8E38-419C-AAB0-5718E17A9568}" destId="{B7ED19CA-F253-4F50-8785-D1A0D13B0896}" srcOrd="0" destOrd="0" presId="urn:microsoft.com/office/officeart/2018/2/layout/IconVerticalSolidList"/>
    <dgm:cxn modelId="{D578603C-0503-48DA-A15A-74AFB4E43709}" type="presOf" srcId="{A82EA8CE-C936-4E53-892C-9F9916B0AA59}" destId="{9EB88DA2-FBFF-40A4-AF13-3419F85CC4FD}" srcOrd="0" destOrd="0" presId="urn:microsoft.com/office/officeart/2018/2/layout/IconVerticalSolidList"/>
    <dgm:cxn modelId="{52909CBA-79BC-4635-93BC-BC18A0A133CB}" type="presOf" srcId="{8A63E6EA-79F6-48DB-B5BF-3623E22AAD82}" destId="{BF466ADA-6771-4015-926A-9BB8F7B0CAE4}" srcOrd="0" destOrd="0" presId="urn:microsoft.com/office/officeart/2018/2/layout/IconVerticalSolidList"/>
    <dgm:cxn modelId="{E176BFBE-3BFE-467E-9919-07961A7EFE54}" srcId="{33465E65-8E38-419C-AAB0-5718E17A9568}" destId="{A82EA8CE-C936-4E53-892C-9F9916B0AA59}" srcOrd="1" destOrd="0" parTransId="{96D5B6B5-F73E-4C6B-BAC1-7809F46F9688}" sibTransId="{C4C9CBEC-8A8A-44C6-8553-868E4A3A4AD1}"/>
    <dgm:cxn modelId="{76E0ACE1-FFB1-4570-9B31-F950C866775D}" srcId="{33465E65-8E38-419C-AAB0-5718E17A9568}" destId="{8A63E6EA-79F6-48DB-B5BF-3623E22AAD82}" srcOrd="0" destOrd="0" parTransId="{21840F3B-6211-445A-83A7-3B67276F01B5}" sibTransId="{5C6C8BAC-9071-4829-A3DC-5F7A3325EE85}"/>
    <dgm:cxn modelId="{AF8DD747-8211-4D25-BB4A-702354724BA3}" type="presParOf" srcId="{B7ED19CA-F253-4F50-8785-D1A0D13B0896}" destId="{19520B1C-9F37-40EE-BBD7-A1EEE3FA5C28}" srcOrd="0" destOrd="0" presId="urn:microsoft.com/office/officeart/2018/2/layout/IconVerticalSolidList"/>
    <dgm:cxn modelId="{964EEB8E-25BC-4AFA-B23B-C38B6E257680}" type="presParOf" srcId="{19520B1C-9F37-40EE-BBD7-A1EEE3FA5C28}" destId="{E4DB81C2-6C1D-4DC1-A2A3-5BEEB3030476}" srcOrd="0" destOrd="0" presId="urn:microsoft.com/office/officeart/2018/2/layout/IconVerticalSolidList"/>
    <dgm:cxn modelId="{CAD74472-330A-425C-8955-8EB1F2171A44}" type="presParOf" srcId="{19520B1C-9F37-40EE-BBD7-A1EEE3FA5C28}" destId="{B079EB11-C535-40BA-B9BE-A9F625EAF8C5}" srcOrd="1" destOrd="0" presId="urn:microsoft.com/office/officeart/2018/2/layout/IconVerticalSolidList"/>
    <dgm:cxn modelId="{1FB2B1FE-85A2-497D-B2E3-F86672C62879}" type="presParOf" srcId="{19520B1C-9F37-40EE-BBD7-A1EEE3FA5C28}" destId="{D82FCA50-B0E2-4B3E-B653-568D4DFDE8D3}" srcOrd="2" destOrd="0" presId="urn:microsoft.com/office/officeart/2018/2/layout/IconVerticalSolidList"/>
    <dgm:cxn modelId="{3DEF4976-6BD0-4027-B4E3-4AB31CCC1A9D}" type="presParOf" srcId="{19520B1C-9F37-40EE-BBD7-A1EEE3FA5C28}" destId="{BF466ADA-6771-4015-926A-9BB8F7B0CAE4}" srcOrd="3" destOrd="0" presId="urn:microsoft.com/office/officeart/2018/2/layout/IconVerticalSolidList"/>
    <dgm:cxn modelId="{F211F9A8-4719-4D58-B135-A527686DBBD1}" type="presParOf" srcId="{B7ED19CA-F253-4F50-8785-D1A0D13B0896}" destId="{ACBF139D-B383-44E7-B21D-C5EDDA9D79AA}" srcOrd="1" destOrd="0" presId="urn:microsoft.com/office/officeart/2018/2/layout/IconVerticalSolidList"/>
    <dgm:cxn modelId="{509F2F63-2392-45DB-8F9C-0E5641B9C9EC}" type="presParOf" srcId="{B7ED19CA-F253-4F50-8785-D1A0D13B0896}" destId="{395F245A-1A13-4C76-9B5F-28D560061039}" srcOrd="2" destOrd="0" presId="urn:microsoft.com/office/officeart/2018/2/layout/IconVerticalSolidList"/>
    <dgm:cxn modelId="{4057E6B4-B1AE-4534-AB79-25CDBFFC1AB8}" type="presParOf" srcId="{395F245A-1A13-4C76-9B5F-28D560061039}" destId="{BC43EBBE-D0D1-4618-8A69-6D76BCE330F7}" srcOrd="0" destOrd="0" presId="urn:microsoft.com/office/officeart/2018/2/layout/IconVerticalSolidList"/>
    <dgm:cxn modelId="{27C3B41A-F3E9-4CD1-99B8-9A209103F39E}" type="presParOf" srcId="{395F245A-1A13-4C76-9B5F-28D560061039}" destId="{232710C0-F72E-47E3-B65C-FDF4E3548FD3}" srcOrd="1" destOrd="0" presId="urn:microsoft.com/office/officeart/2018/2/layout/IconVerticalSolidList"/>
    <dgm:cxn modelId="{EDE38503-F41F-4665-BC10-C3FB6584E153}" type="presParOf" srcId="{395F245A-1A13-4C76-9B5F-28D560061039}" destId="{6B0E63DA-D2BF-470C-A4B3-C9C329A6F6E1}" srcOrd="2" destOrd="0" presId="urn:microsoft.com/office/officeart/2018/2/layout/IconVerticalSolidList"/>
    <dgm:cxn modelId="{6B7CF919-CEE5-4CAD-9A94-3F5AAA9DA27A}" type="presParOf" srcId="{395F245A-1A13-4C76-9B5F-28D560061039}" destId="{9EB88DA2-FBFF-40A4-AF13-3419F85CC4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55CA9-02AF-4C96-B2C4-E131C2FE6699}">
      <dsp:nvSpPr>
        <dsp:cNvPr id="0" name=""/>
        <dsp:cNvSpPr/>
      </dsp:nvSpPr>
      <dsp:spPr>
        <a:xfrm>
          <a:off x="0" y="3890"/>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7340DB-AF47-4CC4-83AB-4C724BA4B74C}">
      <dsp:nvSpPr>
        <dsp:cNvPr id="0" name=""/>
        <dsp:cNvSpPr/>
      </dsp:nvSpPr>
      <dsp:spPr>
        <a:xfrm>
          <a:off x="250661" y="190332"/>
          <a:ext cx="455748" cy="4557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D0A26CA-7310-4225-A7B5-1056D3BCD7CE}">
      <dsp:nvSpPr>
        <dsp:cNvPr id="0" name=""/>
        <dsp:cNvSpPr/>
      </dsp:nvSpPr>
      <dsp:spPr>
        <a:xfrm>
          <a:off x="957071" y="3890"/>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en-US" sz="1600" kern="1200"/>
            <a:t>Natural language is </a:t>
          </a:r>
          <a:r>
            <a:rPr lang="en-US" sz="1600" b="1" kern="1200"/>
            <a:t>a special type of unstructured data</a:t>
          </a:r>
          <a:endParaRPr lang="en-US" sz="1600" kern="1200"/>
        </a:p>
      </dsp:txBody>
      <dsp:txXfrm>
        <a:off x="957071" y="3890"/>
        <a:ext cx="5671732" cy="828633"/>
      </dsp:txXfrm>
    </dsp:sp>
    <dsp:sp modelId="{A9D533E9-30A3-468B-ADB4-8D504989149F}">
      <dsp:nvSpPr>
        <dsp:cNvPr id="0" name=""/>
        <dsp:cNvSpPr/>
      </dsp:nvSpPr>
      <dsp:spPr>
        <a:xfrm>
          <a:off x="0" y="1039682"/>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F5CB9D-A60A-4C1A-8BE0-1AD847BA0F9B}">
      <dsp:nvSpPr>
        <dsp:cNvPr id="0" name=""/>
        <dsp:cNvSpPr/>
      </dsp:nvSpPr>
      <dsp:spPr>
        <a:xfrm>
          <a:off x="250661" y="1226124"/>
          <a:ext cx="455748" cy="4557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F81C2F6-F5B3-40F4-869F-DC9003576763}">
      <dsp:nvSpPr>
        <dsp:cNvPr id="0" name=""/>
        <dsp:cNvSpPr/>
      </dsp:nvSpPr>
      <dsp:spPr>
        <a:xfrm>
          <a:off x="957071" y="1039682"/>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en-US" sz="1600" kern="1200"/>
            <a:t>It’s challenging to process because it requires knowledge of specific data science techniques and linguistics.</a:t>
          </a:r>
        </a:p>
      </dsp:txBody>
      <dsp:txXfrm>
        <a:off x="957071" y="1039682"/>
        <a:ext cx="5671732" cy="828633"/>
      </dsp:txXfrm>
    </dsp:sp>
    <dsp:sp modelId="{864F2CCA-E002-4061-B4C4-EB36438BA380}">
      <dsp:nvSpPr>
        <dsp:cNvPr id="0" name=""/>
        <dsp:cNvSpPr/>
      </dsp:nvSpPr>
      <dsp:spPr>
        <a:xfrm>
          <a:off x="0" y="2075473"/>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7E02C1-819E-4828-BA1F-4672496E0F74}">
      <dsp:nvSpPr>
        <dsp:cNvPr id="0" name=""/>
        <dsp:cNvSpPr/>
      </dsp:nvSpPr>
      <dsp:spPr>
        <a:xfrm>
          <a:off x="250661" y="2261916"/>
          <a:ext cx="455748" cy="4557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998FFA-80D1-4A5D-9471-E9440E67AE83}">
      <dsp:nvSpPr>
        <dsp:cNvPr id="0" name=""/>
        <dsp:cNvSpPr/>
      </dsp:nvSpPr>
      <dsp:spPr>
        <a:xfrm>
          <a:off x="957071" y="2075473"/>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en-US" sz="1600" kern="1200"/>
            <a:t>The natural language processing (NLP) community has had success in Entity  recognition, topic recognition, summarization, text completion, and sentiment analysis. </a:t>
          </a:r>
        </a:p>
      </dsp:txBody>
      <dsp:txXfrm>
        <a:off x="957071" y="2075473"/>
        <a:ext cx="5671732" cy="828633"/>
      </dsp:txXfrm>
    </dsp:sp>
    <dsp:sp modelId="{720B169A-DBBF-4BC6-8D6F-F6FC1E3275EE}">
      <dsp:nvSpPr>
        <dsp:cNvPr id="0" name=""/>
        <dsp:cNvSpPr/>
      </dsp:nvSpPr>
      <dsp:spPr>
        <a:xfrm>
          <a:off x="0" y="3111265"/>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0A8DC2-F4C1-4B85-8AC8-000A8860419F}">
      <dsp:nvSpPr>
        <dsp:cNvPr id="0" name=""/>
        <dsp:cNvSpPr/>
      </dsp:nvSpPr>
      <dsp:spPr>
        <a:xfrm>
          <a:off x="250661" y="3297708"/>
          <a:ext cx="455748" cy="4557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120C1C-F31A-4AC3-8516-ADF5CD56C1C4}">
      <dsp:nvSpPr>
        <dsp:cNvPr id="0" name=""/>
        <dsp:cNvSpPr/>
      </dsp:nvSpPr>
      <dsp:spPr>
        <a:xfrm>
          <a:off x="957071" y="3111265"/>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en-US" sz="1600" kern="1200"/>
            <a:t>However, models trained in one domain don’t generalize well to other domains. </a:t>
          </a:r>
        </a:p>
      </dsp:txBody>
      <dsp:txXfrm>
        <a:off x="957071" y="3111265"/>
        <a:ext cx="5671732" cy="828633"/>
      </dsp:txXfrm>
    </dsp:sp>
    <dsp:sp modelId="{546D59B0-9631-4547-AFDB-2363D9F1C804}">
      <dsp:nvSpPr>
        <dsp:cNvPr id="0" name=""/>
        <dsp:cNvSpPr/>
      </dsp:nvSpPr>
      <dsp:spPr>
        <a:xfrm>
          <a:off x="0" y="4147057"/>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58CFDB-33C6-4624-9B99-E3B428BD2B3A}">
      <dsp:nvSpPr>
        <dsp:cNvPr id="0" name=""/>
        <dsp:cNvSpPr/>
      </dsp:nvSpPr>
      <dsp:spPr>
        <a:xfrm>
          <a:off x="250661" y="4333499"/>
          <a:ext cx="455748" cy="4557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A29A45-E129-4906-96C4-23F98D01821A}">
      <dsp:nvSpPr>
        <dsp:cNvPr id="0" name=""/>
        <dsp:cNvSpPr/>
      </dsp:nvSpPr>
      <dsp:spPr>
        <a:xfrm>
          <a:off x="957071" y="4147057"/>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en-US" sz="1600" kern="1200"/>
            <a:t>Example: In sentiment analysis, the meaning of the same words can vary when coming from someone upset or joyous. </a:t>
          </a:r>
        </a:p>
      </dsp:txBody>
      <dsp:txXfrm>
        <a:off x="957071" y="4147057"/>
        <a:ext cx="5671732" cy="8286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B81C2-6C1D-4DC1-A2A3-5BEEB3030476}">
      <dsp:nvSpPr>
        <dsp:cNvPr id="0" name=""/>
        <dsp:cNvSpPr/>
      </dsp:nvSpPr>
      <dsp:spPr>
        <a:xfrm>
          <a:off x="0" y="665190"/>
          <a:ext cx="9618133" cy="12280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79EB11-C535-40BA-B9BE-A9F625EAF8C5}">
      <dsp:nvSpPr>
        <dsp:cNvPr id="0" name=""/>
        <dsp:cNvSpPr/>
      </dsp:nvSpPr>
      <dsp:spPr>
        <a:xfrm>
          <a:off x="371483" y="941500"/>
          <a:ext cx="675424" cy="6754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F466ADA-6771-4015-926A-9BB8F7B0CAE4}">
      <dsp:nvSpPr>
        <dsp:cNvPr id="0" name=""/>
        <dsp:cNvSpPr/>
      </dsp:nvSpPr>
      <dsp:spPr>
        <a:xfrm>
          <a:off x="1418391" y="665190"/>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66800">
            <a:lnSpc>
              <a:spcPct val="90000"/>
            </a:lnSpc>
            <a:spcBef>
              <a:spcPct val="0"/>
            </a:spcBef>
            <a:spcAft>
              <a:spcPct val="35000"/>
            </a:spcAft>
            <a:buNone/>
          </a:pPr>
          <a:r>
            <a:rPr lang="en-US" sz="2400" b="0" i="0" kern="1200"/>
            <a:t>Currently many big data tools and frameworks exist, and it’s easy to get lost because new technologies appear rapidly. </a:t>
          </a:r>
          <a:endParaRPr lang="en-US" sz="2400" kern="1200"/>
        </a:p>
      </dsp:txBody>
      <dsp:txXfrm>
        <a:off x="1418391" y="665190"/>
        <a:ext cx="8199741" cy="1228044"/>
      </dsp:txXfrm>
    </dsp:sp>
    <dsp:sp modelId="{BC43EBBE-D0D1-4618-8A69-6D76BCE330F7}">
      <dsp:nvSpPr>
        <dsp:cNvPr id="0" name=""/>
        <dsp:cNvSpPr/>
      </dsp:nvSpPr>
      <dsp:spPr>
        <a:xfrm>
          <a:off x="0" y="2200246"/>
          <a:ext cx="9618133" cy="12280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710C0-F72E-47E3-B65C-FDF4E3548FD3}">
      <dsp:nvSpPr>
        <dsp:cNvPr id="0" name=""/>
        <dsp:cNvSpPr/>
      </dsp:nvSpPr>
      <dsp:spPr>
        <a:xfrm>
          <a:off x="371483" y="2476556"/>
          <a:ext cx="675424" cy="6754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B88DA2-FBFF-40A4-AF13-3419F85CC4FD}">
      <dsp:nvSpPr>
        <dsp:cNvPr id="0" name=""/>
        <dsp:cNvSpPr/>
      </dsp:nvSpPr>
      <dsp:spPr>
        <a:xfrm>
          <a:off x="1418391" y="2200246"/>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66800">
            <a:lnSpc>
              <a:spcPct val="90000"/>
            </a:lnSpc>
            <a:spcBef>
              <a:spcPct val="0"/>
            </a:spcBef>
            <a:spcAft>
              <a:spcPct val="35000"/>
            </a:spcAft>
            <a:buNone/>
          </a:pPr>
          <a:r>
            <a:rPr lang="en-US" sz="2400" b="0" i="0" kern="1200"/>
            <a:t>Big data ecosystem can be grouped into technologies that have similar goals and functionalities.</a:t>
          </a:r>
          <a:endParaRPr lang="en-US" sz="2400" kern="1200"/>
        </a:p>
      </dsp:txBody>
      <dsp:txXfrm>
        <a:off x="1418391" y="2200246"/>
        <a:ext cx="8199741" cy="122804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9C09E9-14A4-45C6-99A8-7CC7BB07ADA9}" type="datetimeFigureOut">
              <a:rPr lang="en-US" smtClean="0"/>
              <a:t>9/24/2025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84E74-A0D6-41E3-ADF1-94BED98E59AD}" type="slidenum">
              <a:rPr lang="en-US" smtClean="0"/>
              <a:t>‹#›</a:t>
            </a:fld>
            <a:endParaRPr lang="en-US"/>
          </a:p>
        </p:txBody>
      </p:sp>
    </p:spTree>
    <p:extLst>
      <p:ext uri="{BB962C8B-B14F-4D97-AF65-F5344CB8AC3E}">
        <p14:creationId xmlns:p14="http://schemas.microsoft.com/office/powerpoint/2010/main" val="99030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Research Goals</a:t>
            </a:r>
            <a:endParaRPr lang="en-US" dirty="0"/>
          </a:p>
          <a:p>
            <a:r>
              <a:rPr lang="en-US" dirty="0"/>
              <a:t>Write down in your own words:</a:t>
            </a:r>
          </a:p>
          <a:p>
            <a:pPr lvl="1"/>
            <a:r>
              <a:rPr lang="en-US" dirty="0"/>
              <a:t>What is the problem?</a:t>
            </a:r>
          </a:p>
          <a:p>
            <a:pPr lvl="1"/>
            <a:r>
              <a:rPr lang="en-US" dirty="0"/>
              <a:t>Why does it matter to the company?</a:t>
            </a:r>
          </a:p>
          <a:p>
            <a:pPr lvl="1"/>
            <a:r>
              <a:rPr lang="en-US" dirty="0"/>
              <a:t>How might data help solve it?</a:t>
            </a:r>
          </a:p>
          <a:p>
            <a:r>
              <a:rPr lang="en-US" b="1" dirty="0"/>
              <a:t>Retrieving Data</a:t>
            </a:r>
            <a:endParaRPr lang="en-US" dirty="0"/>
          </a:p>
          <a:p>
            <a:r>
              <a:rPr lang="en-US" dirty="0"/>
              <a:t>Assume you have access to:</a:t>
            </a:r>
          </a:p>
          <a:p>
            <a:pPr lvl="1"/>
            <a:r>
              <a:rPr lang="en-US" dirty="0"/>
              <a:t>Customer transaction history (internal)</a:t>
            </a:r>
          </a:p>
          <a:p>
            <a:pPr lvl="1"/>
            <a:r>
              <a:rPr lang="en-US" dirty="0"/>
              <a:t>Customer demographics (internal)</a:t>
            </a:r>
          </a:p>
          <a:p>
            <a:pPr lvl="1"/>
            <a:r>
              <a:rPr lang="en-US" dirty="0"/>
              <a:t>Market trends from a third-party report (external)</a:t>
            </a:r>
          </a:p>
          <a:p>
            <a:r>
              <a:rPr lang="en-US" dirty="0"/>
              <a:t>Identify which data sources would be most important for churn analysis.</a:t>
            </a:r>
          </a:p>
          <a:p>
            <a:r>
              <a:rPr lang="en-US" b="1" dirty="0"/>
              <a:t>Data Preparation</a:t>
            </a:r>
            <a:endParaRPr lang="en-US" dirty="0"/>
          </a:p>
          <a:p>
            <a:r>
              <a:rPr lang="en-US" dirty="0"/>
              <a:t>List examples of issues you might face in the data, such as:</a:t>
            </a:r>
          </a:p>
          <a:p>
            <a:pPr lvl="1"/>
            <a:r>
              <a:rPr lang="en-US" dirty="0"/>
              <a:t>Missing values, duplicate records, inconsistent formats.</a:t>
            </a:r>
          </a:p>
          <a:p>
            <a:r>
              <a:rPr lang="en-US" dirty="0"/>
              <a:t>Suggest one method each for:</a:t>
            </a:r>
          </a:p>
          <a:p>
            <a:pPr lvl="1"/>
            <a:r>
              <a:rPr lang="en-US" dirty="0"/>
              <a:t>Data cleansing</a:t>
            </a:r>
          </a:p>
          <a:p>
            <a:pPr lvl="1"/>
            <a:r>
              <a:rPr lang="en-US" dirty="0"/>
              <a:t>Data integration</a:t>
            </a:r>
          </a:p>
          <a:p>
            <a:pPr lvl="1"/>
            <a:r>
              <a:rPr lang="en-US" dirty="0"/>
              <a:t>Data transformation</a:t>
            </a:r>
          </a:p>
          <a:p>
            <a:endParaRPr lang="en-US" dirty="0"/>
          </a:p>
        </p:txBody>
      </p:sp>
      <p:sp>
        <p:nvSpPr>
          <p:cNvPr id="4" name="Slide Number Placeholder 3"/>
          <p:cNvSpPr>
            <a:spLocks noGrp="1"/>
          </p:cNvSpPr>
          <p:nvPr>
            <p:ph type="sldNum" sz="quarter" idx="5"/>
          </p:nvPr>
        </p:nvSpPr>
        <p:spPr/>
        <p:txBody>
          <a:bodyPr/>
          <a:lstStyle/>
          <a:p>
            <a:fld id="{60884E74-A0D6-41E3-ADF1-94BED98E59AD}" type="slidenum">
              <a:rPr lang="en-US" smtClean="0"/>
              <a:t>26</a:t>
            </a:fld>
            <a:endParaRPr lang="en-US"/>
          </a:p>
        </p:txBody>
      </p:sp>
    </p:spTree>
    <p:extLst>
      <p:ext uri="{BB962C8B-B14F-4D97-AF65-F5344CB8AC3E}">
        <p14:creationId xmlns:p14="http://schemas.microsoft.com/office/powerpoint/2010/main" val="2949747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Exploration (EDA)</a:t>
            </a:r>
            <a:endParaRPr lang="en-US" dirty="0"/>
          </a:p>
          <a:p>
            <a:r>
              <a:rPr lang="en-US" dirty="0"/>
              <a:t>Describe at least 3 things you would check in the dataset (e.g., outliers, distributions, correlations).</a:t>
            </a:r>
          </a:p>
          <a:p>
            <a:r>
              <a:rPr lang="en-US" dirty="0"/>
              <a:t>Suggest one visualization you would create to understand customer behavior.</a:t>
            </a:r>
          </a:p>
          <a:p>
            <a:r>
              <a:rPr lang="en-US" b="1" dirty="0"/>
              <a:t>Data Modeling</a:t>
            </a:r>
            <a:endParaRPr lang="en-US" dirty="0"/>
          </a:p>
          <a:p>
            <a:r>
              <a:rPr lang="en-US" dirty="0"/>
              <a:t>Choose a simple model you could use (e.g., Logistic Regression, Decision Tree).</a:t>
            </a:r>
          </a:p>
          <a:p>
            <a:r>
              <a:rPr lang="en-US" dirty="0"/>
              <a:t>Explain briefly </a:t>
            </a:r>
            <a:r>
              <a:rPr lang="en-US" b="1" dirty="0"/>
              <a:t>why you chose it</a:t>
            </a:r>
            <a:r>
              <a:rPr lang="en-US" dirty="0"/>
              <a:t>.</a:t>
            </a:r>
          </a:p>
          <a:p>
            <a:r>
              <a:rPr lang="en-US" dirty="0"/>
              <a:t>Identify one variable you think would be important for predicting churn.</a:t>
            </a:r>
          </a:p>
          <a:p>
            <a:r>
              <a:rPr lang="en-US" b="1" dirty="0"/>
              <a:t>Presenting Results</a:t>
            </a:r>
            <a:endParaRPr lang="en-US" dirty="0"/>
          </a:p>
          <a:p>
            <a:r>
              <a:rPr lang="en-US" dirty="0"/>
              <a:t>If your model shows that customers with low engagement are more likely to churn:</a:t>
            </a:r>
          </a:p>
          <a:p>
            <a:pPr lvl="1"/>
            <a:r>
              <a:rPr lang="en-US" dirty="0"/>
              <a:t>How would you present this finding to a </a:t>
            </a:r>
            <a:r>
              <a:rPr lang="en-US" b="1" dirty="0"/>
              <a:t>technical team</a:t>
            </a:r>
            <a:r>
              <a:rPr lang="en-US" dirty="0"/>
              <a:t>?</a:t>
            </a:r>
          </a:p>
          <a:p>
            <a:pPr lvl="1"/>
            <a:r>
              <a:rPr lang="en-US" dirty="0"/>
              <a:t>How would you present it to a </a:t>
            </a:r>
            <a:r>
              <a:rPr lang="en-US" b="1" dirty="0"/>
              <a:t>business manager</a:t>
            </a:r>
            <a:r>
              <a:rPr lang="en-US" dirty="0"/>
              <a:t>?</a:t>
            </a:r>
          </a:p>
          <a:p>
            <a:endParaRPr lang="en-US" dirty="0"/>
          </a:p>
        </p:txBody>
      </p:sp>
      <p:sp>
        <p:nvSpPr>
          <p:cNvPr id="4" name="Slide Number Placeholder 3"/>
          <p:cNvSpPr>
            <a:spLocks noGrp="1"/>
          </p:cNvSpPr>
          <p:nvPr>
            <p:ph type="sldNum" sz="quarter" idx="5"/>
          </p:nvPr>
        </p:nvSpPr>
        <p:spPr/>
        <p:txBody>
          <a:bodyPr/>
          <a:lstStyle/>
          <a:p>
            <a:fld id="{60884E74-A0D6-41E3-ADF1-94BED98E59AD}" type="slidenum">
              <a:rPr lang="en-US" smtClean="0"/>
              <a:t>27</a:t>
            </a:fld>
            <a:endParaRPr lang="en-US"/>
          </a:p>
        </p:txBody>
      </p:sp>
    </p:spTree>
    <p:extLst>
      <p:ext uri="{BB962C8B-B14F-4D97-AF65-F5344CB8AC3E}">
        <p14:creationId xmlns:p14="http://schemas.microsoft.com/office/powerpoint/2010/main" val="1196591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40A0-6A14-4DC2-B961-001C9513D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E5AE87-C35F-4C2F-AD08-D73FD39F4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54DA23-FCAA-4679-8BE8-72E77C4B9273}"/>
              </a:ext>
            </a:extLst>
          </p:cNvPr>
          <p:cNvSpPr>
            <a:spLocks noGrp="1"/>
          </p:cNvSpPr>
          <p:nvPr>
            <p:ph type="dt" sz="half" idx="10"/>
          </p:nvPr>
        </p:nvSpPr>
        <p:spPr/>
        <p:txBody>
          <a:bodyPr/>
          <a:lstStyle/>
          <a:p>
            <a:fld id="{2098DCCE-5CD3-4614-9636-A58C0DEAAF10}" type="datetime1">
              <a:rPr lang="en-US" smtClean="0"/>
              <a:t>9/24/2025</a:t>
            </a:fld>
            <a:endParaRPr lang="en-US"/>
          </a:p>
        </p:txBody>
      </p:sp>
      <p:sp>
        <p:nvSpPr>
          <p:cNvPr id="5" name="Footer Placeholder 4">
            <a:extLst>
              <a:ext uri="{FF2B5EF4-FFF2-40B4-BE49-F238E27FC236}">
                <a16:creationId xmlns:a16="http://schemas.microsoft.com/office/drawing/2014/main" id="{CE04D9E2-7802-4FC8-9E2F-99849D1CB1F6}"/>
              </a:ext>
            </a:extLst>
          </p:cNvPr>
          <p:cNvSpPr>
            <a:spLocks noGrp="1"/>
          </p:cNvSpPr>
          <p:nvPr>
            <p:ph type="ftr" sz="quarter" idx="11"/>
          </p:nvPr>
        </p:nvSpPr>
        <p:spPr/>
        <p:txBody>
          <a:bodyPr/>
          <a:lstStyle/>
          <a:p>
            <a:r>
              <a:rPr lang="en-US"/>
              <a:t>Data Science</a:t>
            </a:r>
          </a:p>
        </p:txBody>
      </p:sp>
      <p:sp>
        <p:nvSpPr>
          <p:cNvPr id="6" name="Slide Number Placeholder 5">
            <a:extLst>
              <a:ext uri="{FF2B5EF4-FFF2-40B4-BE49-F238E27FC236}">
                <a16:creationId xmlns:a16="http://schemas.microsoft.com/office/drawing/2014/main" id="{40637A9C-41AF-4BB3-9283-86AC21096EFA}"/>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40009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4211-EE05-4884-8F04-3696F8AFE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C8108-2612-4681-BB7E-D89D773F8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207AD-E5B1-4F11-A56E-ACC7C46D9F4E}"/>
              </a:ext>
            </a:extLst>
          </p:cNvPr>
          <p:cNvSpPr>
            <a:spLocks noGrp="1"/>
          </p:cNvSpPr>
          <p:nvPr>
            <p:ph type="dt" sz="half" idx="10"/>
          </p:nvPr>
        </p:nvSpPr>
        <p:spPr/>
        <p:txBody>
          <a:bodyPr/>
          <a:lstStyle/>
          <a:p>
            <a:fld id="{68C67A80-CE3F-464E-A1A4-4590DA9C7398}" type="datetime1">
              <a:rPr lang="en-US" smtClean="0"/>
              <a:t>9/24/2025</a:t>
            </a:fld>
            <a:endParaRPr lang="en-US"/>
          </a:p>
        </p:txBody>
      </p:sp>
      <p:sp>
        <p:nvSpPr>
          <p:cNvPr id="5" name="Footer Placeholder 4">
            <a:extLst>
              <a:ext uri="{FF2B5EF4-FFF2-40B4-BE49-F238E27FC236}">
                <a16:creationId xmlns:a16="http://schemas.microsoft.com/office/drawing/2014/main" id="{629415C8-EEA9-4C2A-9F3B-EB13A68988F2}"/>
              </a:ext>
            </a:extLst>
          </p:cNvPr>
          <p:cNvSpPr>
            <a:spLocks noGrp="1"/>
          </p:cNvSpPr>
          <p:nvPr>
            <p:ph type="ftr" sz="quarter" idx="11"/>
          </p:nvPr>
        </p:nvSpPr>
        <p:spPr/>
        <p:txBody>
          <a:bodyPr/>
          <a:lstStyle/>
          <a:p>
            <a:r>
              <a:rPr lang="en-US"/>
              <a:t>Data Science</a:t>
            </a:r>
          </a:p>
        </p:txBody>
      </p:sp>
      <p:sp>
        <p:nvSpPr>
          <p:cNvPr id="6" name="Slide Number Placeholder 5">
            <a:extLst>
              <a:ext uri="{FF2B5EF4-FFF2-40B4-BE49-F238E27FC236}">
                <a16:creationId xmlns:a16="http://schemas.microsoft.com/office/drawing/2014/main" id="{15AAD01F-3955-4196-BCEA-AD68EC5CED9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4247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5135-D581-4F98-B725-6486F7DA8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B5886B-9E4C-4CFA-9699-4CE1ACAE6C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D61DD5-0CA6-433F-8FD6-005987972957}"/>
              </a:ext>
            </a:extLst>
          </p:cNvPr>
          <p:cNvSpPr>
            <a:spLocks noGrp="1"/>
          </p:cNvSpPr>
          <p:nvPr>
            <p:ph type="dt" sz="half" idx="10"/>
          </p:nvPr>
        </p:nvSpPr>
        <p:spPr/>
        <p:txBody>
          <a:bodyPr/>
          <a:lstStyle/>
          <a:p>
            <a:fld id="{C7B75F33-4721-4FDB-BE11-BE6DE00B72C9}" type="datetime1">
              <a:rPr lang="en-US" smtClean="0"/>
              <a:t>9/24/2025</a:t>
            </a:fld>
            <a:endParaRPr lang="en-US"/>
          </a:p>
        </p:txBody>
      </p:sp>
      <p:sp>
        <p:nvSpPr>
          <p:cNvPr id="5" name="Footer Placeholder 4">
            <a:extLst>
              <a:ext uri="{FF2B5EF4-FFF2-40B4-BE49-F238E27FC236}">
                <a16:creationId xmlns:a16="http://schemas.microsoft.com/office/drawing/2014/main" id="{67009AFE-1821-4DB9-959E-4047114A9D25}"/>
              </a:ext>
            </a:extLst>
          </p:cNvPr>
          <p:cNvSpPr>
            <a:spLocks noGrp="1"/>
          </p:cNvSpPr>
          <p:nvPr>
            <p:ph type="ftr" sz="quarter" idx="11"/>
          </p:nvPr>
        </p:nvSpPr>
        <p:spPr/>
        <p:txBody>
          <a:bodyPr/>
          <a:lstStyle/>
          <a:p>
            <a:r>
              <a:rPr lang="en-US"/>
              <a:t>Data Science</a:t>
            </a:r>
          </a:p>
        </p:txBody>
      </p:sp>
      <p:sp>
        <p:nvSpPr>
          <p:cNvPr id="6" name="Slide Number Placeholder 5">
            <a:extLst>
              <a:ext uri="{FF2B5EF4-FFF2-40B4-BE49-F238E27FC236}">
                <a16:creationId xmlns:a16="http://schemas.microsoft.com/office/drawing/2014/main" id="{0F28D4C6-A231-4C79-99D2-94494FD7A04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327012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339C-BFC2-4467-8529-46F6D8D11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44D8C6-5534-4698-A273-DB05F6B5F3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2ED41C-C070-4A39-927E-23EA8264FA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6E58C5-9AFF-4213-A596-09C174777781}"/>
              </a:ext>
            </a:extLst>
          </p:cNvPr>
          <p:cNvSpPr>
            <a:spLocks noGrp="1"/>
          </p:cNvSpPr>
          <p:nvPr>
            <p:ph type="dt" sz="half" idx="10"/>
          </p:nvPr>
        </p:nvSpPr>
        <p:spPr/>
        <p:txBody>
          <a:bodyPr/>
          <a:lstStyle/>
          <a:p>
            <a:fld id="{CC26801A-3A79-446B-BB83-7DCD129D03CA}" type="datetime1">
              <a:rPr lang="en-US" smtClean="0"/>
              <a:t>9/24/2025</a:t>
            </a:fld>
            <a:endParaRPr lang="en-US"/>
          </a:p>
        </p:txBody>
      </p:sp>
      <p:sp>
        <p:nvSpPr>
          <p:cNvPr id="6" name="Footer Placeholder 5">
            <a:extLst>
              <a:ext uri="{FF2B5EF4-FFF2-40B4-BE49-F238E27FC236}">
                <a16:creationId xmlns:a16="http://schemas.microsoft.com/office/drawing/2014/main" id="{776C3A5D-24C7-4E53-8C38-7437EBB232B8}"/>
              </a:ext>
            </a:extLst>
          </p:cNvPr>
          <p:cNvSpPr>
            <a:spLocks noGrp="1"/>
          </p:cNvSpPr>
          <p:nvPr>
            <p:ph type="ftr" sz="quarter" idx="11"/>
          </p:nvPr>
        </p:nvSpPr>
        <p:spPr/>
        <p:txBody>
          <a:bodyPr/>
          <a:lstStyle/>
          <a:p>
            <a:r>
              <a:rPr lang="en-US"/>
              <a:t>Data Science</a:t>
            </a:r>
          </a:p>
        </p:txBody>
      </p:sp>
      <p:sp>
        <p:nvSpPr>
          <p:cNvPr id="7" name="Slide Number Placeholder 6">
            <a:extLst>
              <a:ext uri="{FF2B5EF4-FFF2-40B4-BE49-F238E27FC236}">
                <a16:creationId xmlns:a16="http://schemas.microsoft.com/office/drawing/2014/main" id="{EE907114-156D-4F22-BB75-A0617F2A9AC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10237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08B6-C176-4AFC-8DEF-1EBA687EC9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DCFFD0-248E-43D5-BE02-997D11FDF6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E0CC39-67F6-4AB4-884A-0D3C5A4A4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2CEE79-6218-42B6-9666-71ED58B41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99EB86-6CD3-494E-9652-49CE5040F5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199B6-AB7A-46B0-9CFC-C64A616E1A3C}"/>
              </a:ext>
            </a:extLst>
          </p:cNvPr>
          <p:cNvSpPr>
            <a:spLocks noGrp="1"/>
          </p:cNvSpPr>
          <p:nvPr>
            <p:ph type="dt" sz="half" idx="10"/>
          </p:nvPr>
        </p:nvSpPr>
        <p:spPr/>
        <p:txBody>
          <a:bodyPr/>
          <a:lstStyle/>
          <a:p>
            <a:fld id="{930642F0-6C2E-421C-87AC-B5D78AEC0BCD}" type="datetime1">
              <a:rPr lang="en-US" smtClean="0"/>
              <a:t>9/24/2025</a:t>
            </a:fld>
            <a:endParaRPr lang="en-US"/>
          </a:p>
        </p:txBody>
      </p:sp>
      <p:sp>
        <p:nvSpPr>
          <p:cNvPr id="8" name="Footer Placeholder 7">
            <a:extLst>
              <a:ext uri="{FF2B5EF4-FFF2-40B4-BE49-F238E27FC236}">
                <a16:creationId xmlns:a16="http://schemas.microsoft.com/office/drawing/2014/main" id="{8349821B-8F08-46B8-B491-DFB2980BB5C2}"/>
              </a:ext>
            </a:extLst>
          </p:cNvPr>
          <p:cNvSpPr>
            <a:spLocks noGrp="1"/>
          </p:cNvSpPr>
          <p:nvPr>
            <p:ph type="ftr" sz="quarter" idx="11"/>
          </p:nvPr>
        </p:nvSpPr>
        <p:spPr/>
        <p:txBody>
          <a:bodyPr/>
          <a:lstStyle/>
          <a:p>
            <a:r>
              <a:rPr lang="en-US"/>
              <a:t>Data Science</a:t>
            </a:r>
          </a:p>
        </p:txBody>
      </p:sp>
      <p:sp>
        <p:nvSpPr>
          <p:cNvPr id="9" name="Slide Number Placeholder 8">
            <a:extLst>
              <a:ext uri="{FF2B5EF4-FFF2-40B4-BE49-F238E27FC236}">
                <a16:creationId xmlns:a16="http://schemas.microsoft.com/office/drawing/2014/main" id="{9E505734-24AF-474D-AACE-825F1AA45BB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5211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FAB6-9E45-44E1-8AAD-3756C932A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8DE234-3308-4ADE-8121-52BEAB1D1657}"/>
              </a:ext>
            </a:extLst>
          </p:cNvPr>
          <p:cNvSpPr>
            <a:spLocks noGrp="1"/>
          </p:cNvSpPr>
          <p:nvPr>
            <p:ph type="dt" sz="half" idx="10"/>
          </p:nvPr>
        </p:nvSpPr>
        <p:spPr/>
        <p:txBody>
          <a:bodyPr/>
          <a:lstStyle/>
          <a:p>
            <a:fld id="{74F5E166-3551-4A9D-926E-61833F8F66C2}" type="datetime1">
              <a:rPr lang="en-US" smtClean="0"/>
              <a:t>9/24/2025</a:t>
            </a:fld>
            <a:endParaRPr lang="en-US"/>
          </a:p>
        </p:txBody>
      </p:sp>
      <p:sp>
        <p:nvSpPr>
          <p:cNvPr id="4" name="Footer Placeholder 3">
            <a:extLst>
              <a:ext uri="{FF2B5EF4-FFF2-40B4-BE49-F238E27FC236}">
                <a16:creationId xmlns:a16="http://schemas.microsoft.com/office/drawing/2014/main" id="{6A89F5AF-DD67-467C-80C0-F2580A68F5EF}"/>
              </a:ext>
            </a:extLst>
          </p:cNvPr>
          <p:cNvSpPr>
            <a:spLocks noGrp="1"/>
          </p:cNvSpPr>
          <p:nvPr>
            <p:ph type="ftr" sz="quarter" idx="11"/>
          </p:nvPr>
        </p:nvSpPr>
        <p:spPr/>
        <p:txBody>
          <a:bodyPr/>
          <a:lstStyle/>
          <a:p>
            <a:r>
              <a:rPr lang="en-US"/>
              <a:t>Data Science</a:t>
            </a:r>
          </a:p>
        </p:txBody>
      </p:sp>
      <p:sp>
        <p:nvSpPr>
          <p:cNvPr id="5" name="Slide Number Placeholder 4">
            <a:extLst>
              <a:ext uri="{FF2B5EF4-FFF2-40B4-BE49-F238E27FC236}">
                <a16:creationId xmlns:a16="http://schemas.microsoft.com/office/drawing/2014/main" id="{8EB8A2DD-C06D-4773-9287-09DCA331006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13905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3992C-1008-48FB-B94E-F8DBBDC4CD4B}"/>
              </a:ext>
            </a:extLst>
          </p:cNvPr>
          <p:cNvSpPr>
            <a:spLocks noGrp="1"/>
          </p:cNvSpPr>
          <p:nvPr>
            <p:ph type="dt" sz="half" idx="10"/>
          </p:nvPr>
        </p:nvSpPr>
        <p:spPr/>
        <p:txBody>
          <a:bodyPr/>
          <a:lstStyle/>
          <a:p>
            <a:fld id="{4734986E-1DA5-48FD-BCBE-BB829223277D}" type="datetime1">
              <a:rPr lang="en-US" smtClean="0"/>
              <a:t>9/24/2025</a:t>
            </a:fld>
            <a:endParaRPr lang="en-US"/>
          </a:p>
        </p:txBody>
      </p:sp>
      <p:sp>
        <p:nvSpPr>
          <p:cNvPr id="3" name="Footer Placeholder 2">
            <a:extLst>
              <a:ext uri="{FF2B5EF4-FFF2-40B4-BE49-F238E27FC236}">
                <a16:creationId xmlns:a16="http://schemas.microsoft.com/office/drawing/2014/main" id="{39517C32-0889-480B-BA86-811E002E8381}"/>
              </a:ext>
            </a:extLst>
          </p:cNvPr>
          <p:cNvSpPr>
            <a:spLocks noGrp="1"/>
          </p:cNvSpPr>
          <p:nvPr>
            <p:ph type="ftr" sz="quarter" idx="11"/>
          </p:nvPr>
        </p:nvSpPr>
        <p:spPr/>
        <p:txBody>
          <a:bodyPr/>
          <a:lstStyle/>
          <a:p>
            <a:r>
              <a:rPr lang="en-US"/>
              <a:t>Data Science</a:t>
            </a:r>
          </a:p>
        </p:txBody>
      </p:sp>
      <p:sp>
        <p:nvSpPr>
          <p:cNvPr id="4" name="Slide Number Placeholder 3">
            <a:extLst>
              <a:ext uri="{FF2B5EF4-FFF2-40B4-BE49-F238E27FC236}">
                <a16:creationId xmlns:a16="http://schemas.microsoft.com/office/drawing/2014/main" id="{B5FE60F9-5553-463E-95E3-2ED60866CE9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67819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A2A1-3525-4965-AB1C-AE11E854B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9992DF-6D87-4418-BD64-ECA26A003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3C9F12-751B-428D-8A71-6A09DCA7E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B4E92-9E43-4720-8E55-A0D279EBBB0A}"/>
              </a:ext>
            </a:extLst>
          </p:cNvPr>
          <p:cNvSpPr>
            <a:spLocks noGrp="1"/>
          </p:cNvSpPr>
          <p:nvPr>
            <p:ph type="dt" sz="half" idx="10"/>
          </p:nvPr>
        </p:nvSpPr>
        <p:spPr/>
        <p:txBody>
          <a:bodyPr/>
          <a:lstStyle/>
          <a:p>
            <a:fld id="{FAEF2488-34B7-46DD-A89C-8B3362961C55}" type="datetime1">
              <a:rPr lang="en-US" smtClean="0"/>
              <a:t>9/24/2025</a:t>
            </a:fld>
            <a:endParaRPr lang="en-US"/>
          </a:p>
        </p:txBody>
      </p:sp>
      <p:sp>
        <p:nvSpPr>
          <p:cNvPr id="6" name="Footer Placeholder 5">
            <a:extLst>
              <a:ext uri="{FF2B5EF4-FFF2-40B4-BE49-F238E27FC236}">
                <a16:creationId xmlns:a16="http://schemas.microsoft.com/office/drawing/2014/main" id="{12DCA06E-7C01-4259-A560-D4DE0FE69657}"/>
              </a:ext>
            </a:extLst>
          </p:cNvPr>
          <p:cNvSpPr>
            <a:spLocks noGrp="1"/>
          </p:cNvSpPr>
          <p:nvPr>
            <p:ph type="ftr" sz="quarter" idx="11"/>
          </p:nvPr>
        </p:nvSpPr>
        <p:spPr/>
        <p:txBody>
          <a:bodyPr/>
          <a:lstStyle/>
          <a:p>
            <a:r>
              <a:rPr lang="en-US"/>
              <a:t>Data Science</a:t>
            </a:r>
          </a:p>
        </p:txBody>
      </p:sp>
      <p:sp>
        <p:nvSpPr>
          <p:cNvPr id="7" name="Slide Number Placeholder 6">
            <a:extLst>
              <a:ext uri="{FF2B5EF4-FFF2-40B4-BE49-F238E27FC236}">
                <a16:creationId xmlns:a16="http://schemas.microsoft.com/office/drawing/2014/main" id="{F243108F-C22A-4665-AFC7-3B361DBA00C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453186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2D93-277D-45AD-8CC9-1A254ACA8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3FBEC7-6A3F-404A-BF0E-75CBCA6397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BFBCF-2423-4852-B930-D8F0D126C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7F99F-EF58-4759-AD06-EFC2B27BB50C}"/>
              </a:ext>
            </a:extLst>
          </p:cNvPr>
          <p:cNvSpPr>
            <a:spLocks noGrp="1"/>
          </p:cNvSpPr>
          <p:nvPr>
            <p:ph type="dt" sz="half" idx="10"/>
          </p:nvPr>
        </p:nvSpPr>
        <p:spPr/>
        <p:txBody>
          <a:bodyPr/>
          <a:lstStyle/>
          <a:p>
            <a:fld id="{412FE36A-ACC7-4AA7-8D6E-85694300199E}" type="datetime1">
              <a:rPr lang="en-US" smtClean="0"/>
              <a:t>9/24/2025</a:t>
            </a:fld>
            <a:endParaRPr lang="en-US"/>
          </a:p>
        </p:txBody>
      </p:sp>
      <p:sp>
        <p:nvSpPr>
          <p:cNvPr id="6" name="Footer Placeholder 5">
            <a:extLst>
              <a:ext uri="{FF2B5EF4-FFF2-40B4-BE49-F238E27FC236}">
                <a16:creationId xmlns:a16="http://schemas.microsoft.com/office/drawing/2014/main" id="{78476BE7-3C01-4501-A5B0-1099B474CB23}"/>
              </a:ext>
            </a:extLst>
          </p:cNvPr>
          <p:cNvSpPr>
            <a:spLocks noGrp="1"/>
          </p:cNvSpPr>
          <p:nvPr>
            <p:ph type="ftr" sz="quarter" idx="11"/>
          </p:nvPr>
        </p:nvSpPr>
        <p:spPr/>
        <p:txBody>
          <a:bodyPr/>
          <a:lstStyle/>
          <a:p>
            <a:r>
              <a:rPr lang="en-US"/>
              <a:t>Data Science</a:t>
            </a:r>
          </a:p>
        </p:txBody>
      </p:sp>
      <p:sp>
        <p:nvSpPr>
          <p:cNvPr id="7" name="Slide Number Placeholder 6">
            <a:extLst>
              <a:ext uri="{FF2B5EF4-FFF2-40B4-BE49-F238E27FC236}">
                <a16:creationId xmlns:a16="http://schemas.microsoft.com/office/drawing/2014/main" id="{197F5465-21A3-4983-A70A-A40EED10D63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015286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1900-43FD-44F2-BAF4-27E1B9B18D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FD86F4-46EF-4729-8819-60FFA52BD4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61F1B-EE0D-4A98-A59C-FE24BE0AEB85}"/>
              </a:ext>
            </a:extLst>
          </p:cNvPr>
          <p:cNvSpPr>
            <a:spLocks noGrp="1"/>
          </p:cNvSpPr>
          <p:nvPr>
            <p:ph type="dt" sz="half" idx="10"/>
          </p:nvPr>
        </p:nvSpPr>
        <p:spPr/>
        <p:txBody>
          <a:bodyPr/>
          <a:lstStyle/>
          <a:p>
            <a:fld id="{C06C305C-EC08-4EA0-A163-17590ECEEA08}" type="datetime1">
              <a:rPr lang="en-US" smtClean="0"/>
              <a:t>9/24/2025</a:t>
            </a:fld>
            <a:endParaRPr lang="en-US"/>
          </a:p>
        </p:txBody>
      </p:sp>
      <p:sp>
        <p:nvSpPr>
          <p:cNvPr id="5" name="Footer Placeholder 4">
            <a:extLst>
              <a:ext uri="{FF2B5EF4-FFF2-40B4-BE49-F238E27FC236}">
                <a16:creationId xmlns:a16="http://schemas.microsoft.com/office/drawing/2014/main" id="{C630A5F8-CE66-436C-A014-C3A03BABD6D0}"/>
              </a:ext>
            </a:extLst>
          </p:cNvPr>
          <p:cNvSpPr>
            <a:spLocks noGrp="1"/>
          </p:cNvSpPr>
          <p:nvPr>
            <p:ph type="ftr" sz="quarter" idx="11"/>
          </p:nvPr>
        </p:nvSpPr>
        <p:spPr/>
        <p:txBody>
          <a:bodyPr/>
          <a:lstStyle/>
          <a:p>
            <a:r>
              <a:rPr lang="en-US"/>
              <a:t>Data Science</a:t>
            </a:r>
          </a:p>
        </p:txBody>
      </p:sp>
      <p:sp>
        <p:nvSpPr>
          <p:cNvPr id="6" name="Slide Number Placeholder 5">
            <a:extLst>
              <a:ext uri="{FF2B5EF4-FFF2-40B4-BE49-F238E27FC236}">
                <a16:creationId xmlns:a16="http://schemas.microsoft.com/office/drawing/2014/main" id="{9075B76E-B615-4A07-883D-1CE0F38BF12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92824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951FBB-507E-4F4C-8D1E-C0F83724C2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44820-4BD1-4780-B0B9-2AACEFDCD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A1BF3-B713-4AFF-9CB0-E8179E1C5B33}"/>
              </a:ext>
            </a:extLst>
          </p:cNvPr>
          <p:cNvSpPr>
            <a:spLocks noGrp="1"/>
          </p:cNvSpPr>
          <p:nvPr>
            <p:ph type="dt" sz="half" idx="10"/>
          </p:nvPr>
        </p:nvSpPr>
        <p:spPr/>
        <p:txBody>
          <a:bodyPr/>
          <a:lstStyle/>
          <a:p>
            <a:fld id="{25478142-EB95-4E17-8976-1246B65819D0}" type="datetime1">
              <a:rPr lang="en-US" smtClean="0"/>
              <a:t>9/24/2025</a:t>
            </a:fld>
            <a:endParaRPr lang="en-US"/>
          </a:p>
        </p:txBody>
      </p:sp>
      <p:sp>
        <p:nvSpPr>
          <p:cNvPr id="5" name="Footer Placeholder 4">
            <a:extLst>
              <a:ext uri="{FF2B5EF4-FFF2-40B4-BE49-F238E27FC236}">
                <a16:creationId xmlns:a16="http://schemas.microsoft.com/office/drawing/2014/main" id="{C8E4064E-D194-4BC4-9AB5-88AF14A70D69}"/>
              </a:ext>
            </a:extLst>
          </p:cNvPr>
          <p:cNvSpPr>
            <a:spLocks noGrp="1"/>
          </p:cNvSpPr>
          <p:nvPr>
            <p:ph type="ftr" sz="quarter" idx="11"/>
          </p:nvPr>
        </p:nvSpPr>
        <p:spPr/>
        <p:txBody>
          <a:bodyPr/>
          <a:lstStyle/>
          <a:p>
            <a:r>
              <a:rPr lang="en-US"/>
              <a:t>Data Science</a:t>
            </a:r>
          </a:p>
        </p:txBody>
      </p:sp>
      <p:sp>
        <p:nvSpPr>
          <p:cNvPr id="6" name="Slide Number Placeholder 5">
            <a:extLst>
              <a:ext uri="{FF2B5EF4-FFF2-40B4-BE49-F238E27FC236}">
                <a16:creationId xmlns:a16="http://schemas.microsoft.com/office/drawing/2014/main" id="{94986F4D-1D58-4ED5-981D-99B82124E01E}"/>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524400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23F30B-0958-4A9A-ABF5-3DB44AFD1021}"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1424163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4C636-92EB-4131-88C1-36EA346A5BE9}"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425570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83BE6E-0859-4678-ABFD-66648EDD5A93}"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743406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E69832-4A76-4E1A-99F3-BC4C31A88E0E}" type="datetime1">
              <a:rPr lang="en-US" smtClean="0"/>
              <a:t>9/24/2025</a:t>
            </a:fld>
            <a:endParaRPr lang="en-US"/>
          </a:p>
        </p:txBody>
      </p:sp>
      <p:sp>
        <p:nvSpPr>
          <p:cNvPr id="6" name="Footer Placeholder 5"/>
          <p:cNvSpPr>
            <a:spLocks noGrp="1"/>
          </p:cNvSpPr>
          <p:nvPr>
            <p:ph type="ftr" sz="quarter" idx="11"/>
          </p:nvPr>
        </p:nvSpPr>
        <p:spPr/>
        <p:txBody>
          <a:bodyPr/>
          <a:lstStyle/>
          <a:p>
            <a:r>
              <a:rPr lang="en-US"/>
              <a:t>Data Science</a:t>
            </a:r>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197800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6C408D-D88E-41F1-9F1D-A82479A2E05E}" type="datetime1">
              <a:rPr lang="en-US" smtClean="0"/>
              <a:t>9/24/2025</a:t>
            </a:fld>
            <a:endParaRPr lang="en-US"/>
          </a:p>
        </p:txBody>
      </p:sp>
      <p:sp>
        <p:nvSpPr>
          <p:cNvPr id="8" name="Footer Placeholder 7"/>
          <p:cNvSpPr>
            <a:spLocks noGrp="1"/>
          </p:cNvSpPr>
          <p:nvPr>
            <p:ph type="ftr" sz="quarter" idx="11"/>
          </p:nvPr>
        </p:nvSpPr>
        <p:spPr/>
        <p:txBody>
          <a:bodyPr/>
          <a:lstStyle/>
          <a:p>
            <a:r>
              <a:rPr lang="en-US"/>
              <a:t>Data Science</a:t>
            </a:r>
          </a:p>
        </p:txBody>
      </p:sp>
      <p:sp>
        <p:nvSpPr>
          <p:cNvPr id="9" name="Slide Number Placeholder 8"/>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1013296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DF73CC-5926-4366-8506-B4CF073FD31E}" type="datetime1">
              <a:rPr lang="en-US" smtClean="0"/>
              <a:t>9/24/2025</a:t>
            </a:fld>
            <a:endParaRPr lang="en-US"/>
          </a:p>
        </p:txBody>
      </p:sp>
      <p:sp>
        <p:nvSpPr>
          <p:cNvPr id="4" name="Footer Placeholder 3"/>
          <p:cNvSpPr>
            <a:spLocks noGrp="1"/>
          </p:cNvSpPr>
          <p:nvPr>
            <p:ph type="ftr" sz="quarter" idx="11"/>
          </p:nvPr>
        </p:nvSpPr>
        <p:spPr/>
        <p:txBody>
          <a:bodyPr/>
          <a:lstStyle/>
          <a:p>
            <a:r>
              <a:rPr lang="en-US"/>
              <a:t>Data Science</a:t>
            </a:r>
          </a:p>
        </p:txBody>
      </p:sp>
      <p:sp>
        <p:nvSpPr>
          <p:cNvPr id="5" name="Slide Number Placeholder 4"/>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055125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92EAA-4C44-485B-855E-72FF6A6048AD}" type="datetime1">
              <a:rPr lang="en-US" smtClean="0"/>
              <a:t>9/24/2025</a:t>
            </a:fld>
            <a:endParaRPr lang="en-US"/>
          </a:p>
        </p:txBody>
      </p:sp>
      <p:sp>
        <p:nvSpPr>
          <p:cNvPr id="3" name="Footer Placeholder 2"/>
          <p:cNvSpPr>
            <a:spLocks noGrp="1"/>
          </p:cNvSpPr>
          <p:nvPr>
            <p:ph type="ftr" sz="quarter" idx="11"/>
          </p:nvPr>
        </p:nvSpPr>
        <p:spPr/>
        <p:txBody>
          <a:bodyPr/>
          <a:lstStyle/>
          <a:p>
            <a:r>
              <a:rPr lang="en-US"/>
              <a:t>Data Science</a:t>
            </a:r>
          </a:p>
        </p:txBody>
      </p:sp>
      <p:sp>
        <p:nvSpPr>
          <p:cNvPr id="4" name="Slide Number Placeholder 3"/>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76543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5F3697-8FAE-4021-A627-8E5E8A749DFE}" type="datetime1">
              <a:rPr lang="en-US" smtClean="0"/>
              <a:t>9/24/2025</a:t>
            </a:fld>
            <a:endParaRPr lang="en-US"/>
          </a:p>
        </p:txBody>
      </p:sp>
      <p:sp>
        <p:nvSpPr>
          <p:cNvPr id="6" name="Footer Placeholder 5"/>
          <p:cNvSpPr>
            <a:spLocks noGrp="1"/>
          </p:cNvSpPr>
          <p:nvPr>
            <p:ph type="ftr" sz="quarter" idx="11"/>
          </p:nvPr>
        </p:nvSpPr>
        <p:spPr/>
        <p:txBody>
          <a:bodyPr/>
          <a:lstStyle/>
          <a:p>
            <a:r>
              <a:rPr lang="en-US"/>
              <a:t>Data Science</a:t>
            </a:r>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96631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FC2F54-B4BA-4517-BE97-B5E446CD744B}" type="datetime1">
              <a:rPr lang="en-US" smtClean="0"/>
              <a:t>9/24/2025</a:t>
            </a:fld>
            <a:endParaRPr lang="en-US"/>
          </a:p>
        </p:txBody>
      </p:sp>
      <p:sp>
        <p:nvSpPr>
          <p:cNvPr id="6" name="Footer Placeholder 5"/>
          <p:cNvSpPr>
            <a:spLocks noGrp="1"/>
          </p:cNvSpPr>
          <p:nvPr>
            <p:ph type="ftr" sz="quarter" idx="11"/>
          </p:nvPr>
        </p:nvSpPr>
        <p:spPr/>
        <p:txBody>
          <a:bodyPr/>
          <a:lstStyle/>
          <a:p>
            <a:r>
              <a:rPr lang="en-US"/>
              <a:t>Data Science</a:t>
            </a:r>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92650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F259C3-F088-4F17-B8E1-08477F892108}"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548153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4BB684-5F77-49D6-8B74-C503CDCB4B01}"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418685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2CB6A8-82F1-4DFB-8F7B-7979BB7A2BE4}"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057099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BC873-C7A5-422C-B477-69652D7399B5}"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06909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3235BA-3735-463F-9A64-973BBA7027F4}"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631667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6D7A4E-2EE6-44D8-8E8C-DA97E31319E4}"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4701606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2FADE1-828A-4546-8F12-BDE3C63A278B}" type="datetime1">
              <a:rPr lang="en-US" smtClean="0"/>
              <a:t>9/24/2025</a:t>
            </a:fld>
            <a:endParaRPr lang="en-US"/>
          </a:p>
        </p:txBody>
      </p:sp>
      <p:sp>
        <p:nvSpPr>
          <p:cNvPr id="5" name="Footer Placeholder 4"/>
          <p:cNvSpPr>
            <a:spLocks noGrp="1"/>
          </p:cNvSpPr>
          <p:nvPr>
            <p:ph type="ftr" sz="quarter" idx="11"/>
          </p:nvPr>
        </p:nvSpPr>
        <p:spPr/>
        <p:txBody>
          <a:bodyPr/>
          <a:lstStyle/>
          <a:p>
            <a:r>
              <a:rPr lang="en-US"/>
              <a:t>Data Science</a:t>
            </a:r>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385205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A1018-6A69-4704-B20A-8CF82212C7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B7DABA-4B41-4D66-B028-8FDC949C8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74EF3-AC51-413E-97E4-8416CE649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325C2B-C97F-497F-B27C-A1F256FEB2F0}" type="datetime1">
              <a:rPr lang="en-US" smtClean="0"/>
              <a:t>9/24/2025</a:t>
            </a:fld>
            <a:endParaRPr lang="en-US"/>
          </a:p>
        </p:txBody>
      </p:sp>
      <p:sp>
        <p:nvSpPr>
          <p:cNvPr id="5" name="Footer Placeholder 4">
            <a:extLst>
              <a:ext uri="{FF2B5EF4-FFF2-40B4-BE49-F238E27FC236}">
                <a16:creationId xmlns:a16="http://schemas.microsoft.com/office/drawing/2014/main" id="{E8DFAE2E-B5E1-4BA7-85D2-CC6A7E982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 Science</a:t>
            </a:r>
          </a:p>
        </p:txBody>
      </p:sp>
      <p:sp>
        <p:nvSpPr>
          <p:cNvPr id="6" name="Slide Number Placeholder 5">
            <a:extLst>
              <a:ext uri="{FF2B5EF4-FFF2-40B4-BE49-F238E27FC236}">
                <a16:creationId xmlns:a16="http://schemas.microsoft.com/office/drawing/2014/main" id="{21181916-F929-469B-ADED-E173BBF2F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13368-87E2-45D4-94DC-4C7E2F69B6F2}" type="slidenum">
              <a:rPr lang="en-US" smtClean="0"/>
              <a:t>‹#›</a:t>
            </a:fld>
            <a:endParaRPr lang="en-US" dirty="0"/>
          </a:p>
        </p:txBody>
      </p:sp>
    </p:spTree>
    <p:extLst>
      <p:ext uri="{BB962C8B-B14F-4D97-AF65-F5344CB8AC3E}">
        <p14:creationId xmlns:p14="http://schemas.microsoft.com/office/powerpoint/2010/main" val="109646218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919DA1-4E88-4E8A-A3C6-4E259D41A253}" type="datetime1">
              <a:rPr lang="en-US" smtClean="0"/>
              <a:t>9/24/2025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Data Science</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529A1F-6900-4D36-92AC-B7647C1D9DDB}" type="slidenum">
              <a:rPr lang="en-US" smtClean="0"/>
              <a:t>‹#›</a:t>
            </a:fld>
            <a:endParaRPr lang="en-US"/>
          </a:p>
        </p:txBody>
      </p:sp>
    </p:spTree>
    <p:extLst>
      <p:ext uri="{BB962C8B-B14F-4D97-AF65-F5344CB8AC3E}">
        <p14:creationId xmlns:p14="http://schemas.microsoft.com/office/powerpoint/2010/main" val="3672365500"/>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577DEC-D9A5-404D-9789-702F4319B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EEA9366-CEA8-4F23-B065-4337F0D83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04A03D6-39B4-4278-9BE1-A07E024499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BE459AF-3736-4886-82E0-9B5DA427B5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alpha val="8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4B6B88EF-180C-4E39-8A3F-A52E87110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52DFAACF-64D0-4621-8FF4-E2F03C3E8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36611FF0-65B3-49DB-97C6-1B72AAD0F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0F7407FE-86B1-4890-9D80-9406FBF29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EBD42D5B-8F87-45B3-98B3-C66944F92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F5E04699-59E1-4468-9E7C-83070EEB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F2AE8F13-9A52-4D7F-9637-321EA7CF3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Subtitle 2">
            <a:extLst>
              <a:ext uri="{FF2B5EF4-FFF2-40B4-BE49-F238E27FC236}">
                <a16:creationId xmlns:a16="http://schemas.microsoft.com/office/drawing/2014/main" id="{E0C3BD14-3D28-4B9E-A32C-59118B1FBF1E}"/>
              </a:ext>
            </a:extLst>
          </p:cNvPr>
          <p:cNvSpPr>
            <a:spLocks noGrp="1"/>
          </p:cNvSpPr>
          <p:nvPr>
            <p:ph type="subTitle" idx="1"/>
          </p:nvPr>
        </p:nvSpPr>
        <p:spPr>
          <a:xfrm>
            <a:off x="1507067" y="4050833"/>
            <a:ext cx="7766936" cy="1096899"/>
          </a:xfrm>
        </p:spPr>
        <p:txBody>
          <a:bodyPr>
            <a:normAutofit/>
          </a:bodyPr>
          <a:lstStyle/>
          <a:p>
            <a:r>
              <a:rPr lang="en-US" dirty="0">
                <a:solidFill>
                  <a:schemeClr val="tx1"/>
                </a:solidFill>
              </a:rPr>
              <a:t>Dr Muhammad Ismail Mangrio</a:t>
            </a:r>
          </a:p>
        </p:txBody>
      </p:sp>
      <p:sp>
        <p:nvSpPr>
          <p:cNvPr id="2" name="Title 1">
            <a:extLst>
              <a:ext uri="{FF2B5EF4-FFF2-40B4-BE49-F238E27FC236}">
                <a16:creationId xmlns:a16="http://schemas.microsoft.com/office/drawing/2014/main" id="{C8AFFFA3-D2FC-4485-ABF8-56ECFCC3BE5A}"/>
              </a:ext>
            </a:extLst>
          </p:cNvPr>
          <p:cNvSpPr>
            <a:spLocks noGrp="1"/>
          </p:cNvSpPr>
          <p:nvPr>
            <p:ph type="ctrTitle"/>
          </p:nvPr>
        </p:nvSpPr>
        <p:spPr>
          <a:xfrm>
            <a:off x="1507067" y="2404534"/>
            <a:ext cx="7766936" cy="1646302"/>
          </a:xfrm>
        </p:spPr>
        <p:txBody>
          <a:bodyPr>
            <a:normAutofit/>
          </a:bodyPr>
          <a:lstStyle/>
          <a:p>
            <a:pPr>
              <a:lnSpc>
                <a:spcPct val="90000"/>
              </a:lnSpc>
            </a:pPr>
            <a:r>
              <a:rPr lang="en-US" sz="3400"/>
              <a:t>Introduction to Data Science</a:t>
            </a:r>
            <a:br>
              <a:rPr lang="en-US" sz="3400"/>
            </a:br>
            <a:br>
              <a:rPr lang="en-US" sz="3400"/>
            </a:br>
            <a:r>
              <a:rPr lang="en-US" sz="3400"/>
              <a:t>Unit 02 Lecture 01</a:t>
            </a:r>
          </a:p>
        </p:txBody>
      </p:sp>
    </p:spTree>
    <p:extLst>
      <p:ext uri="{BB962C8B-B14F-4D97-AF65-F5344CB8AC3E}">
        <p14:creationId xmlns:p14="http://schemas.microsoft.com/office/powerpoint/2010/main" val="349573649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F7380-475E-4EC8-BCF1-FF3771C6DA48}"/>
              </a:ext>
            </a:extLst>
          </p:cNvPr>
          <p:cNvSpPr>
            <a:spLocks noGrp="1"/>
          </p:cNvSpPr>
          <p:nvPr>
            <p:ph type="title"/>
          </p:nvPr>
        </p:nvSpPr>
        <p:spPr>
          <a:xfrm>
            <a:off x="2849562" y="609600"/>
            <a:ext cx="6424440" cy="1320800"/>
          </a:xfrm>
        </p:spPr>
        <p:txBody>
          <a:bodyPr>
            <a:normAutofit/>
          </a:bodyPr>
          <a:lstStyle/>
          <a:p>
            <a:r>
              <a:rPr lang="en-US" b="0" i="0">
                <a:effectLst/>
                <a:latin typeface="FranklinGothic-DemiItal"/>
              </a:rPr>
              <a:t>Contents</a:t>
            </a:r>
            <a:endParaRPr lang="en-US"/>
          </a:p>
        </p:txBody>
      </p:sp>
      <p:pic>
        <p:nvPicPr>
          <p:cNvPr id="51" name="Picture 50" descr="Blue blocks and networks technology background">
            <a:extLst>
              <a:ext uri="{FF2B5EF4-FFF2-40B4-BE49-F238E27FC236}">
                <a16:creationId xmlns:a16="http://schemas.microsoft.com/office/drawing/2014/main" id="{DA603B58-03DE-850A-00B0-8FCEAE0C0704}"/>
              </a:ext>
            </a:extLst>
          </p:cNvPr>
          <p:cNvPicPr>
            <a:picLocks noChangeAspect="1"/>
          </p:cNvPicPr>
          <p:nvPr/>
        </p:nvPicPr>
        <p:blipFill>
          <a:blip r:embed="rId2"/>
          <a:srcRect l="26176" r="51430" b="-447"/>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52" name="Isosceles Triangle 51">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Content Placeholder 2">
            <a:extLst>
              <a:ext uri="{FF2B5EF4-FFF2-40B4-BE49-F238E27FC236}">
                <a16:creationId xmlns:a16="http://schemas.microsoft.com/office/drawing/2014/main" id="{5F4391AE-0FD7-4CD8-B503-7346B38F122D}"/>
              </a:ext>
            </a:extLst>
          </p:cNvPr>
          <p:cNvSpPr>
            <a:spLocks noGrp="1"/>
          </p:cNvSpPr>
          <p:nvPr>
            <p:ph idx="1"/>
          </p:nvPr>
        </p:nvSpPr>
        <p:spPr>
          <a:xfrm>
            <a:off x="2849561" y="2160589"/>
            <a:ext cx="7337627" cy="3880773"/>
          </a:xfrm>
        </p:spPr>
        <p:txBody>
          <a:bodyPr>
            <a:normAutofit/>
          </a:bodyPr>
          <a:lstStyle/>
          <a:p>
            <a:r>
              <a:rPr lang="en-US" sz="2400" b="0" i="0" dirty="0">
                <a:solidFill>
                  <a:schemeClr val="tx1"/>
                </a:solidFill>
                <a:effectLst/>
                <a:latin typeface="Times New Roman" panose="02020603050405020304" pitchFamily="18" charset="0"/>
                <a:cs typeface="Times New Roman" panose="02020603050405020304" pitchFamily="18" charset="0"/>
              </a:rPr>
              <a:t>Defining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a:t>
            </a:r>
            <a:r>
              <a:rPr lang="en-US" sz="2400" b="0" i="1" dirty="0">
                <a:solidFill>
                  <a:schemeClr val="tx1"/>
                </a:solidFill>
                <a:effectLst/>
                <a:latin typeface="Times New Roman" panose="02020603050405020304" pitchFamily="18" charset="0"/>
                <a:cs typeface="Times New Roman" panose="02020603050405020304" pitchFamily="18" charset="0"/>
              </a:rPr>
              <a:t>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science</a:t>
            </a:r>
            <a:r>
              <a:rPr lang="en-US" sz="2400" b="0" i="1" dirty="0">
                <a:solidFill>
                  <a:schemeClr val="tx1"/>
                </a:solidFill>
                <a:effectLst/>
                <a:latin typeface="Times New Roman" panose="02020603050405020304" pitchFamily="18" charset="0"/>
                <a:cs typeface="Times New Roman" panose="02020603050405020304" pitchFamily="18" charset="0"/>
              </a:rPr>
              <a:t> </a:t>
            </a:r>
            <a:r>
              <a:rPr lang="en-US" sz="2400" b="0" i="0" dirty="0">
                <a:solidFill>
                  <a:schemeClr val="tx1"/>
                </a:solidFill>
                <a:effectLst/>
                <a:latin typeface="Times New Roman" panose="02020603050405020304" pitchFamily="18" charset="0"/>
                <a:cs typeface="Times New Roman" panose="02020603050405020304" pitchFamily="18" charset="0"/>
              </a:rPr>
              <a:t>and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big</a:t>
            </a:r>
            <a:r>
              <a:rPr lang="en-US" sz="2400" b="0" i="1" dirty="0">
                <a:solidFill>
                  <a:schemeClr val="tx1"/>
                </a:solidFill>
                <a:effectLst/>
                <a:latin typeface="Times New Roman" panose="02020603050405020304" pitchFamily="18" charset="0"/>
                <a:cs typeface="Times New Roman" panose="02020603050405020304" pitchFamily="18" charset="0"/>
              </a:rPr>
              <a:t>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a:t>
            </a:r>
          </a:p>
          <a:p>
            <a:r>
              <a:rPr lang="en-US" sz="2400" b="0" i="0" dirty="0">
                <a:solidFill>
                  <a:schemeClr val="tx1"/>
                </a:solidFill>
                <a:effectLst/>
                <a:latin typeface="Times New Roman" panose="02020603050405020304" pitchFamily="18" charset="0"/>
                <a:cs typeface="Times New Roman" panose="02020603050405020304" pitchFamily="18" charset="0"/>
              </a:rPr>
              <a:t>Recognizing the different </a:t>
            </a:r>
            <a:r>
              <a:rPr lang="en-US" sz="2400" b="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types of data</a:t>
            </a:r>
          </a:p>
          <a:p>
            <a:r>
              <a:rPr lang="en-US" sz="2400" b="0" i="0" dirty="0">
                <a:solidFill>
                  <a:schemeClr val="tx1"/>
                </a:solidFill>
                <a:effectLst/>
                <a:latin typeface="Times New Roman" panose="02020603050405020304" pitchFamily="18" charset="0"/>
                <a:cs typeface="Times New Roman" panose="02020603050405020304" pitchFamily="18" charset="0"/>
              </a:rPr>
              <a:t>Gaining insight into the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a:t>
            </a:r>
            <a:r>
              <a:rPr lang="en-US" sz="2400" b="0" i="0" dirty="0">
                <a:solidFill>
                  <a:schemeClr val="tx1"/>
                </a:solidFill>
                <a:effectLst/>
                <a:latin typeface="Times New Roman" panose="02020603050405020304" pitchFamily="18" charset="0"/>
                <a:cs typeface="Times New Roman" panose="02020603050405020304" pitchFamily="18" charset="0"/>
              </a:rPr>
              <a:t>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science</a:t>
            </a:r>
            <a:r>
              <a:rPr lang="en-US" sz="2400" b="0" i="0" dirty="0">
                <a:solidFill>
                  <a:schemeClr val="tx1"/>
                </a:solidFill>
                <a:effectLst/>
                <a:latin typeface="Times New Roman" panose="02020603050405020304" pitchFamily="18" charset="0"/>
                <a:cs typeface="Times New Roman" panose="02020603050405020304" pitchFamily="18" charset="0"/>
              </a:rPr>
              <a:t>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a:t>
            </a:r>
          </a:p>
          <a:p>
            <a:r>
              <a:rPr lang="en-US" sz="2400" b="0" i="0" dirty="0">
                <a:solidFill>
                  <a:schemeClr val="tx1"/>
                </a:solidFill>
                <a:effectLst/>
                <a:latin typeface="Times New Roman" panose="02020603050405020304" pitchFamily="18" charset="0"/>
                <a:cs typeface="Times New Roman" panose="02020603050405020304" pitchFamily="18" charset="0"/>
              </a:rPr>
              <a:t>Introducing the </a:t>
            </a:r>
            <a:r>
              <a:rPr lang="en-US"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fields</a:t>
            </a:r>
            <a:r>
              <a:rPr lang="en-US" sz="2400" b="0" i="0" dirty="0">
                <a:solidFill>
                  <a:schemeClr val="tx1"/>
                </a:solidFill>
                <a:effectLst/>
                <a:latin typeface="Times New Roman" panose="02020603050405020304" pitchFamily="18" charset="0"/>
                <a:cs typeface="Times New Roman" panose="02020603050405020304" pitchFamily="18" charset="0"/>
              </a:rPr>
              <a:t> of data science and big data </a:t>
            </a:r>
          </a:p>
        </p:txBody>
      </p:sp>
      <p:sp>
        <p:nvSpPr>
          <p:cNvPr id="4" name="Footer Placeholder 3">
            <a:extLst>
              <a:ext uri="{FF2B5EF4-FFF2-40B4-BE49-F238E27FC236}">
                <a16:creationId xmlns:a16="http://schemas.microsoft.com/office/drawing/2014/main" id="{3D518FCE-1CC0-FFE7-B1DE-D9DF64021B3D}"/>
              </a:ext>
            </a:extLst>
          </p:cNvPr>
          <p:cNvSpPr>
            <a:spLocks noGrp="1"/>
          </p:cNvSpPr>
          <p:nvPr>
            <p:ph type="ftr" sz="quarter" idx="11"/>
          </p:nvPr>
        </p:nvSpPr>
        <p:spPr>
          <a:xfrm>
            <a:off x="2849563" y="6041362"/>
            <a:ext cx="4125383" cy="365125"/>
          </a:xfrm>
        </p:spPr>
        <p:txBody>
          <a:bodyPr>
            <a:normAutofit/>
          </a:bodyPr>
          <a:lstStyle/>
          <a:p>
            <a:pPr>
              <a:spcAft>
                <a:spcPts val="600"/>
              </a:spcAft>
            </a:pPr>
            <a:r>
              <a:rPr lang="en-US"/>
              <a:t>Data Science</a:t>
            </a:r>
          </a:p>
        </p:txBody>
      </p:sp>
      <p:sp>
        <p:nvSpPr>
          <p:cNvPr id="5" name="Slide Number Placeholder 4">
            <a:extLst>
              <a:ext uri="{FF2B5EF4-FFF2-40B4-BE49-F238E27FC236}">
                <a16:creationId xmlns:a16="http://schemas.microsoft.com/office/drawing/2014/main" id="{30691FBE-E94D-4354-8F19-B8A3DE404EF1}"/>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2</a:t>
            </a:fld>
            <a:endParaRPr lang="en-US"/>
          </a:p>
        </p:txBody>
      </p:sp>
    </p:spTree>
    <p:extLst>
      <p:ext uri="{BB962C8B-B14F-4D97-AF65-F5344CB8AC3E}">
        <p14:creationId xmlns:p14="http://schemas.microsoft.com/office/powerpoint/2010/main" val="1188115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lstStyle/>
          <a:p>
            <a:r>
              <a:rPr lang="en-US" dirty="0"/>
              <a:t>Introduction (Traditional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36288" y="1029730"/>
            <a:ext cx="9522940" cy="5469923"/>
          </a:xfrm>
        </p:spPr>
        <p:txBody>
          <a:bodyPr>
            <a:normAutofit/>
          </a:bodyPr>
          <a:lstStyle/>
          <a:p>
            <a:pPr>
              <a:buFont typeface="Wingdings" panose="05000000000000000000" pitchFamily="2" charset="2"/>
              <a:buChar char="Ø"/>
            </a:pPr>
            <a:r>
              <a:rPr lang="en-GB" sz="2400" b="1" dirty="0">
                <a:solidFill>
                  <a:srgbClr val="000000"/>
                </a:solidFill>
                <a:latin typeface="Times New Roman" panose="02020603050405020304" pitchFamily="18" charset="0"/>
                <a:cs typeface="Times New Roman" panose="02020603050405020304" pitchFamily="18" charset="0"/>
              </a:rPr>
              <a:t>Traditional data</a:t>
            </a:r>
            <a:r>
              <a:rPr lang="en-GB" sz="2400" dirty="0">
                <a:solidFill>
                  <a:srgbClr val="000000"/>
                </a:solidFill>
                <a:latin typeface="Times New Roman" panose="02020603050405020304" pitchFamily="18" charset="0"/>
                <a:cs typeface="Times New Roman" panose="02020603050405020304" pitchFamily="18" charset="0"/>
              </a:rPr>
              <a:t> is the structured data that is being majorly maintained by all types of businesses starting from very small to big organizations. </a:t>
            </a:r>
          </a:p>
          <a:p>
            <a:pPr>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Where a centralized database architecture used to store and maintain the data in a </a:t>
            </a:r>
            <a:r>
              <a:rPr lang="en-GB" sz="2400" b="1" dirty="0">
                <a:solidFill>
                  <a:srgbClr val="000000"/>
                </a:solidFill>
                <a:latin typeface="Times New Roman" panose="02020603050405020304" pitchFamily="18" charset="0"/>
                <a:cs typeface="Times New Roman" panose="02020603050405020304" pitchFamily="18" charset="0"/>
              </a:rPr>
              <a:t>fixed format </a:t>
            </a:r>
            <a:r>
              <a:rPr lang="en-GB" sz="2400" dirty="0">
                <a:solidFill>
                  <a:srgbClr val="000000"/>
                </a:solidFill>
                <a:latin typeface="Times New Roman" panose="02020603050405020304" pitchFamily="18" charset="0"/>
                <a:cs typeface="Times New Roman" panose="02020603050405020304" pitchFamily="18" charset="0"/>
              </a:rPr>
              <a:t>or fields in a file. For managing and accessing the data Structured Query Language (</a:t>
            </a:r>
            <a:r>
              <a:rPr lang="en-GB" sz="2400" b="1" dirty="0">
                <a:solidFill>
                  <a:srgbClr val="000000"/>
                </a:solidFill>
                <a:latin typeface="Times New Roman" panose="02020603050405020304" pitchFamily="18" charset="0"/>
                <a:cs typeface="Times New Roman" panose="02020603050405020304" pitchFamily="18" charset="0"/>
              </a:rPr>
              <a:t>SQL</a:t>
            </a:r>
            <a:r>
              <a:rPr lang="en-GB" sz="2400" dirty="0">
                <a:solidFill>
                  <a:srgbClr val="000000"/>
                </a:solidFill>
                <a:latin typeface="Times New Roman" panose="02020603050405020304" pitchFamily="18" charset="0"/>
                <a:cs typeface="Times New Roman" panose="02020603050405020304" pitchFamily="18" charset="0"/>
              </a:rPr>
              <a:t>) is used.</a:t>
            </a:r>
          </a:p>
          <a:p>
            <a:pPr>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It is characterized by its high level of </a:t>
            </a:r>
            <a:r>
              <a:rPr lang="en-GB" sz="2400" b="1" dirty="0">
                <a:solidFill>
                  <a:srgbClr val="000000"/>
                </a:solidFill>
                <a:latin typeface="Times New Roman" panose="02020603050405020304" pitchFamily="18" charset="0"/>
                <a:cs typeface="Times New Roman" panose="02020603050405020304" pitchFamily="18" charset="0"/>
              </a:rPr>
              <a:t>organization and structure</a:t>
            </a:r>
            <a:r>
              <a:rPr lang="en-GB" sz="2400" dirty="0">
                <a:solidFill>
                  <a:srgbClr val="000000"/>
                </a:solidFill>
                <a:latin typeface="Times New Roman" panose="02020603050405020304" pitchFamily="18" charset="0"/>
                <a:cs typeface="Times New Roman" panose="02020603050405020304" pitchFamily="18" charset="0"/>
              </a:rPr>
              <a:t>, which makes it easy to store, manage, and </a:t>
            </a:r>
            <a:r>
              <a:rPr lang="en-GB" sz="2400" dirty="0" err="1">
                <a:solidFill>
                  <a:srgbClr val="000000"/>
                </a:solidFill>
                <a:latin typeface="Times New Roman" panose="02020603050405020304" pitchFamily="18" charset="0"/>
                <a:cs typeface="Times New Roman" panose="02020603050405020304" pitchFamily="18" charset="0"/>
              </a:rPr>
              <a:t>analyze</a:t>
            </a:r>
            <a:r>
              <a:rPr lang="en-GB" sz="2400" dirty="0">
                <a:solidFill>
                  <a:srgbClr val="000000"/>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It data analysis techniques involve using statistical methods and visualizations to identify patterns and trends in the data.</a:t>
            </a:r>
          </a:p>
          <a:p>
            <a:pPr>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It is often collected and managed by enterprise resource planning (</a:t>
            </a:r>
            <a:r>
              <a:rPr lang="en-GB" sz="2400" b="1" dirty="0">
                <a:solidFill>
                  <a:srgbClr val="000000"/>
                </a:solidFill>
                <a:latin typeface="Times New Roman" panose="02020603050405020304" pitchFamily="18" charset="0"/>
                <a:cs typeface="Times New Roman" panose="02020603050405020304" pitchFamily="18" charset="0"/>
              </a:rPr>
              <a:t>ERP) </a:t>
            </a:r>
            <a:r>
              <a:rPr lang="en-GB" sz="2400" dirty="0">
                <a:solidFill>
                  <a:srgbClr val="000000"/>
                </a:solidFill>
                <a:latin typeface="Times New Roman" panose="02020603050405020304" pitchFamily="18" charset="0"/>
                <a:cs typeface="Times New Roman" panose="02020603050405020304" pitchFamily="18" charset="0"/>
              </a:rPr>
              <a:t>systems and other enterprise-level applications. This data is critical for businesses to make informed decisions and drive performance improvements.</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3</a:t>
            </a:fld>
            <a:endParaRPr lang="en-US"/>
          </a:p>
        </p:txBody>
      </p:sp>
      <p:sp>
        <p:nvSpPr>
          <p:cNvPr id="4" name="Footer Placeholder 3">
            <a:extLst>
              <a:ext uri="{FF2B5EF4-FFF2-40B4-BE49-F238E27FC236}">
                <a16:creationId xmlns:a16="http://schemas.microsoft.com/office/drawing/2014/main" id="{BCD5BEB5-09AE-E1FB-E09F-BBCAEB38405A}"/>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1942547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lstStyle/>
          <a:p>
            <a:r>
              <a:rPr lang="en-US" dirty="0"/>
              <a:t>Introduction (Big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81069" y="1029730"/>
            <a:ext cx="9632887" cy="5469923"/>
          </a:xfrm>
        </p:spPr>
        <p:txBody>
          <a:bodyPr>
            <a:noAutofit/>
          </a:bodyPr>
          <a:lstStyle/>
          <a:p>
            <a:pPr>
              <a:buFont typeface="Wingdings" panose="05000000000000000000" pitchFamily="2" charset="2"/>
              <a:buChar char="Ø"/>
            </a:pPr>
            <a:r>
              <a:rPr lang="en-US" sz="2400" b="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Big</a:t>
            </a:r>
            <a:r>
              <a:rPr lang="en-US" sz="2400" b="0" dirty="0">
                <a:solidFill>
                  <a:srgbClr val="000000"/>
                </a:solidFill>
                <a:effectLst/>
                <a:latin typeface="Times New Roman" panose="02020603050405020304" pitchFamily="18" charset="0"/>
                <a:cs typeface="Times New Roman" panose="02020603050405020304" pitchFamily="18" charset="0"/>
              </a:rPr>
              <a:t> </a:t>
            </a:r>
            <a:r>
              <a:rPr 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a:t>
            </a:r>
            <a:r>
              <a:rPr lang="en-US" sz="2400" b="0" dirty="0">
                <a:solidFill>
                  <a:srgbClr val="000000"/>
                </a:solidFill>
                <a:effectLst/>
                <a:latin typeface="Times New Roman" panose="02020603050405020304" pitchFamily="18" charset="0"/>
                <a:cs typeface="Times New Roman" panose="02020603050405020304" pitchFamily="18" charset="0"/>
              </a:rPr>
              <a:t> is collection of data sets </a:t>
            </a:r>
            <a:r>
              <a:rPr lang="en-US" sz="2400" b="1" dirty="0">
                <a:solidFill>
                  <a:srgbClr val="000000"/>
                </a:solidFill>
                <a:effectLst/>
                <a:latin typeface="Times New Roman" panose="02020603050405020304" pitchFamily="18" charset="0"/>
                <a:cs typeface="Times New Roman" panose="02020603050405020304" pitchFamily="18" charset="0"/>
              </a:rPr>
              <a:t>so large or complex </a:t>
            </a:r>
            <a:r>
              <a:rPr lang="en-US" sz="2400" b="0" dirty="0">
                <a:solidFill>
                  <a:srgbClr val="000000"/>
                </a:solidFill>
                <a:effectLst/>
                <a:latin typeface="Times New Roman" panose="02020603050405020304" pitchFamily="18" charset="0"/>
                <a:cs typeface="Times New Roman" panose="02020603050405020304" pitchFamily="18" charset="0"/>
              </a:rPr>
              <a:t>that it becomes difficult to process them using traditional data management techniques such as </a:t>
            </a:r>
            <a:r>
              <a:rPr lang="en-US" sz="2400" b="1" dirty="0">
                <a:solidFill>
                  <a:srgbClr val="000000"/>
                </a:solidFill>
                <a:effectLst/>
                <a:latin typeface="Times New Roman" panose="02020603050405020304" pitchFamily="18" charset="0"/>
                <a:cs typeface="Times New Roman" panose="02020603050405020304" pitchFamily="18" charset="0"/>
              </a:rPr>
              <a:t>RDBMS</a:t>
            </a:r>
            <a:r>
              <a:rPr lang="en-US" sz="2400" b="0" dirty="0">
                <a:solidFill>
                  <a:srgbClr val="000000"/>
                </a:solidFill>
                <a:effectLst/>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It refers to </a:t>
            </a:r>
            <a:r>
              <a:rPr lang="en-GB" sz="2400" dirty="0">
                <a:solidFill>
                  <a:srgbClr val="000000"/>
                </a:solidFill>
                <a:latin typeface="Times New Roman" panose="02020603050405020304" pitchFamily="18" charset="0"/>
                <a:cs typeface="Times New Roman" panose="02020603050405020304" pitchFamily="18" charset="0"/>
              </a:rPr>
              <a:t>a </a:t>
            </a:r>
            <a:r>
              <a:rPr lang="en-GB" sz="2400" b="1" dirty="0">
                <a:solidFill>
                  <a:srgbClr val="000000"/>
                </a:solidFill>
                <a:latin typeface="Times New Roman" panose="02020603050405020304" pitchFamily="18" charset="0"/>
                <a:cs typeface="Times New Roman" panose="02020603050405020304" pitchFamily="18" charset="0"/>
              </a:rPr>
              <a:t>massive amount of data </a:t>
            </a:r>
            <a:r>
              <a:rPr lang="en-GB" sz="2400" dirty="0">
                <a:solidFill>
                  <a:srgbClr val="000000"/>
                </a:solidFill>
                <a:latin typeface="Times New Roman" panose="02020603050405020304" pitchFamily="18" charset="0"/>
                <a:cs typeface="Times New Roman" panose="02020603050405020304" pitchFamily="18" charset="0"/>
              </a:rPr>
              <a:t>that keeps on </a:t>
            </a:r>
            <a:r>
              <a:rPr lang="en-GB" sz="2400" b="1" dirty="0">
                <a:solidFill>
                  <a:srgbClr val="000000"/>
                </a:solidFill>
                <a:latin typeface="Times New Roman" panose="02020603050405020304" pitchFamily="18" charset="0"/>
                <a:cs typeface="Times New Roman" panose="02020603050405020304" pitchFamily="18" charset="0"/>
              </a:rPr>
              <a:t>growing exponentially </a:t>
            </a:r>
            <a:r>
              <a:rPr lang="en-GB" sz="2400" dirty="0">
                <a:solidFill>
                  <a:srgbClr val="000000"/>
                </a:solidFill>
                <a:latin typeface="Times New Roman" panose="02020603050405020304" pitchFamily="18" charset="0"/>
                <a:cs typeface="Times New Roman" panose="02020603050405020304" pitchFamily="18" charset="0"/>
              </a:rPr>
              <a:t>with time. It is </a:t>
            </a:r>
            <a:r>
              <a:rPr lang="en-GB" sz="2400" b="1" dirty="0">
                <a:solidFill>
                  <a:srgbClr val="000000"/>
                </a:solidFill>
                <a:latin typeface="Times New Roman" panose="02020603050405020304" pitchFamily="18" charset="0"/>
                <a:cs typeface="Times New Roman" panose="02020603050405020304" pitchFamily="18" charset="0"/>
              </a:rPr>
              <a:t>so voluminous </a:t>
            </a:r>
            <a:r>
              <a:rPr lang="en-GB" sz="2400" dirty="0">
                <a:solidFill>
                  <a:srgbClr val="000000"/>
                </a:solidFill>
                <a:latin typeface="Times New Roman" panose="02020603050405020304" pitchFamily="18" charset="0"/>
                <a:cs typeface="Times New Roman" panose="02020603050405020304" pitchFamily="18" charset="0"/>
              </a:rPr>
              <a:t>that it cannot be processed or </a:t>
            </a:r>
            <a:r>
              <a:rPr lang="en-GB" sz="2400" dirty="0" err="1">
                <a:solidFill>
                  <a:srgbClr val="000000"/>
                </a:solidFill>
                <a:latin typeface="Times New Roman" panose="02020603050405020304" pitchFamily="18" charset="0"/>
                <a:cs typeface="Times New Roman" panose="02020603050405020304" pitchFamily="18" charset="0"/>
              </a:rPr>
              <a:t>analyzed</a:t>
            </a:r>
            <a:r>
              <a:rPr lang="en-GB" sz="2400" dirty="0">
                <a:solidFill>
                  <a:srgbClr val="000000"/>
                </a:solidFill>
                <a:latin typeface="Times New Roman" panose="02020603050405020304" pitchFamily="18" charset="0"/>
                <a:cs typeface="Times New Roman" panose="02020603050405020304" pitchFamily="18" charset="0"/>
              </a:rPr>
              <a:t> using conventional data processing techniques.</a:t>
            </a:r>
          </a:p>
          <a:p>
            <a:pPr>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The </a:t>
            </a:r>
            <a:r>
              <a:rPr lang="en-GB" sz="2400" b="1" dirty="0">
                <a:solidFill>
                  <a:srgbClr val="000000"/>
                </a:solidFill>
                <a:latin typeface="Times New Roman" panose="02020603050405020304" pitchFamily="18" charset="0"/>
                <a:cs typeface="Times New Roman" panose="02020603050405020304" pitchFamily="18" charset="0"/>
              </a:rPr>
              <a:t>European Commission </a:t>
            </a:r>
            <a:r>
              <a:rPr lang="en-GB" sz="2400" dirty="0">
                <a:solidFill>
                  <a:srgbClr val="000000"/>
                </a:solidFill>
                <a:latin typeface="Times New Roman" panose="02020603050405020304" pitchFamily="18" charset="0"/>
                <a:cs typeface="Times New Roman" panose="02020603050405020304" pitchFamily="18" charset="0"/>
              </a:rPr>
              <a:t>defines Big Data as: “large amounts of different types of data produced from various types of sources, such as people, machines or sensors”.</a:t>
            </a:r>
            <a:endParaRPr lang="en-US" sz="2400" b="0" dirty="0">
              <a:solidFill>
                <a:srgbClr val="000000"/>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800" dirty="0">
                <a:solidFill>
                  <a:srgbClr val="000000"/>
                </a:solidFill>
                <a:latin typeface="Times New Roman" panose="02020603050405020304" pitchFamily="18" charset="0"/>
                <a:cs typeface="Times New Roman" panose="02020603050405020304" pitchFamily="18" charset="0"/>
              </a:rPr>
              <a:t>Big Data examples </a:t>
            </a:r>
            <a:r>
              <a:rPr lang="en-GB" sz="1800" dirty="0">
                <a:solidFill>
                  <a:srgbClr val="000000"/>
                </a:solidFill>
                <a:latin typeface="Times New Roman" panose="02020603050405020304" pitchFamily="18" charset="0"/>
                <a:cs typeface="Times New Roman" panose="02020603050405020304" pitchFamily="18" charset="0"/>
              </a:rPr>
              <a:t>are transaction processing systems, customer databases, documents, emails, medical records, internet clickstream logs, mobile apps and social networks.</a:t>
            </a:r>
            <a:endParaRPr lang="en-US" sz="1800" b="0" dirty="0">
              <a:solidFill>
                <a:srgbClr val="00000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0" dirty="0">
                <a:solidFill>
                  <a:srgbClr val="000000"/>
                </a:solidFill>
                <a:effectLst/>
                <a:latin typeface="Times New Roman" panose="02020603050405020304" pitchFamily="18" charset="0"/>
                <a:cs typeface="Times New Roman" panose="02020603050405020304" pitchFamily="18" charset="0"/>
              </a:rPr>
              <a:t>The widely adopted </a:t>
            </a:r>
            <a:r>
              <a:rPr 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RDBMS</a:t>
            </a:r>
            <a:r>
              <a:rPr lang="en-US" sz="2400" b="0" dirty="0">
                <a:solidFill>
                  <a:srgbClr val="000000"/>
                </a:solidFill>
                <a:effectLst/>
                <a:latin typeface="Times New Roman" panose="02020603050405020304" pitchFamily="18" charset="0"/>
                <a:cs typeface="Times New Roman" panose="02020603050405020304" pitchFamily="18" charset="0"/>
              </a:rPr>
              <a:t> has long been regarded as a </a:t>
            </a:r>
            <a:r>
              <a:rPr 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one-size-fits-all</a:t>
            </a:r>
            <a:r>
              <a:rPr lang="en-US" sz="2400" b="0" dirty="0">
                <a:solidFill>
                  <a:srgbClr val="000000"/>
                </a:solidFill>
                <a:effectLst/>
                <a:latin typeface="Times New Roman" panose="02020603050405020304" pitchFamily="18" charset="0"/>
                <a:cs typeface="Times New Roman" panose="02020603050405020304" pitchFamily="18" charset="0"/>
              </a:rPr>
              <a:t> solution, but the demands of handling </a:t>
            </a:r>
            <a:r>
              <a:rPr 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big data </a:t>
            </a:r>
            <a:r>
              <a:rPr lang="en-US" sz="2400" b="0" dirty="0">
                <a:solidFill>
                  <a:srgbClr val="000000"/>
                </a:solidFill>
                <a:effectLst/>
                <a:latin typeface="Times New Roman" panose="02020603050405020304" pitchFamily="18" charset="0"/>
                <a:cs typeface="Times New Roman" panose="02020603050405020304" pitchFamily="18" charset="0"/>
              </a:rPr>
              <a:t>have shown otherwise.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4</a:t>
            </a:fld>
            <a:endParaRPr lang="en-US"/>
          </a:p>
        </p:txBody>
      </p:sp>
      <p:sp>
        <p:nvSpPr>
          <p:cNvPr id="4" name="Footer Placeholder 3">
            <a:extLst>
              <a:ext uri="{FF2B5EF4-FFF2-40B4-BE49-F238E27FC236}">
                <a16:creationId xmlns:a16="http://schemas.microsoft.com/office/drawing/2014/main" id="{7EF4E852-B7B4-28AB-7A71-67902C395791}"/>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132262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lstStyle/>
          <a:p>
            <a:r>
              <a:rPr lang="en-US" dirty="0"/>
              <a:t>Introduction (Big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99176" y="1029730"/>
            <a:ext cx="9967866" cy="5469923"/>
          </a:xfrm>
        </p:spPr>
        <p:txBody>
          <a:bodyPr>
            <a:noAutofit/>
          </a:bodyPr>
          <a:lstStyle/>
          <a:p>
            <a:pPr>
              <a:buFont typeface="Wingdings" panose="05000000000000000000" pitchFamily="2" charset="2"/>
              <a:buChar char="Ø"/>
            </a:pPr>
            <a:r>
              <a:rPr lang="en-US" sz="2200" b="0" dirty="0">
                <a:solidFill>
                  <a:srgbClr val="000000"/>
                </a:solidFill>
                <a:latin typeface="Times New Roman" panose="02020603050405020304" pitchFamily="18" charset="0"/>
                <a:cs typeface="Times New Roman" panose="02020603050405020304" pitchFamily="18" charset="0"/>
              </a:rPr>
              <a:t>The characteristics of big data are often referred to as the </a:t>
            </a:r>
            <a:r>
              <a:rPr lang="en-US" sz="2200" b="1" dirty="0">
                <a:solidFill>
                  <a:srgbClr val="000000"/>
                </a:solidFill>
                <a:latin typeface="Times New Roman" panose="02020603050405020304" pitchFamily="18" charset="0"/>
                <a:cs typeface="Times New Roman" panose="02020603050405020304" pitchFamily="18" charset="0"/>
              </a:rPr>
              <a:t>four Vs</a:t>
            </a:r>
            <a:r>
              <a:rPr lang="en-US" sz="2200" b="1"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GB" sz="2200" b="1" dirty="0">
                <a:solidFill>
                  <a:srgbClr val="000000"/>
                </a:solidFill>
                <a:latin typeface="Times New Roman" panose="02020603050405020304" pitchFamily="18" charset="0"/>
                <a:cs typeface="Times New Roman" panose="02020603050405020304" pitchFamily="18" charset="0"/>
              </a:rPr>
              <a:t>Volume</a:t>
            </a:r>
            <a:r>
              <a:rPr lang="en-GB" sz="2200" dirty="0">
                <a:solidFill>
                  <a:srgbClr val="000000"/>
                </a:solidFill>
                <a:latin typeface="Times New Roman" panose="02020603050405020304" pitchFamily="18" charset="0"/>
                <a:cs typeface="Times New Roman" panose="02020603050405020304" pitchFamily="18" charset="0"/>
              </a:rPr>
              <a:t>: </a:t>
            </a:r>
            <a:r>
              <a:rPr lang="en-US" sz="2200" b="1" dirty="0">
                <a:solidFill>
                  <a:srgbClr val="000000"/>
                </a:solidFill>
                <a:latin typeface="Times New Roman" panose="02020603050405020304" pitchFamily="18" charset="0"/>
                <a:cs typeface="Times New Roman" panose="02020603050405020304" pitchFamily="18" charset="0"/>
              </a:rPr>
              <a:t>How much data is there</a:t>
            </a:r>
            <a:r>
              <a:rPr lang="en-US" sz="2200" dirty="0">
                <a:solidFill>
                  <a:srgbClr val="000000"/>
                </a:solidFill>
                <a:latin typeface="Times New Roman" panose="02020603050405020304" pitchFamily="18" charset="0"/>
                <a:cs typeface="Times New Roman" panose="02020603050405020304" pitchFamily="18" charset="0"/>
              </a:rPr>
              <a:t>? </a:t>
            </a:r>
            <a:r>
              <a:rPr lang="en-GB" sz="2200" dirty="0">
                <a:solidFill>
                  <a:srgbClr val="000000"/>
                </a:solidFill>
                <a:latin typeface="Times New Roman" panose="02020603050405020304" pitchFamily="18" charset="0"/>
                <a:cs typeface="Times New Roman" panose="02020603050405020304" pitchFamily="18" charset="0"/>
              </a:rPr>
              <a:t>big data refers to extremely large datasets that cannot be easily managed or processed using traditional technologies.</a:t>
            </a:r>
          </a:p>
          <a:p>
            <a:pPr lvl="1">
              <a:buFont typeface="Wingdings" panose="05000000000000000000" pitchFamily="2" charset="2"/>
              <a:buChar char="Ø"/>
            </a:pPr>
            <a:r>
              <a:rPr lang="en-GB" sz="2200" b="1" dirty="0">
                <a:solidFill>
                  <a:srgbClr val="000000"/>
                </a:solidFill>
                <a:latin typeface="Times New Roman" panose="02020603050405020304" pitchFamily="18" charset="0"/>
                <a:cs typeface="Times New Roman" panose="02020603050405020304" pitchFamily="18" charset="0"/>
              </a:rPr>
              <a:t>Variety</a:t>
            </a:r>
            <a:r>
              <a:rPr lang="en-US" sz="2200" dirty="0">
                <a:solidFill>
                  <a:srgbClr val="000000"/>
                </a:solidFill>
                <a:latin typeface="Times New Roman" panose="02020603050405020304" pitchFamily="18" charset="0"/>
                <a:cs typeface="Times New Roman" panose="02020603050405020304" pitchFamily="18" charset="0"/>
              </a:rPr>
              <a:t>: </a:t>
            </a:r>
            <a:r>
              <a:rPr lang="en-US" sz="2200" b="1" dirty="0">
                <a:solidFill>
                  <a:srgbClr val="000000"/>
                </a:solidFill>
                <a:latin typeface="Times New Roman" panose="02020603050405020304" pitchFamily="18" charset="0"/>
                <a:cs typeface="Times New Roman" panose="02020603050405020304" pitchFamily="18" charset="0"/>
              </a:rPr>
              <a:t>How diverse are different types of data</a:t>
            </a:r>
            <a:r>
              <a:rPr lang="en-US" sz="2200" dirty="0">
                <a:solidFill>
                  <a:srgbClr val="000000"/>
                </a:solidFill>
                <a:latin typeface="Times New Roman" panose="02020603050405020304" pitchFamily="18" charset="0"/>
                <a:cs typeface="Times New Roman" panose="02020603050405020304" pitchFamily="18" charset="0"/>
              </a:rPr>
              <a:t>? </a:t>
            </a:r>
            <a:r>
              <a:rPr lang="en-GB" sz="2200" dirty="0">
                <a:solidFill>
                  <a:srgbClr val="000000"/>
                </a:solidFill>
                <a:latin typeface="Times New Roman" panose="02020603050405020304" pitchFamily="18" charset="0"/>
                <a:cs typeface="Times New Roman" panose="02020603050405020304" pitchFamily="18" charset="0"/>
              </a:rPr>
              <a:t>Traditional data is typically structured, means it is organized in a predefined manner such as tables, columns, and rows. Big data, on the other hand, can be structured, unstructured, or semi-structured, meaning it may contain text, images, videos, or other types of data.</a:t>
            </a:r>
          </a:p>
          <a:p>
            <a:pPr lvl="1">
              <a:buFont typeface="Wingdings" panose="05000000000000000000" pitchFamily="2" charset="2"/>
              <a:buChar char="Ø"/>
            </a:pPr>
            <a:r>
              <a:rPr lang="en-GB" sz="2200" b="1" dirty="0">
                <a:solidFill>
                  <a:srgbClr val="000000"/>
                </a:solidFill>
                <a:latin typeface="Times New Roman" panose="02020603050405020304" pitchFamily="18" charset="0"/>
                <a:cs typeface="Times New Roman" panose="02020603050405020304" pitchFamily="18" charset="0"/>
              </a:rPr>
              <a:t>Velocity</a:t>
            </a:r>
            <a:r>
              <a:rPr lang="en-GB" sz="2200" dirty="0">
                <a:solidFill>
                  <a:srgbClr val="000000"/>
                </a:solidFill>
                <a:latin typeface="Times New Roman" panose="02020603050405020304" pitchFamily="18" charset="0"/>
                <a:cs typeface="Times New Roman" panose="02020603050405020304" pitchFamily="18" charset="0"/>
              </a:rPr>
              <a:t>: </a:t>
            </a:r>
            <a:r>
              <a:rPr lang="en-US" sz="2200" b="1" dirty="0">
                <a:solidFill>
                  <a:srgbClr val="000000"/>
                </a:solidFill>
                <a:latin typeface="Times New Roman" panose="02020603050405020304" pitchFamily="18" charset="0"/>
                <a:cs typeface="Times New Roman" panose="02020603050405020304" pitchFamily="18" charset="0"/>
              </a:rPr>
              <a:t>At what speed is new data generated</a:t>
            </a:r>
            <a:r>
              <a:rPr lang="en-US" sz="2200" dirty="0">
                <a:solidFill>
                  <a:srgbClr val="000000"/>
                </a:solidFill>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a:t>
            </a:r>
            <a:r>
              <a:rPr lang="en-GB" sz="2200" dirty="0">
                <a:solidFill>
                  <a:srgbClr val="000000"/>
                </a:solidFill>
                <a:latin typeface="Times New Roman" panose="02020603050405020304" pitchFamily="18" charset="0"/>
                <a:cs typeface="Times New Roman" panose="02020603050405020304" pitchFamily="18" charset="0"/>
              </a:rPr>
              <a:t>Traditional data is usually static and updated on a periodic basis. In contrast, big data is constantly changing and updated in real-time or near real-time.</a:t>
            </a:r>
          </a:p>
          <a:p>
            <a:pPr lvl="1">
              <a:buFont typeface="Wingdings" panose="05000000000000000000" pitchFamily="2" charset="2"/>
              <a:buChar char="Ø"/>
            </a:pPr>
            <a:r>
              <a:rPr lang="en-US" sz="2200" b="1" dirty="0">
                <a:solidFill>
                  <a:srgbClr val="000000"/>
                </a:solidFill>
                <a:latin typeface="Times New Roman" panose="02020603050405020304" pitchFamily="18" charset="0"/>
                <a:cs typeface="Times New Roman" panose="02020603050405020304" pitchFamily="18" charset="0"/>
              </a:rPr>
              <a:t>Veracity</a:t>
            </a:r>
            <a:r>
              <a:rPr lang="en-US" sz="2200" dirty="0">
                <a:solidFill>
                  <a:srgbClr val="000000"/>
                </a:solidFill>
                <a:latin typeface="Times New Roman" panose="02020603050405020304" pitchFamily="18" charset="0"/>
                <a:cs typeface="Times New Roman" panose="02020603050405020304" pitchFamily="18" charset="0"/>
              </a:rPr>
              <a:t>: </a:t>
            </a:r>
            <a:r>
              <a:rPr lang="en-US" sz="2200" b="1" dirty="0">
                <a:solidFill>
                  <a:srgbClr val="000000"/>
                </a:solidFill>
                <a:latin typeface="Times New Roman" panose="02020603050405020304" pitchFamily="18" charset="0"/>
                <a:cs typeface="Times New Roman" panose="02020603050405020304" pitchFamily="18" charset="0"/>
              </a:rPr>
              <a:t>How accurate is the data</a:t>
            </a:r>
            <a:r>
              <a:rPr lang="en-US" sz="2200" dirty="0">
                <a:solidFill>
                  <a:srgbClr val="000000"/>
                </a:solidFill>
                <a:latin typeface="Times New Roman" panose="02020603050405020304" pitchFamily="18" charset="0"/>
                <a:cs typeface="Times New Roman" panose="02020603050405020304" pitchFamily="18" charset="0"/>
              </a:rPr>
              <a:t>?  </a:t>
            </a:r>
            <a:r>
              <a:rPr lang="en-US" sz="2200" b="1" dirty="0">
                <a:solidFill>
                  <a:srgbClr val="FF0000"/>
                </a:solidFill>
                <a:latin typeface="Times New Roman" panose="02020603050405020304" pitchFamily="18" charset="0"/>
                <a:cs typeface="Times New Roman" panose="02020603050405020304" pitchFamily="18" charset="0"/>
              </a:rPr>
              <a:t>What about 5</a:t>
            </a:r>
            <a:r>
              <a:rPr lang="en-US" sz="2200" b="1" baseline="30000" dirty="0">
                <a:solidFill>
                  <a:srgbClr val="FF0000"/>
                </a:solidFill>
                <a:latin typeface="Times New Roman" panose="02020603050405020304" pitchFamily="18" charset="0"/>
                <a:cs typeface="Times New Roman" panose="02020603050405020304" pitchFamily="18" charset="0"/>
              </a:rPr>
              <a:t>th</a:t>
            </a:r>
            <a:r>
              <a:rPr lang="en-US" sz="2200" b="1" dirty="0">
                <a:solidFill>
                  <a:srgbClr val="FF0000"/>
                </a:solidFill>
                <a:latin typeface="Times New Roman" panose="02020603050405020304" pitchFamily="18" charset="0"/>
                <a:cs typeface="Times New Roman" panose="02020603050405020304" pitchFamily="18" charset="0"/>
              </a:rPr>
              <a:t> V?</a:t>
            </a:r>
          </a:p>
          <a:p>
            <a:pPr>
              <a:buFont typeface="Wingdings" panose="05000000000000000000" pitchFamily="2" charset="2"/>
              <a:buChar char="Ø"/>
            </a:pPr>
            <a:r>
              <a:rPr lang="en-US" sz="2200" b="0" dirty="0">
                <a:solidFill>
                  <a:schemeClr val="tx1"/>
                </a:solidFill>
                <a:latin typeface="Times New Roman" panose="02020603050405020304" pitchFamily="18" charset="0"/>
                <a:cs typeface="Times New Roman" panose="02020603050405020304" pitchFamily="18" charset="0"/>
              </a:rPr>
              <a:t>These four properties make big data different from the data found in traditional data management tools. </a:t>
            </a:r>
          </a:p>
        </p:txBody>
      </p:sp>
      <p:sp>
        <p:nvSpPr>
          <p:cNvPr id="5" name="Slide Number Placeholder 4">
            <a:extLst>
              <a:ext uri="{FF2B5EF4-FFF2-40B4-BE49-F238E27FC236}">
                <a16:creationId xmlns:a16="http://schemas.microsoft.com/office/drawing/2014/main" id="{C2F4D5BE-5B06-438E-B788-6D834BE39E53}"/>
              </a:ext>
            </a:extLst>
          </p:cNvPr>
          <p:cNvSpPr>
            <a:spLocks noGrp="1"/>
          </p:cNvSpPr>
          <p:nvPr>
            <p:ph type="sldNum" sz="quarter" idx="12"/>
          </p:nvPr>
        </p:nvSpPr>
        <p:spPr/>
        <p:txBody>
          <a:bodyPr/>
          <a:lstStyle/>
          <a:p>
            <a:fld id="{CC529A1F-6900-4D36-92AC-B7647C1D9DDB}" type="slidenum">
              <a:rPr lang="en-US" smtClean="0"/>
              <a:t>5</a:t>
            </a:fld>
            <a:endParaRPr lang="en-US"/>
          </a:p>
        </p:txBody>
      </p:sp>
      <p:sp>
        <p:nvSpPr>
          <p:cNvPr id="4" name="Footer Placeholder 3">
            <a:extLst>
              <a:ext uri="{FF2B5EF4-FFF2-40B4-BE49-F238E27FC236}">
                <a16:creationId xmlns:a16="http://schemas.microsoft.com/office/drawing/2014/main" id="{72242D51-FCBF-3C2A-125A-D89EC076358E}"/>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72468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2849562" y="609600"/>
            <a:ext cx="6424440" cy="1320800"/>
          </a:xfrm>
        </p:spPr>
        <p:txBody>
          <a:bodyPr>
            <a:normAutofit/>
          </a:bodyPr>
          <a:lstStyle/>
          <a:p>
            <a:r>
              <a:rPr lang="en-US" dirty="0"/>
              <a:t>Facets/types</a:t>
            </a:r>
            <a:r>
              <a:rPr lang="en-US" b="0" i="0">
                <a:effectLst/>
                <a:latin typeface="FranklinGothic-DemiItal"/>
              </a:rPr>
              <a:t> </a:t>
            </a:r>
            <a:r>
              <a:rPr lang="en-US" dirty="0"/>
              <a:t>of</a:t>
            </a:r>
            <a:r>
              <a:rPr lang="en-US" b="0" i="0">
                <a:effectLst/>
                <a:latin typeface="FranklinGothic-DemiItal"/>
              </a:rPr>
              <a:t> </a:t>
            </a:r>
            <a:r>
              <a:rPr lang="en-US" dirty="0"/>
              <a:t>Data</a:t>
            </a:r>
          </a:p>
        </p:txBody>
      </p:sp>
      <p:pic>
        <p:nvPicPr>
          <p:cNvPr id="7" name="Picture 6" descr="Audio waveform abstract on neon colors">
            <a:extLst>
              <a:ext uri="{FF2B5EF4-FFF2-40B4-BE49-F238E27FC236}">
                <a16:creationId xmlns:a16="http://schemas.microsoft.com/office/drawing/2014/main" id="{B4B9FA0A-1A46-7976-75D4-B1D2A89925A8}"/>
              </a:ext>
            </a:extLst>
          </p:cNvPr>
          <p:cNvPicPr>
            <a:picLocks noChangeAspect="1"/>
          </p:cNvPicPr>
          <p:nvPr/>
        </p:nvPicPr>
        <p:blipFill>
          <a:blip r:embed="rId2"/>
          <a:srcRect l="72137" r="1290"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2734056" y="1488613"/>
            <a:ext cx="6424440" cy="4552749"/>
          </a:xfrm>
        </p:spPr>
        <p:txBody>
          <a:bodyPr>
            <a:noAutofit/>
          </a:bodyPr>
          <a:lstStyle/>
          <a:p>
            <a:pPr>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In data science and big data you’ll come across </a:t>
            </a:r>
            <a:r>
              <a:rPr lang="en-US" sz="2000" b="1" i="0" dirty="0">
                <a:effectLst/>
                <a:latin typeface="Times New Roman" panose="02020603050405020304" pitchFamily="18" charset="0"/>
                <a:cs typeface="Times New Roman" panose="02020603050405020304" pitchFamily="18" charset="0"/>
              </a:rPr>
              <a:t>many different types of data. </a:t>
            </a:r>
            <a:r>
              <a:rPr lang="en-US" sz="2000" b="0" i="0" dirty="0">
                <a:effectLst/>
                <a:latin typeface="Times New Roman" panose="02020603050405020304" pitchFamily="18" charset="0"/>
                <a:cs typeface="Times New Roman" panose="02020603050405020304" pitchFamily="18" charset="0"/>
              </a:rPr>
              <a:t>The main categories of data are these:</a:t>
            </a:r>
          </a:p>
          <a:p>
            <a:pPr lvl="1"/>
            <a:r>
              <a:rPr lang="en-US" sz="2000" b="0" i="0" dirty="0">
                <a:effectLst/>
                <a:latin typeface="Times New Roman" panose="02020603050405020304" pitchFamily="18" charset="0"/>
                <a:cs typeface="Times New Roman" panose="02020603050405020304" pitchFamily="18" charset="0"/>
              </a:rPr>
              <a:t>Structured</a:t>
            </a:r>
          </a:p>
          <a:p>
            <a:pPr lvl="1"/>
            <a:r>
              <a:rPr lang="en-US" sz="2000" b="0" i="0" dirty="0">
                <a:effectLst/>
                <a:latin typeface="Times New Roman" panose="02020603050405020304" pitchFamily="18" charset="0"/>
                <a:cs typeface="Times New Roman" panose="02020603050405020304" pitchFamily="18" charset="0"/>
              </a:rPr>
              <a:t>Unstructured</a:t>
            </a:r>
          </a:p>
          <a:p>
            <a:pPr lvl="1"/>
            <a:r>
              <a:rPr lang="en-US" sz="2000" b="0" i="0" dirty="0">
                <a:effectLst/>
                <a:latin typeface="Times New Roman" panose="02020603050405020304" pitchFamily="18" charset="0"/>
                <a:cs typeface="Times New Roman" panose="02020603050405020304" pitchFamily="18" charset="0"/>
              </a:rPr>
              <a:t>Natural language</a:t>
            </a:r>
          </a:p>
          <a:p>
            <a:pPr lvl="1"/>
            <a:r>
              <a:rPr lang="en-US" sz="2000" b="0" i="0" dirty="0">
                <a:effectLst/>
                <a:latin typeface="Times New Roman" panose="02020603050405020304" pitchFamily="18" charset="0"/>
                <a:cs typeface="Times New Roman" panose="02020603050405020304" pitchFamily="18" charset="0"/>
              </a:rPr>
              <a:t>Machine-generated</a:t>
            </a:r>
          </a:p>
          <a:p>
            <a:pPr lvl="1"/>
            <a:r>
              <a:rPr lang="en-US" sz="2000" b="0" i="0" dirty="0">
                <a:effectLst/>
                <a:latin typeface="Times New Roman" panose="02020603050405020304" pitchFamily="18" charset="0"/>
                <a:cs typeface="Times New Roman" panose="02020603050405020304" pitchFamily="18" charset="0"/>
              </a:rPr>
              <a:t>Graph-based</a:t>
            </a:r>
          </a:p>
          <a:p>
            <a:pPr lvl="1"/>
            <a:r>
              <a:rPr lang="en-US" sz="2000" b="0" i="0" dirty="0">
                <a:effectLst/>
                <a:latin typeface="Times New Roman" panose="02020603050405020304" pitchFamily="18" charset="0"/>
                <a:cs typeface="Times New Roman" panose="02020603050405020304" pitchFamily="18" charset="0"/>
              </a:rPr>
              <a:t>Audio, video, and images</a:t>
            </a:r>
          </a:p>
          <a:p>
            <a:pPr lvl="1"/>
            <a:r>
              <a:rPr lang="en-US" sz="2000" b="0" i="0" dirty="0">
                <a:effectLst/>
                <a:latin typeface="Times New Roman" panose="02020603050405020304" pitchFamily="18" charset="0"/>
                <a:cs typeface="Times New Roman" panose="02020603050405020304" pitchFamily="18" charset="0"/>
              </a:rPr>
              <a:t>Streaming</a:t>
            </a:r>
          </a:p>
        </p:txBody>
      </p:sp>
      <p:sp>
        <p:nvSpPr>
          <p:cNvPr id="4" name="Footer Placeholder 3">
            <a:extLst>
              <a:ext uri="{FF2B5EF4-FFF2-40B4-BE49-F238E27FC236}">
                <a16:creationId xmlns:a16="http://schemas.microsoft.com/office/drawing/2014/main" id="{CCB267C3-3947-1B57-35C5-BDFC781E31EB}"/>
              </a:ext>
            </a:extLst>
          </p:cNvPr>
          <p:cNvSpPr>
            <a:spLocks noGrp="1"/>
          </p:cNvSpPr>
          <p:nvPr>
            <p:ph type="ftr" sz="quarter" idx="11"/>
          </p:nvPr>
        </p:nvSpPr>
        <p:spPr>
          <a:xfrm>
            <a:off x="2849563" y="6041362"/>
            <a:ext cx="4125383" cy="365125"/>
          </a:xfrm>
        </p:spPr>
        <p:txBody>
          <a:bodyPr>
            <a:normAutofit/>
          </a:bodyPr>
          <a:lstStyle/>
          <a:p>
            <a:pPr>
              <a:spcAft>
                <a:spcPts val="600"/>
              </a:spcAft>
            </a:pPr>
            <a:r>
              <a:rPr lang="en-US"/>
              <a:t>Data Science</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6</a:t>
            </a:fld>
            <a:endParaRPr lang="en-US"/>
          </a:p>
        </p:txBody>
      </p:sp>
    </p:spTree>
    <p:extLst>
      <p:ext uri="{BB962C8B-B14F-4D97-AF65-F5344CB8AC3E}">
        <p14:creationId xmlns:p14="http://schemas.microsoft.com/office/powerpoint/2010/main" val="3710211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09599" y="269047"/>
            <a:ext cx="9875520" cy="757057"/>
          </a:xfrm>
        </p:spPr>
        <p:txBody>
          <a:bodyPr>
            <a:normAutofit/>
          </a:bodyPr>
          <a:lstStyle/>
          <a:p>
            <a:r>
              <a:rPr lang="en-US" dirty="0"/>
              <a:t>Structured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35460" y="1029730"/>
            <a:ext cx="9269443" cy="5478161"/>
          </a:xfrm>
        </p:spPr>
        <p:txBody>
          <a:bodyPr>
            <a:normAutofit/>
          </a:bodyPr>
          <a:lstStyle/>
          <a:p>
            <a:pPr>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Structured data depends on a data model and resides in </a:t>
            </a:r>
            <a:r>
              <a:rPr lang="en-US" sz="2400" b="1" i="0" dirty="0">
                <a:solidFill>
                  <a:srgbClr val="000000"/>
                </a:solidFill>
                <a:effectLst/>
                <a:latin typeface="Times New Roman" panose="02020603050405020304" pitchFamily="18" charset="0"/>
                <a:cs typeface="Times New Roman" panose="02020603050405020304" pitchFamily="18" charset="0"/>
              </a:rPr>
              <a:t>a fixed field </a:t>
            </a:r>
            <a:r>
              <a:rPr lang="en-US" sz="2400" b="0" i="0" dirty="0">
                <a:solidFill>
                  <a:srgbClr val="000000"/>
                </a:solidFill>
                <a:effectLst/>
                <a:latin typeface="Times New Roman" panose="02020603050405020304" pitchFamily="18" charset="0"/>
                <a:cs typeface="Times New Roman" panose="02020603050405020304" pitchFamily="18" charset="0"/>
              </a:rPr>
              <a:t>within a record. Like in MS-Excel, RDBMS, etc.</a:t>
            </a:r>
          </a:p>
          <a:p>
            <a:pPr>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The world isn’t made up of structured data, though; it’s imposed upon it by humans and machines. More often, data comes unstructured. </a:t>
            </a:r>
            <a:br>
              <a:rPr lang="en-US" sz="2400" dirty="0">
                <a:latin typeface="Times New Roman" panose="02020603050405020304" pitchFamily="18" charset="0"/>
                <a:cs typeface="Times New Roman" panose="02020603050405020304" pitchFamily="18" charset="0"/>
              </a:rPr>
            </a:b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7</a:t>
            </a:fld>
            <a:endParaRPr lang="en-US"/>
          </a:p>
        </p:txBody>
      </p:sp>
      <p:pic>
        <p:nvPicPr>
          <p:cNvPr id="8" name="Picture 7">
            <a:extLst>
              <a:ext uri="{FF2B5EF4-FFF2-40B4-BE49-F238E27FC236}">
                <a16:creationId xmlns:a16="http://schemas.microsoft.com/office/drawing/2014/main" id="{BEBC08F1-C9ED-4BDB-9BFF-8BE15833578B}"/>
              </a:ext>
            </a:extLst>
          </p:cNvPr>
          <p:cNvPicPr>
            <a:picLocks noChangeAspect="1"/>
          </p:cNvPicPr>
          <p:nvPr/>
        </p:nvPicPr>
        <p:blipFill>
          <a:blip r:embed="rId2"/>
          <a:stretch>
            <a:fillRect/>
          </a:stretch>
        </p:blipFill>
        <p:spPr>
          <a:xfrm>
            <a:off x="1875695" y="3006880"/>
            <a:ext cx="6588971" cy="2933078"/>
          </a:xfrm>
          <a:prstGeom prst="rect">
            <a:avLst/>
          </a:prstGeom>
        </p:spPr>
      </p:pic>
      <p:sp>
        <p:nvSpPr>
          <p:cNvPr id="4" name="Footer Placeholder 3">
            <a:extLst>
              <a:ext uri="{FF2B5EF4-FFF2-40B4-BE49-F238E27FC236}">
                <a16:creationId xmlns:a16="http://schemas.microsoft.com/office/drawing/2014/main" id="{89491755-8D53-EE3A-4401-CF9F65FDF687}"/>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3572798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09599" y="269047"/>
            <a:ext cx="9875520" cy="757057"/>
          </a:xfrm>
        </p:spPr>
        <p:txBody>
          <a:bodyPr>
            <a:normAutofit/>
          </a:bodyPr>
          <a:lstStyle/>
          <a:p>
            <a:r>
              <a:rPr lang="en-US" dirty="0"/>
              <a:t>Unstructured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35460" y="1029730"/>
            <a:ext cx="6252518" cy="5478161"/>
          </a:xfrm>
        </p:spPr>
        <p:txBody>
          <a:bodyPr>
            <a:normAutofit lnSpcReduction="10000"/>
          </a:bodyPr>
          <a:lstStyle/>
          <a:p>
            <a:pPr>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Unstructured data </a:t>
            </a:r>
            <a:r>
              <a:rPr lang="en-US" sz="2400" b="1" dirty="0">
                <a:solidFill>
                  <a:srgbClr val="000000"/>
                </a:solidFill>
                <a:latin typeface="Times New Roman" panose="02020603050405020304" pitchFamily="18" charset="0"/>
                <a:cs typeface="Times New Roman" panose="02020603050405020304" pitchFamily="18" charset="0"/>
              </a:rPr>
              <a:t>isn’t easy to fit into a data model</a:t>
            </a:r>
            <a:r>
              <a:rPr lang="en-US" sz="2400" dirty="0">
                <a:solidFill>
                  <a:srgbClr val="000000"/>
                </a:solidFill>
                <a:latin typeface="Times New Roman" panose="02020603050405020304" pitchFamily="18" charset="0"/>
                <a:cs typeface="Times New Roman" panose="02020603050405020304" pitchFamily="18" charset="0"/>
              </a:rPr>
              <a:t> because the content is </a:t>
            </a:r>
            <a:r>
              <a:rPr lang="en-US" sz="2400" b="1" dirty="0">
                <a:solidFill>
                  <a:srgbClr val="000000"/>
                </a:solidFill>
                <a:latin typeface="Times New Roman" panose="02020603050405020304" pitchFamily="18" charset="0"/>
                <a:cs typeface="Times New Roman" panose="02020603050405020304" pitchFamily="18" charset="0"/>
              </a:rPr>
              <a:t>context-specific</a:t>
            </a:r>
            <a:r>
              <a:rPr lang="en-US" sz="2400" dirty="0">
                <a:solidFill>
                  <a:srgbClr val="000000"/>
                </a:solidFill>
                <a:latin typeface="Times New Roman" panose="02020603050405020304" pitchFamily="18" charset="0"/>
                <a:cs typeface="Times New Roman" panose="02020603050405020304" pitchFamily="18" charset="0"/>
              </a:rPr>
              <a:t> or </a:t>
            </a:r>
            <a:r>
              <a:rPr lang="en-US" sz="2400" b="1" dirty="0">
                <a:solidFill>
                  <a:srgbClr val="000000"/>
                </a:solidFill>
                <a:latin typeface="Times New Roman" panose="02020603050405020304" pitchFamily="18" charset="0"/>
                <a:cs typeface="Times New Roman" panose="02020603050405020304" pitchFamily="18" charset="0"/>
              </a:rPr>
              <a:t>varies</a:t>
            </a:r>
            <a:r>
              <a:rPr lang="en-US" sz="24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200" dirty="0">
                <a:solidFill>
                  <a:srgbClr val="000000"/>
                </a:solidFill>
                <a:latin typeface="Times New Roman" panose="02020603050405020304" pitchFamily="18" charset="0"/>
                <a:cs typeface="Times New Roman" panose="02020603050405020304" pitchFamily="18" charset="0"/>
              </a:rPr>
              <a:t>Example: regular email.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Although </a:t>
            </a:r>
            <a:r>
              <a:rPr lang="en-US" sz="2400" b="1" dirty="0">
                <a:solidFill>
                  <a:srgbClr val="000000"/>
                </a:solidFill>
                <a:latin typeface="Times New Roman" panose="02020603050405020304" pitchFamily="18" charset="0"/>
                <a:cs typeface="Times New Roman" panose="02020603050405020304" pitchFamily="18" charset="0"/>
              </a:rPr>
              <a:t>email contains structured elements </a:t>
            </a:r>
            <a:r>
              <a:rPr lang="en-US" sz="2400" dirty="0">
                <a:solidFill>
                  <a:srgbClr val="000000"/>
                </a:solidFill>
                <a:latin typeface="Times New Roman" panose="02020603050405020304" pitchFamily="18" charset="0"/>
                <a:cs typeface="Times New Roman" panose="02020603050405020304" pitchFamily="18" charset="0"/>
              </a:rPr>
              <a:t>such as the sender, title, and body text, it’s a challenge to find the number of people who have written an email complaint about a specific employee because so many ways exist to refer to a person, for example. The thousands of different languages and dialects out there further complicate this.</a:t>
            </a:r>
          </a:p>
          <a:p>
            <a:pPr algn="just">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A human-written email is also a </a:t>
            </a:r>
            <a:r>
              <a:rPr lang="en-US" sz="2400" b="1" dirty="0">
                <a:solidFill>
                  <a:srgbClr val="000000"/>
                </a:solidFill>
                <a:latin typeface="Times New Roman" panose="02020603050405020304" pitchFamily="18" charset="0"/>
                <a:cs typeface="Times New Roman" panose="02020603050405020304" pitchFamily="18" charset="0"/>
              </a:rPr>
              <a:t>perfect example of natural language data</a:t>
            </a:r>
            <a:r>
              <a:rPr lang="en-US" sz="2400" dirty="0">
                <a:solidFill>
                  <a:srgbClr val="000000"/>
                </a:solidFill>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8</a:t>
            </a:fld>
            <a:endParaRPr lang="en-US"/>
          </a:p>
        </p:txBody>
      </p:sp>
      <p:pic>
        <p:nvPicPr>
          <p:cNvPr id="6" name="Picture 5">
            <a:extLst>
              <a:ext uri="{FF2B5EF4-FFF2-40B4-BE49-F238E27FC236}">
                <a16:creationId xmlns:a16="http://schemas.microsoft.com/office/drawing/2014/main" id="{B07C3DB3-3516-4520-9874-71734FB988A7}"/>
              </a:ext>
            </a:extLst>
          </p:cNvPr>
          <p:cNvPicPr>
            <a:picLocks noChangeAspect="1"/>
          </p:cNvPicPr>
          <p:nvPr/>
        </p:nvPicPr>
        <p:blipFill>
          <a:blip r:embed="rId2"/>
          <a:stretch>
            <a:fillRect/>
          </a:stretch>
        </p:blipFill>
        <p:spPr>
          <a:xfrm>
            <a:off x="6953686" y="1251195"/>
            <a:ext cx="4821397" cy="3988069"/>
          </a:xfrm>
          <a:prstGeom prst="rect">
            <a:avLst/>
          </a:prstGeom>
        </p:spPr>
      </p:pic>
      <p:sp>
        <p:nvSpPr>
          <p:cNvPr id="4" name="Footer Placeholder 3">
            <a:extLst>
              <a:ext uri="{FF2B5EF4-FFF2-40B4-BE49-F238E27FC236}">
                <a16:creationId xmlns:a16="http://schemas.microsoft.com/office/drawing/2014/main" id="{E401DB87-C6BC-F871-93D8-5F813C12E264}"/>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545343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52481" y="1382486"/>
            <a:ext cx="3547581" cy="4093028"/>
          </a:xfrm>
        </p:spPr>
        <p:txBody>
          <a:bodyPr anchor="ctr">
            <a:normAutofit/>
          </a:bodyPr>
          <a:lstStyle/>
          <a:p>
            <a:r>
              <a:rPr lang="en-US" sz="4400"/>
              <a:t>Natural language</a:t>
            </a:r>
          </a:p>
        </p:txBody>
      </p:sp>
      <p:grpSp>
        <p:nvGrpSpPr>
          <p:cNvPr id="13" name="Group 12">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14" name="Straight Connector 13">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4" name="Rectangle 23">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95AF7447-42AB-882C-4C8B-65121DDB6E4D}"/>
              </a:ext>
            </a:extLst>
          </p:cNvPr>
          <p:cNvSpPr>
            <a:spLocks noGrp="1"/>
          </p:cNvSpPr>
          <p:nvPr>
            <p:ph type="ftr" sz="quarter" idx="11"/>
          </p:nvPr>
        </p:nvSpPr>
        <p:spPr>
          <a:xfrm>
            <a:off x="4916554" y="6041362"/>
            <a:ext cx="5490190" cy="365125"/>
          </a:xfrm>
        </p:spPr>
        <p:txBody>
          <a:bodyPr>
            <a:normAutofit/>
          </a:bodyPr>
          <a:lstStyle/>
          <a:p>
            <a:pPr>
              <a:spcAft>
                <a:spcPts val="600"/>
              </a:spcAft>
            </a:pPr>
            <a:r>
              <a:rPr lang="en-US">
                <a:solidFill>
                  <a:srgbClr val="FFFFFF"/>
                </a:solidFill>
              </a:rPr>
              <a:t>Data Science</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a:xfrm>
            <a:off x="10529090" y="6041362"/>
            <a:ext cx="683339" cy="365125"/>
          </a:xfrm>
        </p:spPr>
        <p:txBody>
          <a:bodyPr>
            <a:normAutofit/>
          </a:bodyPr>
          <a:lstStyle/>
          <a:p>
            <a:pPr>
              <a:spcAft>
                <a:spcPts val="600"/>
              </a:spcAft>
            </a:pPr>
            <a:fld id="{CC529A1F-6900-4D36-92AC-B7647C1D9DDB}" type="slidenum">
              <a:rPr lang="en-US">
                <a:solidFill>
                  <a:srgbClr val="FFFFFF"/>
                </a:solidFill>
              </a:rPr>
              <a:pPr>
                <a:spcAft>
                  <a:spcPts val="600"/>
                </a:spcAft>
              </a:pPr>
              <a:t>9</a:t>
            </a:fld>
            <a:endParaRPr lang="en-US">
              <a:solidFill>
                <a:srgbClr val="FFFFFF"/>
              </a:solidFill>
            </a:endParaRPr>
          </a:p>
        </p:txBody>
      </p:sp>
      <p:graphicFrame>
        <p:nvGraphicFramePr>
          <p:cNvPr id="7" name="Content Placeholder 2">
            <a:extLst>
              <a:ext uri="{FF2B5EF4-FFF2-40B4-BE49-F238E27FC236}">
                <a16:creationId xmlns:a16="http://schemas.microsoft.com/office/drawing/2014/main" id="{7E1CC122-B389-2EAE-9B11-13B598983FEB}"/>
              </a:ext>
            </a:extLst>
          </p:cNvPr>
          <p:cNvGraphicFramePr>
            <a:graphicFrameLocks noGrp="1"/>
          </p:cNvGraphicFramePr>
          <p:nvPr>
            <p:ph idx="1"/>
            <p:extLst>
              <p:ext uri="{D42A27DB-BD31-4B8C-83A1-F6EECF244321}">
                <p14:modId xmlns:p14="http://schemas.microsoft.com/office/powerpoint/2010/main" val="1084507455"/>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5273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09599" y="269047"/>
            <a:ext cx="9875520" cy="757057"/>
          </a:xfrm>
        </p:spPr>
        <p:txBody>
          <a:bodyPr>
            <a:normAutofit/>
          </a:bodyPr>
          <a:lstStyle/>
          <a:p>
            <a:r>
              <a:rPr lang="en-US" dirty="0"/>
              <a:t>Machine Generative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609598" y="1037336"/>
            <a:ext cx="9068555" cy="3263060"/>
          </a:xfrm>
        </p:spPr>
        <p:txBody>
          <a:bodyPr>
            <a:normAutofit/>
          </a:bodyPr>
          <a:lstStyle/>
          <a:p>
            <a:pPr algn="just"/>
            <a:r>
              <a:rPr lang="en-US" sz="2200" b="0" i="0" dirty="0">
                <a:solidFill>
                  <a:srgbClr val="000000"/>
                </a:solidFill>
                <a:effectLst/>
                <a:latin typeface="Times New Roman" panose="02020603050405020304" pitchFamily="18" charset="0"/>
                <a:cs typeface="Times New Roman" panose="02020603050405020304" pitchFamily="18" charset="0"/>
              </a:rPr>
              <a:t>Machine-generated data is information that’s </a:t>
            </a:r>
            <a:r>
              <a:rPr lang="en-US" sz="2200" b="1" i="0" dirty="0">
                <a:solidFill>
                  <a:srgbClr val="000000"/>
                </a:solidFill>
                <a:effectLst/>
                <a:latin typeface="Times New Roman" panose="02020603050405020304" pitchFamily="18" charset="0"/>
                <a:cs typeface="Times New Roman" panose="02020603050405020304" pitchFamily="18" charset="0"/>
              </a:rPr>
              <a:t>automatically created </a:t>
            </a:r>
            <a:r>
              <a:rPr lang="en-US" sz="2200" i="0" dirty="0">
                <a:solidFill>
                  <a:srgbClr val="000000"/>
                </a:solidFill>
                <a:effectLst/>
                <a:latin typeface="Times New Roman" panose="02020603050405020304" pitchFamily="18" charset="0"/>
                <a:cs typeface="Times New Roman" panose="02020603050405020304" pitchFamily="18" charset="0"/>
              </a:rPr>
              <a:t>by a</a:t>
            </a:r>
            <a:r>
              <a:rPr lang="en-US" sz="2200" b="1" i="0" dirty="0">
                <a:solidFill>
                  <a:srgbClr val="000000"/>
                </a:solidFill>
                <a:effectLst/>
                <a:latin typeface="Times New Roman" panose="02020603050405020304" pitchFamily="18" charset="0"/>
                <a:cs typeface="Times New Roman" panose="02020603050405020304" pitchFamily="18" charset="0"/>
              </a:rPr>
              <a:t> </a:t>
            </a:r>
            <a:r>
              <a:rPr lang="en-US" sz="2200" i="0" dirty="0">
                <a:solidFill>
                  <a:srgbClr val="FF0000"/>
                </a:solidFill>
                <a:effectLst/>
                <a:latin typeface="Times New Roman" panose="02020603050405020304" pitchFamily="18" charset="0"/>
                <a:cs typeface="Times New Roman" panose="02020603050405020304" pitchFamily="18" charset="0"/>
              </a:rPr>
              <a:t>computer</a:t>
            </a:r>
            <a:r>
              <a:rPr lang="en-US" sz="2200" b="0" i="0" dirty="0">
                <a:solidFill>
                  <a:srgbClr val="000000"/>
                </a:solidFill>
                <a:effectLst/>
                <a:latin typeface="Times New Roman" panose="02020603050405020304" pitchFamily="18" charset="0"/>
                <a:cs typeface="Times New Roman" panose="02020603050405020304" pitchFamily="18" charset="0"/>
              </a:rPr>
              <a:t>, </a:t>
            </a:r>
            <a:r>
              <a:rPr lang="en-US" sz="2200" b="0" i="0" dirty="0">
                <a:solidFill>
                  <a:srgbClr val="FF0000"/>
                </a:solidFill>
                <a:effectLst/>
                <a:latin typeface="Times New Roman" panose="02020603050405020304" pitchFamily="18" charset="0"/>
                <a:cs typeface="Times New Roman" panose="02020603050405020304" pitchFamily="18" charset="0"/>
              </a:rPr>
              <a:t>process</a:t>
            </a:r>
            <a:r>
              <a:rPr lang="en-US" sz="2200" b="0" i="0" dirty="0">
                <a:solidFill>
                  <a:srgbClr val="000000"/>
                </a:solidFill>
                <a:effectLst/>
                <a:latin typeface="Times New Roman" panose="02020603050405020304" pitchFamily="18" charset="0"/>
                <a:cs typeface="Times New Roman" panose="02020603050405020304" pitchFamily="18" charset="0"/>
              </a:rPr>
              <a:t>, </a:t>
            </a:r>
            <a:r>
              <a:rPr lang="en-US" sz="2200" b="0" i="0" dirty="0">
                <a:solidFill>
                  <a:srgbClr val="FF0000"/>
                </a:solidFill>
                <a:effectLst/>
                <a:latin typeface="Times New Roman" panose="02020603050405020304" pitchFamily="18" charset="0"/>
                <a:cs typeface="Times New Roman" panose="02020603050405020304" pitchFamily="18" charset="0"/>
              </a:rPr>
              <a:t>application</a:t>
            </a:r>
            <a:r>
              <a:rPr lang="en-US" sz="2200" b="0" i="0" dirty="0">
                <a:solidFill>
                  <a:srgbClr val="000000"/>
                </a:solidFill>
                <a:effectLst/>
                <a:latin typeface="Times New Roman" panose="02020603050405020304" pitchFamily="18" charset="0"/>
                <a:cs typeface="Times New Roman" panose="02020603050405020304" pitchFamily="18" charset="0"/>
              </a:rPr>
              <a:t>, or </a:t>
            </a:r>
            <a:r>
              <a:rPr lang="en-US" sz="2200" b="0" i="0" dirty="0">
                <a:solidFill>
                  <a:srgbClr val="FF0000"/>
                </a:solidFill>
                <a:effectLst/>
                <a:latin typeface="Times New Roman" panose="02020603050405020304" pitchFamily="18" charset="0"/>
                <a:cs typeface="Times New Roman" panose="02020603050405020304" pitchFamily="18" charset="0"/>
              </a:rPr>
              <a:t>other machine </a:t>
            </a:r>
            <a:r>
              <a:rPr lang="en-US" sz="2200" b="0" i="0" dirty="0">
                <a:solidFill>
                  <a:srgbClr val="000000"/>
                </a:solidFill>
                <a:effectLst/>
                <a:latin typeface="Times New Roman" panose="02020603050405020304" pitchFamily="18" charset="0"/>
                <a:cs typeface="Times New Roman" panose="02020603050405020304" pitchFamily="18" charset="0"/>
              </a:rPr>
              <a:t>without human intervention. It is becoming a major data resource and will continue to do so.</a:t>
            </a:r>
            <a:r>
              <a:rPr lang="en-US" sz="2200" dirty="0">
                <a:latin typeface="Times New Roman" panose="02020603050405020304" pitchFamily="18" charset="0"/>
                <a:cs typeface="Times New Roman" panose="02020603050405020304" pitchFamily="18" charset="0"/>
              </a:rPr>
              <a:t> </a:t>
            </a:r>
          </a:p>
          <a:p>
            <a:pPr algn="just"/>
            <a:r>
              <a:rPr lang="en-US" sz="2200" b="0" i="0" dirty="0">
                <a:solidFill>
                  <a:srgbClr val="000000"/>
                </a:solidFill>
                <a:effectLst/>
                <a:latin typeface="Times New Roman" panose="02020603050405020304" pitchFamily="18" charset="0"/>
                <a:cs typeface="Times New Roman" panose="02020603050405020304" pitchFamily="18" charset="0"/>
              </a:rPr>
              <a:t>Examples of machine data are </a:t>
            </a:r>
            <a:r>
              <a:rPr lang="en-US" sz="2200" b="1" i="0" dirty="0">
                <a:solidFill>
                  <a:srgbClr val="000000"/>
                </a:solidFill>
                <a:effectLst/>
                <a:latin typeface="Times New Roman" panose="02020603050405020304" pitchFamily="18" charset="0"/>
                <a:cs typeface="Times New Roman" panose="02020603050405020304" pitchFamily="18" charset="0"/>
              </a:rPr>
              <a:t>web server logs</a:t>
            </a:r>
            <a:r>
              <a:rPr lang="en-US" sz="2200" b="0" i="0" dirty="0">
                <a:solidFill>
                  <a:srgbClr val="000000"/>
                </a:solidFill>
                <a:effectLst/>
                <a:latin typeface="Times New Roman" panose="02020603050405020304" pitchFamily="18" charset="0"/>
                <a:cs typeface="Times New Roman" panose="02020603050405020304" pitchFamily="18" charset="0"/>
              </a:rPr>
              <a:t>, </a:t>
            </a:r>
            <a:r>
              <a:rPr lang="en-US" sz="2200" b="1" i="0" dirty="0">
                <a:solidFill>
                  <a:srgbClr val="000000"/>
                </a:solidFill>
                <a:effectLst/>
                <a:latin typeface="Times New Roman" panose="02020603050405020304" pitchFamily="18" charset="0"/>
                <a:cs typeface="Times New Roman" panose="02020603050405020304" pitchFamily="18" charset="0"/>
              </a:rPr>
              <a:t>call detail records</a:t>
            </a:r>
            <a:r>
              <a:rPr lang="en-US" sz="2200" b="0" i="0" dirty="0">
                <a:solidFill>
                  <a:srgbClr val="000000"/>
                </a:solidFill>
                <a:effectLst/>
                <a:latin typeface="Times New Roman" panose="02020603050405020304" pitchFamily="18" charset="0"/>
                <a:cs typeface="Times New Roman" panose="02020603050405020304" pitchFamily="18" charset="0"/>
              </a:rPr>
              <a:t>, </a:t>
            </a:r>
            <a:r>
              <a:rPr lang="en-US" sz="2200" b="1" i="0" dirty="0">
                <a:solidFill>
                  <a:srgbClr val="000000"/>
                </a:solidFill>
                <a:effectLst/>
                <a:latin typeface="Times New Roman" panose="02020603050405020304" pitchFamily="18" charset="0"/>
                <a:cs typeface="Times New Roman" panose="02020603050405020304" pitchFamily="18" charset="0"/>
              </a:rPr>
              <a:t>network event logs</a:t>
            </a:r>
            <a:r>
              <a:rPr lang="en-US" sz="2200" b="0" i="0" dirty="0">
                <a:solidFill>
                  <a:srgbClr val="000000"/>
                </a:solidFill>
                <a:effectLst/>
                <a:latin typeface="Times New Roman" panose="02020603050405020304" pitchFamily="18" charset="0"/>
                <a:cs typeface="Times New Roman" panose="02020603050405020304" pitchFamily="18" charset="0"/>
              </a:rPr>
              <a:t>, data from </a:t>
            </a:r>
            <a:r>
              <a:rPr lang="en-US" sz="2200" b="1" i="0" dirty="0">
                <a:solidFill>
                  <a:srgbClr val="000000"/>
                </a:solidFill>
                <a:effectLst/>
                <a:latin typeface="Times New Roman" panose="02020603050405020304" pitchFamily="18" charset="0"/>
                <a:cs typeface="Times New Roman" panose="02020603050405020304" pitchFamily="18" charset="0"/>
              </a:rPr>
              <a:t>IoT</a:t>
            </a:r>
            <a:r>
              <a:rPr lang="en-US" sz="2200" b="0" i="0" dirty="0">
                <a:solidFill>
                  <a:srgbClr val="000000"/>
                </a:solidFill>
                <a:effectLst/>
                <a:latin typeface="Times New Roman" panose="02020603050405020304" pitchFamily="18" charset="0"/>
                <a:cs typeface="Times New Roman" panose="02020603050405020304" pitchFamily="18" charset="0"/>
              </a:rPr>
              <a:t>, and </a:t>
            </a:r>
            <a:r>
              <a:rPr lang="en-US" sz="2200" b="1" i="0" dirty="0">
                <a:solidFill>
                  <a:srgbClr val="000000"/>
                </a:solidFill>
                <a:effectLst/>
                <a:latin typeface="Times New Roman" panose="02020603050405020304" pitchFamily="18" charset="0"/>
                <a:cs typeface="Times New Roman" panose="02020603050405020304" pitchFamily="18" charset="0"/>
              </a:rPr>
              <a:t>telemetry</a:t>
            </a:r>
            <a:r>
              <a:rPr lang="en-US" sz="2200" b="0" i="0" dirty="0">
                <a:solidFill>
                  <a:srgbClr val="000000"/>
                </a:solidFill>
                <a:effectLst/>
                <a:latin typeface="Times New Roman" panose="02020603050405020304" pitchFamily="18" charset="0"/>
                <a:cs typeface="Times New Roman" panose="02020603050405020304" pitchFamily="18" charset="0"/>
              </a:rPr>
              <a:t>.</a:t>
            </a:r>
          </a:p>
          <a:p>
            <a:pPr algn="just"/>
            <a:r>
              <a:rPr lang="en-US" sz="2200" dirty="0">
                <a:solidFill>
                  <a:srgbClr val="000000"/>
                </a:solidFill>
                <a:latin typeface="Times New Roman" panose="02020603050405020304" pitchFamily="18" charset="0"/>
                <a:cs typeface="Times New Roman" panose="02020603050405020304" pitchFamily="18" charset="0"/>
              </a:rPr>
              <a:t>The machine data shown in Figure would fit nicely in a classic table-structured database. </a:t>
            </a:r>
          </a:p>
          <a:p>
            <a:pPr algn="just"/>
            <a:endParaRPr lang="en-US" sz="2200"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10</a:t>
            </a:fld>
            <a:endParaRPr lang="en-US"/>
          </a:p>
        </p:txBody>
      </p:sp>
      <p:pic>
        <p:nvPicPr>
          <p:cNvPr id="11" name="Picture 10">
            <a:extLst>
              <a:ext uri="{FF2B5EF4-FFF2-40B4-BE49-F238E27FC236}">
                <a16:creationId xmlns:a16="http://schemas.microsoft.com/office/drawing/2014/main" id="{609A074F-2E15-451B-87D7-69740A907E16}"/>
              </a:ext>
            </a:extLst>
          </p:cNvPr>
          <p:cNvPicPr>
            <a:picLocks noChangeAspect="1"/>
          </p:cNvPicPr>
          <p:nvPr/>
        </p:nvPicPr>
        <p:blipFill>
          <a:blip r:embed="rId2"/>
          <a:stretch>
            <a:fillRect/>
          </a:stretch>
        </p:blipFill>
        <p:spPr>
          <a:xfrm>
            <a:off x="582034" y="4055952"/>
            <a:ext cx="10939094" cy="28020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a:extLst>
              <a:ext uri="{FF2B5EF4-FFF2-40B4-BE49-F238E27FC236}">
                <a16:creationId xmlns:a16="http://schemas.microsoft.com/office/drawing/2014/main" id="{245D1D93-1298-0CBD-DFF4-CEA9078F1251}"/>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353910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B80E6C6-E7CF-477F-890C-126763177345}"/>
              </a:ext>
            </a:extLst>
          </p:cNvPr>
          <p:cNvPicPr>
            <a:picLocks noChangeAspect="1"/>
          </p:cNvPicPr>
          <p:nvPr/>
        </p:nvPicPr>
        <p:blipFill>
          <a:blip r:embed="rId2"/>
          <a:stretch>
            <a:fillRect/>
          </a:stretch>
        </p:blipFill>
        <p:spPr>
          <a:xfrm>
            <a:off x="6255945" y="3418089"/>
            <a:ext cx="6064456" cy="3439911"/>
          </a:xfrm>
          <a:prstGeom prst="rect">
            <a:avLst/>
          </a:prstGeom>
          <a:ln>
            <a:solidFill>
              <a:schemeClr val="tx1"/>
            </a:solidFill>
          </a:ln>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09599" y="269047"/>
            <a:ext cx="9875520" cy="757057"/>
          </a:xfrm>
        </p:spPr>
        <p:txBody>
          <a:bodyPr>
            <a:normAutofit/>
          </a:bodyPr>
          <a:lstStyle/>
          <a:p>
            <a:r>
              <a:rPr lang="en-US" dirty="0"/>
              <a:t>Graph-based or network data </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65988" y="1037432"/>
            <a:ext cx="6071859" cy="5186492"/>
          </a:xfrm>
        </p:spPr>
        <p:txBody>
          <a:bodyPr>
            <a:normAutofit/>
          </a:bodyPr>
          <a:lstStyle/>
          <a:p>
            <a:pPr algn="just"/>
            <a:r>
              <a:rPr lang="en-US" sz="2200" b="0" i="0" dirty="0">
                <a:solidFill>
                  <a:srgbClr val="000000"/>
                </a:solidFill>
                <a:effectLst/>
                <a:latin typeface="Times New Roman" panose="02020603050405020304" pitchFamily="18" charset="0"/>
                <a:cs typeface="Times New Roman" panose="02020603050405020304" pitchFamily="18" charset="0"/>
              </a:rPr>
              <a:t>A graph is a mathematical structure to model </a:t>
            </a:r>
            <a:r>
              <a:rPr lang="en-US" sz="2200" b="1" i="0" dirty="0">
                <a:solidFill>
                  <a:srgbClr val="000000"/>
                </a:solidFill>
                <a:effectLst/>
                <a:latin typeface="Times New Roman" panose="02020603050405020304" pitchFamily="18" charset="0"/>
                <a:cs typeface="Times New Roman" panose="02020603050405020304" pitchFamily="18" charset="0"/>
              </a:rPr>
              <a:t>pair-wise relationships </a:t>
            </a:r>
            <a:r>
              <a:rPr lang="en-US" sz="2200" b="0" i="0" dirty="0">
                <a:solidFill>
                  <a:srgbClr val="000000"/>
                </a:solidFill>
                <a:effectLst/>
                <a:latin typeface="Times New Roman" panose="02020603050405020304" pitchFamily="18" charset="0"/>
                <a:cs typeface="Times New Roman" panose="02020603050405020304" pitchFamily="18" charset="0"/>
              </a:rPr>
              <a:t>between objects. </a:t>
            </a:r>
          </a:p>
          <a:p>
            <a:pPr algn="just"/>
            <a:r>
              <a:rPr lang="en-US" sz="2200" b="0" i="0" dirty="0">
                <a:solidFill>
                  <a:srgbClr val="000000"/>
                </a:solidFill>
                <a:effectLst/>
                <a:latin typeface="Times New Roman" panose="02020603050405020304" pitchFamily="18" charset="0"/>
                <a:cs typeface="Times New Roman" panose="02020603050405020304" pitchFamily="18" charset="0"/>
              </a:rPr>
              <a:t>Graph or network data is data that </a:t>
            </a:r>
            <a:r>
              <a:rPr lang="en-US" sz="2200" b="1" i="0" dirty="0">
                <a:solidFill>
                  <a:srgbClr val="000000"/>
                </a:solidFill>
                <a:effectLst/>
                <a:latin typeface="Times New Roman" panose="02020603050405020304" pitchFamily="18" charset="0"/>
                <a:cs typeface="Times New Roman" panose="02020603050405020304" pitchFamily="18" charset="0"/>
              </a:rPr>
              <a:t>focuses on the </a:t>
            </a:r>
            <a:r>
              <a:rPr lang="en-US" sz="2200" b="1" i="0" dirty="0">
                <a:solidFill>
                  <a:srgbClr val="FF0000"/>
                </a:solidFill>
                <a:effectLst/>
                <a:latin typeface="Times New Roman" panose="02020603050405020304" pitchFamily="18" charset="0"/>
                <a:cs typeface="Times New Roman" panose="02020603050405020304" pitchFamily="18" charset="0"/>
              </a:rPr>
              <a:t>relationship</a:t>
            </a:r>
            <a:r>
              <a:rPr lang="en-US" sz="2200" b="1" i="0" dirty="0">
                <a:solidFill>
                  <a:srgbClr val="000000"/>
                </a:solidFill>
                <a:effectLst/>
                <a:latin typeface="Times New Roman" panose="02020603050405020304" pitchFamily="18" charset="0"/>
                <a:cs typeface="Times New Roman" panose="02020603050405020304" pitchFamily="18" charset="0"/>
              </a:rPr>
              <a:t> or adjacency </a:t>
            </a:r>
            <a:r>
              <a:rPr lang="en-US" sz="2200" b="0" i="0" dirty="0">
                <a:solidFill>
                  <a:srgbClr val="FF0000"/>
                </a:solidFill>
                <a:effectLst/>
                <a:latin typeface="Times New Roman" panose="02020603050405020304" pitchFamily="18" charset="0"/>
                <a:cs typeface="Times New Roman" panose="02020603050405020304" pitchFamily="18" charset="0"/>
              </a:rPr>
              <a:t>of objects</a:t>
            </a:r>
            <a:r>
              <a:rPr lang="en-US" sz="2200" b="0" i="0" dirty="0">
                <a:solidFill>
                  <a:srgbClr val="000000"/>
                </a:solidFill>
                <a:effectLst/>
                <a:latin typeface="Times New Roman" panose="02020603050405020304" pitchFamily="18" charset="0"/>
                <a:cs typeface="Times New Roman" panose="02020603050405020304" pitchFamily="18" charset="0"/>
              </a:rPr>
              <a:t>.</a:t>
            </a:r>
          </a:p>
          <a:p>
            <a:pPr algn="just"/>
            <a:r>
              <a:rPr lang="en-US" sz="2200" b="0" i="0" dirty="0">
                <a:solidFill>
                  <a:srgbClr val="000000"/>
                </a:solidFill>
                <a:effectLst/>
                <a:latin typeface="Times New Roman" panose="02020603050405020304" pitchFamily="18" charset="0"/>
                <a:cs typeface="Times New Roman" panose="02020603050405020304" pitchFamily="18" charset="0"/>
              </a:rPr>
              <a:t>The graph structures use </a:t>
            </a:r>
            <a:r>
              <a:rPr lang="en-US" sz="2200" b="1" i="0" dirty="0">
                <a:solidFill>
                  <a:srgbClr val="000000"/>
                </a:solidFill>
                <a:effectLst/>
                <a:latin typeface="Times New Roman" panose="02020603050405020304" pitchFamily="18" charset="0"/>
                <a:cs typeface="Times New Roman" panose="02020603050405020304" pitchFamily="18" charset="0"/>
              </a:rPr>
              <a:t>nodes</a:t>
            </a:r>
            <a:r>
              <a:rPr lang="en-US" sz="2200" b="0" i="0" dirty="0">
                <a:solidFill>
                  <a:srgbClr val="000000"/>
                </a:solidFill>
                <a:effectLst/>
                <a:latin typeface="Times New Roman" panose="02020603050405020304" pitchFamily="18" charset="0"/>
                <a:cs typeface="Times New Roman" panose="02020603050405020304" pitchFamily="18" charset="0"/>
              </a:rPr>
              <a:t>, </a:t>
            </a:r>
            <a:r>
              <a:rPr lang="en-US" sz="2200" b="1" i="0" dirty="0">
                <a:solidFill>
                  <a:srgbClr val="000000"/>
                </a:solidFill>
                <a:effectLst/>
                <a:latin typeface="Times New Roman" panose="02020603050405020304" pitchFamily="18" charset="0"/>
                <a:cs typeface="Times New Roman" panose="02020603050405020304" pitchFamily="18" charset="0"/>
              </a:rPr>
              <a:t>edges</a:t>
            </a:r>
            <a:r>
              <a:rPr lang="en-US" sz="2200" b="0" i="0" dirty="0">
                <a:solidFill>
                  <a:srgbClr val="000000"/>
                </a:solidFill>
                <a:effectLst/>
                <a:latin typeface="Times New Roman" panose="02020603050405020304" pitchFamily="18" charset="0"/>
                <a:cs typeface="Times New Roman" panose="02020603050405020304" pitchFamily="18" charset="0"/>
              </a:rPr>
              <a:t>, and </a:t>
            </a:r>
            <a:r>
              <a:rPr lang="en-US" sz="2200" b="1" i="0" dirty="0">
                <a:solidFill>
                  <a:srgbClr val="000000"/>
                </a:solidFill>
                <a:effectLst/>
                <a:latin typeface="Times New Roman" panose="02020603050405020304" pitchFamily="18" charset="0"/>
                <a:cs typeface="Times New Roman" panose="02020603050405020304" pitchFamily="18" charset="0"/>
              </a:rPr>
              <a:t>properties </a:t>
            </a:r>
            <a:r>
              <a:rPr lang="en-US" sz="2200" b="0" i="0" dirty="0">
                <a:solidFill>
                  <a:srgbClr val="000000"/>
                </a:solidFill>
                <a:effectLst/>
                <a:latin typeface="Times New Roman" panose="02020603050405020304" pitchFamily="18" charset="0"/>
                <a:cs typeface="Times New Roman" panose="02020603050405020304" pitchFamily="18" charset="0"/>
              </a:rPr>
              <a:t>to represent and store graphical data. </a:t>
            </a:r>
          </a:p>
          <a:p>
            <a:r>
              <a:rPr lang="en-US" sz="2200" b="0" i="0" dirty="0">
                <a:solidFill>
                  <a:srgbClr val="000000"/>
                </a:solidFill>
                <a:effectLst/>
                <a:latin typeface="Times New Roman" panose="02020603050405020304" pitchFamily="18" charset="0"/>
                <a:cs typeface="Times New Roman" panose="02020603050405020304" pitchFamily="18" charset="0"/>
              </a:rPr>
              <a:t>Graph-based data is a natural way to represent </a:t>
            </a:r>
            <a:r>
              <a:rPr lang="en-US" sz="2200" b="1" i="0" dirty="0">
                <a:solidFill>
                  <a:srgbClr val="000000"/>
                </a:solidFill>
                <a:effectLst/>
                <a:latin typeface="Times New Roman" panose="02020603050405020304" pitchFamily="18" charset="0"/>
                <a:cs typeface="Times New Roman" panose="02020603050405020304" pitchFamily="18" charset="0"/>
              </a:rPr>
              <a:t>social networks</a:t>
            </a:r>
            <a:r>
              <a:rPr lang="en-US" sz="2200" b="0" i="0" dirty="0">
                <a:solidFill>
                  <a:srgbClr val="000000"/>
                </a:solidFill>
                <a:effectLst/>
                <a:latin typeface="Times New Roman" panose="02020603050405020304" pitchFamily="18" charset="0"/>
                <a:cs typeface="Times New Roman" panose="02020603050405020304" pitchFamily="18" charset="0"/>
              </a:rPr>
              <a:t>, and its structure allows you to calculate specific metrics such as the influence of a person and the shortest path between two people.</a:t>
            </a:r>
            <a:r>
              <a:rPr lang="en-US" sz="2200" dirty="0">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11</a:t>
            </a:fld>
            <a:endParaRPr lang="en-US"/>
          </a:p>
        </p:txBody>
      </p:sp>
      <p:sp>
        <p:nvSpPr>
          <p:cNvPr id="4" name="Footer Placeholder 3">
            <a:extLst>
              <a:ext uri="{FF2B5EF4-FFF2-40B4-BE49-F238E27FC236}">
                <a16:creationId xmlns:a16="http://schemas.microsoft.com/office/drawing/2014/main" id="{6AACDAEC-D570-3AA6-78FF-449882BC0D35}"/>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157322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09599" y="269047"/>
            <a:ext cx="9875520" cy="757057"/>
          </a:xfrm>
        </p:spPr>
        <p:txBody>
          <a:bodyPr>
            <a:normAutofit/>
          </a:bodyPr>
          <a:lstStyle/>
          <a:p>
            <a:r>
              <a:rPr lang="en-US" dirty="0"/>
              <a:t>Audio, image, and video</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609598" y="1037336"/>
            <a:ext cx="8851273" cy="5186492"/>
          </a:xfrm>
        </p:spPr>
        <p:txBody>
          <a:bodyPr>
            <a:normAutofit/>
          </a:bodyPr>
          <a:lstStyle/>
          <a:p>
            <a:pPr lvl="1"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Audio, image, and video are data types that pose specific challenges to a data scientist. </a:t>
            </a:r>
          </a:p>
          <a:p>
            <a:pPr lvl="1"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Tasks that are trivial for humans, such as </a:t>
            </a:r>
            <a:r>
              <a:rPr lang="en-US" sz="2400" b="1" i="0" dirty="0">
                <a:solidFill>
                  <a:srgbClr val="000000"/>
                </a:solidFill>
                <a:effectLst/>
                <a:latin typeface="Times New Roman" panose="02020603050405020304" pitchFamily="18" charset="0"/>
                <a:cs typeface="Times New Roman" panose="02020603050405020304" pitchFamily="18" charset="0"/>
              </a:rPr>
              <a:t>recognizing objects in pictures</a:t>
            </a:r>
            <a:r>
              <a:rPr lang="en-US" sz="2400" b="0" i="0" dirty="0">
                <a:solidFill>
                  <a:srgbClr val="000000"/>
                </a:solidFill>
                <a:effectLst/>
                <a:latin typeface="Times New Roman" panose="02020603050405020304" pitchFamily="18" charset="0"/>
                <a:cs typeface="Times New Roman" panose="02020603050405020304" pitchFamily="18" charset="0"/>
              </a:rPr>
              <a:t>, turn out to be </a:t>
            </a:r>
            <a:r>
              <a:rPr lang="en-US" sz="2400" b="1" i="0" dirty="0">
                <a:solidFill>
                  <a:srgbClr val="000000"/>
                </a:solidFill>
                <a:effectLst/>
                <a:latin typeface="Times New Roman" panose="02020603050405020304" pitchFamily="18" charset="0"/>
                <a:cs typeface="Times New Roman" panose="02020603050405020304" pitchFamily="18" charset="0"/>
              </a:rPr>
              <a:t>challenging for computers as well</a:t>
            </a:r>
            <a:r>
              <a:rPr lang="en-US" sz="2400" i="0" dirty="0">
                <a:solidFill>
                  <a:srgbClr val="000000"/>
                </a:solidFill>
                <a:effectLst/>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GB" sz="2400" dirty="0">
                <a:solidFill>
                  <a:srgbClr val="000000"/>
                </a:solidFill>
                <a:latin typeface="Times New Roman" panose="02020603050405020304" pitchFamily="18" charset="0"/>
                <a:cs typeface="Times New Roman" panose="02020603050405020304" pitchFamily="18" charset="0"/>
              </a:rPr>
              <a:t>A company called </a:t>
            </a:r>
            <a:r>
              <a:rPr lang="en-GB" sz="2400" b="1" dirty="0" err="1">
                <a:solidFill>
                  <a:srgbClr val="000000"/>
                </a:solidFill>
                <a:latin typeface="Times New Roman" panose="02020603050405020304" pitchFamily="18" charset="0"/>
                <a:cs typeface="Times New Roman" panose="02020603050405020304" pitchFamily="18" charset="0"/>
              </a:rPr>
              <a:t>DeepMind</a:t>
            </a:r>
            <a:r>
              <a:rPr lang="en-GB" sz="2400" dirty="0">
                <a:solidFill>
                  <a:srgbClr val="000000"/>
                </a:solidFill>
                <a:latin typeface="Times New Roman" panose="02020603050405020304" pitchFamily="18" charset="0"/>
                <a:cs typeface="Times New Roman" panose="02020603050405020304" pitchFamily="18" charset="0"/>
              </a:rPr>
              <a:t> created an algorithm that’s capable of learning how to play video games. This algorithm takes the video screen as input and learns to interpret everything via a complex process of deep learning. It’s a remarkable feat that prompted Google to buy the company for their own Artificial Intelligence (AI) development plans. </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12</a:t>
            </a:fld>
            <a:endParaRPr lang="en-US"/>
          </a:p>
        </p:txBody>
      </p:sp>
      <p:sp>
        <p:nvSpPr>
          <p:cNvPr id="4" name="Footer Placeholder 3">
            <a:extLst>
              <a:ext uri="{FF2B5EF4-FFF2-40B4-BE49-F238E27FC236}">
                <a16:creationId xmlns:a16="http://schemas.microsoft.com/office/drawing/2014/main" id="{ECDE1DD8-D7A9-06BB-92CB-3C142FBFADA5}"/>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91286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A101E0F-D790-BB21-4D83-EFB50B0E4922}"/>
              </a:ext>
            </a:extLst>
          </p:cNvPr>
          <p:cNvSpPr>
            <a:spLocks noGrp="1"/>
          </p:cNvSpPr>
          <p:nvPr>
            <p:ph type="ftr" sz="quarter" idx="11"/>
          </p:nvPr>
        </p:nvSpPr>
        <p:spPr>
          <a:xfrm>
            <a:off x="677334" y="6041362"/>
            <a:ext cx="6297612" cy="365125"/>
          </a:xfrm>
        </p:spPr>
        <p:txBody>
          <a:bodyPr>
            <a:normAutofit/>
          </a:bodyPr>
          <a:lstStyle/>
          <a:p>
            <a:pPr>
              <a:spcAft>
                <a:spcPts val="600"/>
              </a:spcAft>
            </a:pPr>
            <a:r>
              <a:rPr lang="en-US"/>
              <a:t>Data Science</a:t>
            </a:r>
          </a:p>
        </p:txBody>
      </p:sp>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43467" y="816638"/>
            <a:ext cx="3367359" cy="5224724"/>
          </a:xfrm>
        </p:spPr>
        <p:txBody>
          <a:bodyPr anchor="ctr">
            <a:normAutofit/>
          </a:bodyPr>
          <a:lstStyle/>
          <a:p>
            <a:r>
              <a:rPr lang="en-US" dirty="0"/>
              <a:t>Streaming data</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13</a:t>
            </a:fld>
            <a:endParaRPr lang="en-US"/>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654295" y="816638"/>
            <a:ext cx="4619706" cy="5224724"/>
          </a:xfrm>
        </p:spPr>
        <p:txBody>
          <a:bodyPr anchor="ctr">
            <a:normAutofit/>
          </a:bodyPr>
          <a:lstStyle/>
          <a:p>
            <a:pPr>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While streaming data can take almost any of the previous forms, it has an extra property. </a:t>
            </a:r>
          </a:p>
          <a:p>
            <a:pPr>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The data flows into the system when an event happens instead of being loaded into a data store in a batch.</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Examples are the “What’s trending” on X (Twitter), live sporting or music events, and the stock market.</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9568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6ABA1-8FEE-4F4E-A803-07F46DB13CC6}"/>
              </a:ext>
            </a:extLst>
          </p:cNvPr>
          <p:cNvSpPr>
            <a:spLocks noGrp="1"/>
          </p:cNvSpPr>
          <p:nvPr>
            <p:ph type="title"/>
          </p:nvPr>
        </p:nvSpPr>
        <p:spPr>
          <a:xfrm>
            <a:off x="1286933" y="609600"/>
            <a:ext cx="10197494" cy="1099457"/>
          </a:xfrm>
        </p:spPr>
        <p:txBody>
          <a:bodyPr>
            <a:normAutofit/>
          </a:bodyPr>
          <a:lstStyle/>
          <a:p>
            <a:r>
              <a:rPr lang="en-US"/>
              <a:t>The big data ecosystem and data science </a:t>
            </a:r>
          </a:p>
        </p:txBody>
      </p:sp>
      <p:sp>
        <p:nvSpPr>
          <p:cNvPr id="18" name="Isosceles Triangle 1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Footer Placeholder 4">
            <a:extLst>
              <a:ext uri="{FF2B5EF4-FFF2-40B4-BE49-F238E27FC236}">
                <a16:creationId xmlns:a16="http://schemas.microsoft.com/office/drawing/2014/main" id="{9AE3E455-F7B8-68F3-9660-B6A4563B5A1A}"/>
              </a:ext>
            </a:extLst>
          </p:cNvPr>
          <p:cNvSpPr>
            <a:spLocks noGrp="1"/>
          </p:cNvSpPr>
          <p:nvPr>
            <p:ph type="ftr" sz="quarter" idx="11"/>
          </p:nvPr>
        </p:nvSpPr>
        <p:spPr>
          <a:xfrm>
            <a:off x="1981203" y="6182876"/>
            <a:ext cx="6297612" cy="365125"/>
          </a:xfrm>
        </p:spPr>
        <p:txBody>
          <a:bodyPr>
            <a:normAutofit/>
          </a:bodyPr>
          <a:lstStyle/>
          <a:p>
            <a:pPr>
              <a:spcAft>
                <a:spcPts val="600"/>
              </a:spcAft>
            </a:pPr>
            <a:r>
              <a:rPr lang="en-US"/>
              <a:t>Data Science</a:t>
            </a:r>
          </a:p>
        </p:txBody>
      </p:sp>
      <p:sp>
        <p:nvSpPr>
          <p:cNvPr id="4" name="Slide Number Placeholder 3">
            <a:extLst>
              <a:ext uri="{FF2B5EF4-FFF2-40B4-BE49-F238E27FC236}">
                <a16:creationId xmlns:a16="http://schemas.microsoft.com/office/drawing/2014/main" id="{39F1EC37-C41E-4A0E-86B4-46924A5690CA}"/>
              </a:ext>
            </a:extLst>
          </p:cNvPr>
          <p:cNvSpPr>
            <a:spLocks noGrp="1"/>
          </p:cNvSpPr>
          <p:nvPr>
            <p:ph type="sldNum" sz="quarter" idx="12"/>
          </p:nvPr>
        </p:nvSpPr>
        <p:spPr>
          <a:xfrm>
            <a:off x="9894532" y="6182876"/>
            <a:ext cx="683339" cy="365125"/>
          </a:xfrm>
        </p:spPr>
        <p:txBody>
          <a:bodyPr>
            <a:normAutofit/>
          </a:bodyPr>
          <a:lstStyle/>
          <a:p>
            <a:pPr>
              <a:spcAft>
                <a:spcPts val="600"/>
              </a:spcAft>
            </a:pPr>
            <a:fld id="{CC529A1F-6900-4D36-92AC-B7647C1D9DDB}" type="slidenum">
              <a:rPr lang="en-US" smtClean="0"/>
              <a:pPr>
                <a:spcAft>
                  <a:spcPts val="600"/>
                </a:spcAft>
              </a:pPr>
              <a:t>14</a:t>
            </a:fld>
            <a:endParaRPr lang="en-US"/>
          </a:p>
        </p:txBody>
      </p:sp>
      <p:sp>
        <p:nvSpPr>
          <p:cNvPr id="19" name="Isosceles Triangle 1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0" name="Content Placeholder 2">
            <a:extLst>
              <a:ext uri="{FF2B5EF4-FFF2-40B4-BE49-F238E27FC236}">
                <a16:creationId xmlns:a16="http://schemas.microsoft.com/office/drawing/2014/main" id="{546BBF93-4026-FDE8-504C-9F645A06B502}"/>
              </a:ext>
            </a:extLst>
          </p:cNvPr>
          <p:cNvGraphicFramePr>
            <a:graphicFrameLocks noGrp="1"/>
          </p:cNvGraphicFramePr>
          <p:nvPr>
            <p:ph idx="1"/>
            <p:extLst>
              <p:ext uri="{D42A27DB-BD31-4B8C-83A1-F6EECF244321}">
                <p14:modId xmlns:p14="http://schemas.microsoft.com/office/powerpoint/2010/main" val="326833935"/>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2575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ABA1-8FEE-4F4E-A803-07F46DB13CC6}"/>
              </a:ext>
            </a:extLst>
          </p:cNvPr>
          <p:cNvSpPr>
            <a:spLocks noGrp="1"/>
          </p:cNvSpPr>
          <p:nvPr>
            <p:ph type="title"/>
          </p:nvPr>
        </p:nvSpPr>
        <p:spPr>
          <a:xfrm>
            <a:off x="521302" y="354228"/>
            <a:ext cx="6406720" cy="1318053"/>
          </a:xfrm>
        </p:spPr>
        <p:txBody>
          <a:bodyPr>
            <a:normAutofit/>
          </a:bodyPr>
          <a:lstStyle/>
          <a:p>
            <a:pPr algn="ctr"/>
            <a:r>
              <a:rPr lang="en-US" sz="3600" dirty="0"/>
              <a:t>The big data ecosystem and data science </a:t>
            </a:r>
          </a:p>
        </p:txBody>
      </p:sp>
      <p:sp>
        <p:nvSpPr>
          <p:cNvPr id="4" name="Slide Number Placeholder 3">
            <a:extLst>
              <a:ext uri="{FF2B5EF4-FFF2-40B4-BE49-F238E27FC236}">
                <a16:creationId xmlns:a16="http://schemas.microsoft.com/office/drawing/2014/main" id="{39F1EC37-C41E-4A0E-86B4-46924A5690CA}"/>
              </a:ext>
            </a:extLst>
          </p:cNvPr>
          <p:cNvSpPr>
            <a:spLocks noGrp="1"/>
          </p:cNvSpPr>
          <p:nvPr>
            <p:ph type="sldNum" sz="quarter" idx="12"/>
          </p:nvPr>
        </p:nvSpPr>
        <p:spPr/>
        <p:txBody>
          <a:bodyPr/>
          <a:lstStyle/>
          <a:p>
            <a:fld id="{CC529A1F-6900-4D36-92AC-B7647C1D9DDB}" type="slidenum">
              <a:rPr lang="en-US" smtClean="0"/>
              <a:t>15</a:t>
            </a:fld>
            <a:endParaRPr lang="en-US"/>
          </a:p>
        </p:txBody>
      </p:sp>
      <p:pic>
        <p:nvPicPr>
          <p:cNvPr id="5" name="Picture 4"/>
          <p:cNvPicPr>
            <a:picLocks noChangeAspect="1"/>
          </p:cNvPicPr>
          <p:nvPr/>
        </p:nvPicPr>
        <p:blipFill>
          <a:blip r:embed="rId2"/>
          <a:stretch>
            <a:fillRect/>
          </a:stretch>
        </p:blipFill>
        <p:spPr>
          <a:xfrm>
            <a:off x="796704" y="0"/>
            <a:ext cx="10746464" cy="6752275"/>
          </a:xfrm>
          <a:prstGeom prst="rect">
            <a:avLst/>
          </a:prstGeom>
        </p:spPr>
      </p:pic>
      <p:sp>
        <p:nvSpPr>
          <p:cNvPr id="6" name="Footer Placeholder 5">
            <a:extLst>
              <a:ext uri="{FF2B5EF4-FFF2-40B4-BE49-F238E27FC236}">
                <a16:creationId xmlns:a16="http://schemas.microsoft.com/office/drawing/2014/main" id="{7A67E23F-ED2D-E4A9-601D-83F663681B0B}"/>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453100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ABA1-8FEE-4F4E-A803-07F46DB13CC6}"/>
              </a:ext>
            </a:extLst>
          </p:cNvPr>
          <p:cNvSpPr>
            <a:spLocks noGrp="1"/>
          </p:cNvSpPr>
          <p:nvPr>
            <p:ph type="title"/>
          </p:nvPr>
        </p:nvSpPr>
        <p:spPr/>
        <p:txBody>
          <a:bodyPr/>
          <a:lstStyle/>
          <a:p>
            <a:r>
              <a:rPr lang="en-US" dirty="0"/>
              <a:t>Distributed file system</a:t>
            </a:r>
          </a:p>
        </p:txBody>
      </p:sp>
      <p:sp>
        <p:nvSpPr>
          <p:cNvPr id="3" name="Content Placeholder 2">
            <a:extLst>
              <a:ext uri="{FF2B5EF4-FFF2-40B4-BE49-F238E27FC236}">
                <a16:creationId xmlns:a16="http://schemas.microsoft.com/office/drawing/2014/main" id="{77300CF2-1AAD-4CFC-A15E-D617E3BBD3B8}"/>
              </a:ext>
            </a:extLst>
          </p:cNvPr>
          <p:cNvSpPr>
            <a:spLocks noGrp="1"/>
          </p:cNvSpPr>
          <p:nvPr>
            <p:ph idx="1"/>
          </p:nvPr>
        </p:nvSpPr>
        <p:spPr>
          <a:xfrm>
            <a:off x="233714" y="1291974"/>
            <a:ext cx="9181890" cy="3880773"/>
          </a:xfrm>
        </p:spPr>
        <p:txBody>
          <a:bodyPr>
            <a:noAutofit/>
          </a:bodyPr>
          <a:lstStyle/>
          <a:p>
            <a:r>
              <a:rPr lang="en-GB" sz="2400" dirty="0">
                <a:latin typeface="Times New Roman" panose="02020603050405020304" pitchFamily="18" charset="0"/>
                <a:cs typeface="Times New Roman" panose="02020603050405020304" pitchFamily="18" charset="0"/>
              </a:rPr>
              <a:t>It is similar to a normal file system, except that it </a:t>
            </a:r>
            <a:r>
              <a:rPr lang="en-GB" sz="2400" b="1" dirty="0">
                <a:latin typeface="Times New Roman" panose="02020603050405020304" pitchFamily="18" charset="0"/>
                <a:cs typeface="Times New Roman" panose="02020603050405020304" pitchFamily="18" charset="0"/>
              </a:rPr>
              <a:t>runs on multiple servers </a:t>
            </a:r>
            <a:r>
              <a:rPr lang="en-GB" sz="2400" dirty="0">
                <a:latin typeface="Times New Roman" panose="02020603050405020304" pitchFamily="18" charset="0"/>
                <a:cs typeface="Times New Roman" panose="02020603050405020304" pitchFamily="18" charset="0"/>
              </a:rPr>
              <a:t>at once. Because it’s a file system, you can do almost all the same things you’d do on a normal file system. Actions such as storing, reading, and deleting files and adding security to files are at the core of every file system, including the distributed one. Advantages:</a:t>
            </a:r>
          </a:p>
          <a:p>
            <a:pPr lvl="1"/>
            <a:r>
              <a:rPr lang="en-GB" sz="2000" dirty="0">
                <a:latin typeface="Times New Roman" panose="02020603050405020304" pitchFamily="18" charset="0"/>
                <a:cs typeface="Times New Roman" panose="02020603050405020304" pitchFamily="18" charset="0"/>
              </a:rPr>
              <a:t>Store files larger than any one computer disk.</a:t>
            </a:r>
          </a:p>
          <a:p>
            <a:pPr lvl="1"/>
            <a:r>
              <a:rPr lang="en-GB" sz="2000" dirty="0">
                <a:latin typeface="Times New Roman" panose="02020603050405020304" pitchFamily="18" charset="0"/>
                <a:cs typeface="Times New Roman" panose="02020603050405020304" pitchFamily="18" charset="0"/>
              </a:rPr>
              <a:t>Files get automatically replicated across multiple servers for redundancy or parallel operations while hiding the complexity of doing so from the user.</a:t>
            </a:r>
          </a:p>
          <a:p>
            <a:pPr lvl="1"/>
            <a:r>
              <a:rPr lang="en-GB" sz="2000" dirty="0">
                <a:latin typeface="Times New Roman" panose="02020603050405020304" pitchFamily="18" charset="0"/>
                <a:cs typeface="Times New Roman" panose="02020603050405020304" pitchFamily="18" charset="0"/>
              </a:rPr>
              <a:t>The system scales easily: you’re no longer bound by the memory or storage restrictions of a single server.</a:t>
            </a:r>
          </a:p>
          <a:p>
            <a:pPr lvl="1"/>
            <a:r>
              <a:rPr lang="en-GB" sz="2000" dirty="0">
                <a:latin typeface="Times New Roman" panose="02020603050405020304" pitchFamily="18" charset="0"/>
                <a:cs typeface="Times New Roman" panose="02020603050405020304" pitchFamily="18" charset="0"/>
              </a:rPr>
              <a:t>Best examples: HDFS and GFS</a:t>
            </a:r>
          </a:p>
          <a:p>
            <a:pPr lvl="1"/>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F1EC37-C41E-4A0E-86B4-46924A5690CA}"/>
              </a:ext>
            </a:extLst>
          </p:cNvPr>
          <p:cNvSpPr>
            <a:spLocks noGrp="1"/>
          </p:cNvSpPr>
          <p:nvPr>
            <p:ph type="sldNum" sz="quarter" idx="12"/>
          </p:nvPr>
        </p:nvSpPr>
        <p:spPr/>
        <p:txBody>
          <a:bodyPr/>
          <a:lstStyle/>
          <a:p>
            <a:fld id="{CC529A1F-6900-4D36-92AC-B7647C1D9DDB}" type="slidenum">
              <a:rPr lang="en-US" smtClean="0"/>
              <a:t>16</a:t>
            </a:fld>
            <a:endParaRPr lang="en-US"/>
          </a:p>
        </p:txBody>
      </p:sp>
      <p:pic>
        <p:nvPicPr>
          <p:cNvPr id="7" name="Picture 6">
            <a:extLst>
              <a:ext uri="{FF2B5EF4-FFF2-40B4-BE49-F238E27FC236}">
                <a16:creationId xmlns:a16="http://schemas.microsoft.com/office/drawing/2014/main" id="{585DFF0C-7B0D-4B75-A1C6-6E69DE7C6189}"/>
              </a:ext>
            </a:extLst>
          </p:cNvPr>
          <p:cNvPicPr>
            <a:picLocks noChangeAspect="1"/>
          </p:cNvPicPr>
          <p:nvPr/>
        </p:nvPicPr>
        <p:blipFill>
          <a:blip r:embed="rId2"/>
          <a:stretch>
            <a:fillRect/>
          </a:stretch>
        </p:blipFill>
        <p:spPr>
          <a:xfrm>
            <a:off x="8185171" y="5172747"/>
            <a:ext cx="3973562" cy="1685253"/>
          </a:xfrm>
          <a:prstGeom prst="rect">
            <a:avLst/>
          </a:prstGeom>
          <a:ln>
            <a:solidFill>
              <a:schemeClr val="tx1"/>
            </a:solidFill>
          </a:ln>
        </p:spPr>
      </p:pic>
      <p:sp>
        <p:nvSpPr>
          <p:cNvPr id="5" name="Footer Placeholder 4">
            <a:extLst>
              <a:ext uri="{FF2B5EF4-FFF2-40B4-BE49-F238E27FC236}">
                <a16:creationId xmlns:a16="http://schemas.microsoft.com/office/drawing/2014/main" id="{5CB1C982-BD99-1021-819D-C3E04AA5AF8C}"/>
              </a:ext>
            </a:extLst>
          </p:cNvPr>
          <p:cNvSpPr>
            <a:spLocks noGrp="1"/>
          </p:cNvSpPr>
          <p:nvPr>
            <p:ph type="ftr" sz="quarter" idx="11"/>
          </p:nvPr>
        </p:nvSpPr>
        <p:spPr/>
        <p:txBody>
          <a:bodyPr/>
          <a:lstStyle/>
          <a:p>
            <a:r>
              <a:rPr lang="en-US" dirty="0"/>
              <a:t>Data Science</a:t>
            </a:r>
          </a:p>
        </p:txBody>
      </p:sp>
    </p:spTree>
    <p:extLst>
      <p:ext uri="{BB962C8B-B14F-4D97-AF65-F5344CB8AC3E}">
        <p14:creationId xmlns:p14="http://schemas.microsoft.com/office/powerpoint/2010/main" val="4273150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p:txBody>
          <a:bodyPr/>
          <a:lstStyle/>
          <a:p>
            <a:r>
              <a:rPr lang="en-US" dirty="0"/>
              <a:t>Distributed Programming Framework</a:t>
            </a:r>
          </a:p>
        </p:txBody>
      </p:sp>
      <p:sp>
        <p:nvSpPr>
          <p:cNvPr id="3" name="Content Placeholder 2">
            <a:extLst>
              <a:ext uri="{FF2B5EF4-FFF2-40B4-BE49-F238E27FC236}">
                <a16:creationId xmlns:a16="http://schemas.microsoft.com/office/drawing/2014/main" id="{92F84281-3BB8-46FD-946F-A00F993F6832}"/>
              </a:ext>
            </a:extLst>
          </p:cNvPr>
          <p:cNvSpPr>
            <a:spLocks noGrp="1"/>
          </p:cNvSpPr>
          <p:nvPr>
            <p:ph idx="1"/>
          </p:nvPr>
        </p:nvSpPr>
        <p:spPr>
          <a:xfrm>
            <a:off x="441944" y="1336724"/>
            <a:ext cx="9381066" cy="3968607"/>
          </a:xfrm>
        </p:spPr>
        <p:txBody>
          <a:bodyPr>
            <a:noAutofit/>
          </a:bodyPr>
          <a:lstStyle/>
          <a:p>
            <a:r>
              <a:rPr lang="en-GB" sz="2000" dirty="0">
                <a:latin typeface="Times New Roman" panose="02020603050405020304" pitchFamily="18" charset="0"/>
                <a:cs typeface="Times New Roman" panose="02020603050405020304" pitchFamily="18" charset="0"/>
              </a:rPr>
              <a:t>Once you have the data stored on the DFS, you want to </a:t>
            </a:r>
            <a:r>
              <a:rPr lang="en-GB" sz="2000" b="1" dirty="0">
                <a:latin typeface="Times New Roman" panose="02020603050405020304" pitchFamily="18" charset="0"/>
                <a:cs typeface="Times New Roman" panose="02020603050405020304" pitchFamily="18" charset="0"/>
              </a:rPr>
              <a:t>exploit it</a:t>
            </a:r>
            <a:r>
              <a:rPr lang="en-GB" sz="2000" dirty="0">
                <a:latin typeface="Times New Roman" panose="02020603050405020304" pitchFamily="18" charset="0"/>
                <a:cs typeface="Times New Roman" panose="02020603050405020304" pitchFamily="18" charset="0"/>
              </a:rPr>
              <a:t>.</a:t>
            </a:r>
          </a:p>
          <a:p>
            <a:r>
              <a:rPr lang="en-GB" sz="2000" dirty="0">
                <a:latin typeface="Times New Roman" panose="02020603050405020304" pitchFamily="18" charset="0"/>
                <a:cs typeface="Times New Roman" panose="02020603050405020304" pitchFamily="18" charset="0"/>
              </a:rPr>
              <a:t>One important aspect of working on a distributed hard disk is that you won’t </a:t>
            </a:r>
            <a:r>
              <a:rPr lang="en-GB" sz="2000" b="1" dirty="0">
                <a:latin typeface="Times New Roman" panose="02020603050405020304" pitchFamily="18" charset="0"/>
                <a:cs typeface="Times New Roman" panose="02020603050405020304" pitchFamily="18" charset="0"/>
              </a:rPr>
              <a:t>move your data to your program</a:t>
            </a:r>
            <a:r>
              <a:rPr lang="en-GB" sz="2000" dirty="0">
                <a:latin typeface="Times New Roman" panose="02020603050405020304" pitchFamily="18" charset="0"/>
                <a:cs typeface="Times New Roman" panose="02020603050405020304" pitchFamily="18" charset="0"/>
              </a:rPr>
              <a:t>, but rather </a:t>
            </a:r>
            <a:r>
              <a:rPr lang="en-GB" sz="2000" b="1" dirty="0">
                <a:latin typeface="Times New Roman" panose="02020603050405020304" pitchFamily="18" charset="0"/>
                <a:cs typeface="Times New Roman" panose="02020603050405020304" pitchFamily="18" charset="0"/>
              </a:rPr>
              <a:t>you’ll move your program to the data</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When you used programming languages like C, Python, or Java, you need to deal with the </a:t>
            </a:r>
            <a:r>
              <a:rPr lang="en-GB" sz="2000" b="1" dirty="0">
                <a:latin typeface="Times New Roman" panose="02020603050405020304" pitchFamily="18" charset="0"/>
                <a:cs typeface="Times New Roman" panose="02020603050405020304" pitchFamily="18" charset="0"/>
              </a:rPr>
              <a:t>complexities</a:t>
            </a:r>
            <a:r>
              <a:rPr lang="en-GB" sz="2000" dirty="0">
                <a:latin typeface="Times New Roman" panose="02020603050405020304" pitchFamily="18" charset="0"/>
                <a:cs typeface="Times New Roman" panose="02020603050405020304" pitchFamily="18" charset="0"/>
              </a:rPr>
              <a:t> that come with distributed programming, such as </a:t>
            </a:r>
            <a:r>
              <a:rPr lang="en-GB" sz="2000" b="1" dirty="0">
                <a:latin typeface="Times New Roman" panose="02020603050405020304" pitchFamily="18" charset="0"/>
                <a:cs typeface="Times New Roman" panose="02020603050405020304" pitchFamily="18" charset="0"/>
              </a:rPr>
              <a:t>restarting jobs </a:t>
            </a:r>
            <a:r>
              <a:rPr lang="en-GB" sz="2000" dirty="0">
                <a:latin typeface="Times New Roman" panose="02020603050405020304" pitchFamily="18" charset="0"/>
                <a:cs typeface="Times New Roman" panose="02020603050405020304" pitchFamily="18" charset="0"/>
              </a:rPr>
              <a:t>that have </a:t>
            </a:r>
            <a:r>
              <a:rPr lang="en-GB" sz="2000" b="1" dirty="0">
                <a:latin typeface="Times New Roman" panose="02020603050405020304" pitchFamily="18" charset="0"/>
                <a:cs typeface="Times New Roman" panose="02020603050405020304" pitchFamily="18" charset="0"/>
              </a:rPr>
              <a:t>failed</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tracking the results </a:t>
            </a:r>
            <a:r>
              <a:rPr lang="en-GB" sz="2000" dirty="0">
                <a:latin typeface="Times New Roman" panose="02020603050405020304" pitchFamily="18" charset="0"/>
                <a:cs typeface="Times New Roman" panose="02020603050405020304" pitchFamily="18" charset="0"/>
              </a:rPr>
              <a:t>from the different </a:t>
            </a:r>
            <a:r>
              <a:rPr lang="en-GB" sz="2000" b="1" dirty="0" err="1">
                <a:latin typeface="Times New Roman" panose="02020603050405020304" pitchFamily="18" charset="0"/>
                <a:cs typeface="Times New Roman" panose="02020603050405020304" pitchFamily="18" charset="0"/>
              </a:rPr>
              <a:t>subprocesses</a:t>
            </a:r>
            <a:r>
              <a:rPr lang="en-GB" sz="2000" dirty="0">
                <a:latin typeface="Times New Roman" panose="02020603050405020304" pitchFamily="18" charset="0"/>
                <a:cs typeface="Times New Roman" panose="02020603050405020304" pitchFamily="18" charset="0"/>
              </a:rPr>
              <a:t>, and so on. </a:t>
            </a:r>
          </a:p>
          <a:p>
            <a:r>
              <a:rPr lang="en-GB" sz="2000" dirty="0">
                <a:latin typeface="Times New Roman" panose="02020603050405020304" pitchFamily="18" charset="0"/>
                <a:cs typeface="Times New Roman" panose="02020603050405020304" pitchFamily="18" charset="0"/>
              </a:rPr>
              <a:t>Luckily, the open-source community has developed </a:t>
            </a:r>
            <a:r>
              <a:rPr lang="en-GB" sz="2000" b="1" dirty="0">
                <a:latin typeface="Times New Roman" panose="02020603050405020304" pitchFamily="18" charset="0"/>
                <a:cs typeface="Times New Roman" panose="02020603050405020304" pitchFamily="18" charset="0"/>
              </a:rPr>
              <a:t>many frameworks </a:t>
            </a:r>
            <a:r>
              <a:rPr lang="en-GB" sz="2000" dirty="0">
                <a:latin typeface="Times New Roman" panose="02020603050405020304" pitchFamily="18" charset="0"/>
                <a:cs typeface="Times New Roman" panose="02020603050405020304" pitchFamily="18" charset="0"/>
              </a:rPr>
              <a:t>to handle this for you, and these give you a much better experience working with distributed data and dealing with many of the challenges it carries.</a:t>
            </a:r>
          </a:p>
          <a:p>
            <a:pPr lvl="2"/>
            <a:r>
              <a:rPr lang="en-GB" sz="1800" dirty="0">
                <a:latin typeface="Times New Roman" panose="02020603050405020304" pitchFamily="18" charset="0"/>
                <a:cs typeface="Times New Roman" panose="02020603050405020304" pitchFamily="18" charset="0"/>
              </a:rPr>
              <a:t>Apache </a:t>
            </a:r>
            <a:r>
              <a:rPr lang="en-GB" sz="1800" dirty="0" err="1">
                <a:latin typeface="Times New Roman" panose="02020603050405020304" pitchFamily="18" charset="0"/>
                <a:cs typeface="Times New Roman" panose="02020603050405020304" pitchFamily="18" charset="0"/>
              </a:rPr>
              <a:t>MapReduce</a:t>
            </a:r>
            <a:endParaRPr lang="en-GB" sz="1800" dirty="0">
              <a:latin typeface="Times New Roman" panose="02020603050405020304" pitchFamily="18" charset="0"/>
              <a:cs typeface="Times New Roman" panose="02020603050405020304" pitchFamily="18" charset="0"/>
            </a:endParaRPr>
          </a:p>
          <a:p>
            <a:pPr lvl="2"/>
            <a:r>
              <a:rPr lang="en-GB" sz="1800" dirty="0">
                <a:latin typeface="Times New Roman" panose="02020603050405020304" pitchFamily="18" charset="0"/>
                <a:cs typeface="Times New Roman" panose="02020603050405020304" pitchFamily="18" charset="0"/>
              </a:rPr>
              <a:t>Apache Pig</a:t>
            </a:r>
          </a:p>
          <a:p>
            <a:pPr lvl="2"/>
            <a:r>
              <a:rPr lang="en-GB" sz="1800" dirty="0">
                <a:latin typeface="Times New Roman" panose="02020603050405020304" pitchFamily="18" charset="0"/>
                <a:cs typeface="Times New Roman" panose="02020603050405020304" pitchFamily="18" charset="0"/>
              </a:rPr>
              <a:t>Apache Spark </a:t>
            </a:r>
            <a:r>
              <a:rPr lang="en-GB" sz="1800" dirty="0" err="1">
                <a:latin typeface="Times New Roman" panose="02020603050405020304" pitchFamily="18" charset="0"/>
                <a:cs typeface="Times New Roman" panose="02020603050405020304" pitchFamily="18" charset="0"/>
              </a:rPr>
              <a:t>etc</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17</a:t>
            </a:fld>
            <a:endParaRPr lang="en-US"/>
          </a:p>
        </p:txBody>
      </p:sp>
      <p:sp>
        <p:nvSpPr>
          <p:cNvPr id="5" name="Footer Placeholder 4">
            <a:extLst>
              <a:ext uri="{FF2B5EF4-FFF2-40B4-BE49-F238E27FC236}">
                <a16:creationId xmlns:a16="http://schemas.microsoft.com/office/drawing/2014/main" id="{81A99D04-5883-4F26-6EBA-FB24E0FFD1A4}"/>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658038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p:txBody>
          <a:bodyPr/>
          <a:lstStyle/>
          <a:p>
            <a:r>
              <a:rPr lang="en-US" dirty="0"/>
              <a:t>Data Integration Framework</a:t>
            </a:r>
          </a:p>
        </p:txBody>
      </p:sp>
      <p:sp>
        <p:nvSpPr>
          <p:cNvPr id="3" name="Content Placeholder 2">
            <a:extLst>
              <a:ext uri="{FF2B5EF4-FFF2-40B4-BE49-F238E27FC236}">
                <a16:creationId xmlns:a16="http://schemas.microsoft.com/office/drawing/2014/main" id="{92F84281-3BB8-46FD-946F-A00F993F6832}"/>
              </a:ext>
            </a:extLst>
          </p:cNvPr>
          <p:cNvSpPr>
            <a:spLocks noGrp="1"/>
          </p:cNvSpPr>
          <p:nvPr>
            <p:ph idx="1"/>
          </p:nvPr>
        </p:nvSpPr>
        <p:spPr>
          <a:xfrm>
            <a:off x="665251" y="1270000"/>
            <a:ext cx="8596668" cy="3880773"/>
          </a:xfrm>
        </p:spPr>
        <p:txBody>
          <a:bodyPr>
            <a:normAutofit/>
          </a:bodyPr>
          <a:lstStyle/>
          <a:p>
            <a:r>
              <a:rPr lang="en-GB" sz="2400" dirty="0">
                <a:latin typeface="Times New Roman" panose="02020603050405020304" pitchFamily="18" charset="0"/>
                <a:cs typeface="Times New Roman" panose="02020603050405020304" pitchFamily="18" charset="0"/>
              </a:rPr>
              <a:t>Once you have a DFS in place, you need to add data. </a:t>
            </a:r>
          </a:p>
          <a:p>
            <a:r>
              <a:rPr lang="en-US" sz="2400" dirty="0">
                <a:latin typeface="Times New Roman" panose="02020603050405020304" pitchFamily="18" charset="0"/>
                <a:cs typeface="Times New Roman" panose="02020603050405020304" pitchFamily="18" charset="0"/>
              </a:rPr>
              <a:t>When there is a need to </a:t>
            </a:r>
            <a:r>
              <a:rPr lang="en-US" sz="2400" b="1" dirty="0">
                <a:latin typeface="Times New Roman" panose="02020603050405020304" pitchFamily="18" charset="0"/>
                <a:cs typeface="Times New Roman" panose="02020603050405020304" pitchFamily="18" charset="0"/>
              </a:rPr>
              <a:t>move data </a:t>
            </a:r>
            <a:r>
              <a:rPr lang="en-US" sz="2400" dirty="0">
                <a:latin typeface="Times New Roman" panose="02020603050405020304" pitchFamily="18" charset="0"/>
                <a:cs typeface="Times New Roman" panose="02020603050405020304" pitchFamily="18" charset="0"/>
              </a:rPr>
              <a:t>from one source to another, </a:t>
            </a:r>
            <a:r>
              <a:rPr lang="en-US" sz="2400" b="1" dirty="0">
                <a:latin typeface="Times New Roman" panose="02020603050405020304" pitchFamily="18" charset="0"/>
                <a:cs typeface="Times New Roman" panose="02020603050405020304" pitchFamily="18" charset="0"/>
              </a:rPr>
              <a:t>data integration frameworks </a:t>
            </a:r>
            <a:r>
              <a:rPr lang="en-US" sz="2400" dirty="0">
                <a:latin typeface="Times New Roman" panose="02020603050405020304" pitchFamily="18" charset="0"/>
                <a:cs typeface="Times New Roman" panose="02020603050405020304" pitchFamily="18" charset="0"/>
              </a:rPr>
              <a:t>such as </a:t>
            </a:r>
            <a:r>
              <a:rPr lang="en-US" sz="2400" b="1" dirty="0">
                <a:latin typeface="Times New Roman" panose="02020603050405020304" pitchFamily="18" charset="0"/>
                <a:cs typeface="Times New Roman" panose="02020603050405020304" pitchFamily="18" charset="0"/>
              </a:rPr>
              <a:t>Apache </a:t>
            </a:r>
            <a:r>
              <a:rPr lang="en-US" sz="2400" b="1" dirty="0">
                <a:solidFill>
                  <a:srgbClr val="FF0000"/>
                </a:solidFill>
                <a:latin typeface="Times New Roman" panose="02020603050405020304" pitchFamily="18" charset="0"/>
                <a:cs typeface="Times New Roman" panose="02020603050405020304" pitchFamily="18" charset="0"/>
              </a:rPr>
              <a:t>Sqoop</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Apache </a:t>
            </a:r>
            <a:r>
              <a:rPr lang="en-US" sz="2400" b="1" dirty="0">
                <a:solidFill>
                  <a:srgbClr val="FF0000"/>
                </a:solidFill>
                <a:latin typeface="Times New Roman" panose="02020603050405020304" pitchFamily="18" charset="0"/>
                <a:cs typeface="Times New Roman" panose="02020603050405020304" pitchFamily="18" charset="0"/>
              </a:rPr>
              <a:t>Flume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particularly effective.</a:t>
            </a:r>
          </a:p>
          <a:p>
            <a:pPr lvl="1"/>
            <a:r>
              <a:rPr lang="en-GB" sz="2200" dirty="0">
                <a:latin typeface="Times New Roman" panose="02020603050405020304" pitchFamily="18" charset="0"/>
                <a:cs typeface="Times New Roman" panose="02020603050405020304" pitchFamily="18" charset="0"/>
              </a:rPr>
              <a:t>Sqoop = SQL + Hadoop</a:t>
            </a:r>
          </a:p>
          <a:p>
            <a:pPr lvl="1"/>
            <a:r>
              <a:rPr lang="en-GB" sz="2200" dirty="0">
                <a:latin typeface="Times New Roman" panose="02020603050405020304" pitchFamily="18" charset="0"/>
                <a:cs typeface="Times New Roman" panose="02020603050405020304" pitchFamily="18" charset="0"/>
              </a:rPr>
              <a:t>Flume = Flow of logs.</a:t>
            </a:r>
          </a:p>
          <a:p>
            <a:r>
              <a:rPr lang="en-GB" sz="2400" dirty="0">
                <a:latin typeface="Times New Roman" panose="02020603050405020304" pitchFamily="18" charset="0"/>
                <a:cs typeface="Times New Roman" panose="02020603050405020304" pitchFamily="18" charset="0"/>
              </a:rPr>
              <a:t>The process is similar to an </a:t>
            </a:r>
            <a:r>
              <a:rPr lang="en-GB" sz="2400" b="1" dirty="0">
                <a:latin typeface="Times New Roman" panose="02020603050405020304" pitchFamily="18" charset="0"/>
                <a:cs typeface="Times New Roman" panose="02020603050405020304" pitchFamily="18" charset="0"/>
              </a:rPr>
              <a:t>extract, transform, and load process </a:t>
            </a:r>
            <a:r>
              <a:rPr lang="en-GB" sz="2400" dirty="0">
                <a:latin typeface="Times New Roman" panose="02020603050405020304" pitchFamily="18" charset="0"/>
                <a:cs typeface="Times New Roman" panose="02020603050405020304" pitchFamily="18" charset="0"/>
              </a:rPr>
              <a:t>in a traditional data warehouse.</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18</a:t>
            </a:fld>
            <a:endParaRPr lang="en-US"/>
          </a:p>
        </p:txBody>
      </p:sp>
      <p:pic>
        <p:nvPicPr>
          <p:cNvPr id="7" name="Picture 6">
            <a:extLst>
              <a:ext uri="{FF2B5EF4-FFF2-40B4-BE49-F238E27FC236}">
                <a16:creationId xmlns:a16="http://schemas.microsoft.com/office/drawing/2014/main" id="{FCC9022A-82A9-403E-922C-ACE940BC7A58}"/>
              </a:ext>
            </a:extLst>
          </p:cNvPr>
          <p:cNvPicPr>
            <a:picLocks noChangeAspect="1"/>
          </p:cNvPicPr>
          <p:nvPr/>
        </p:nvPicPr>
        <p:blipFill>
          <a:blip r:embed="rId2"/>
          <a:stretch>
            <a:fillRect/>
          </a:stretch>
        </p:blipFill>
        <p:spPr>
          <a:xfrm>
            <a:off x="6096000" y="4346872"/>
            <a:ext cx="4286250" cy="2314575"/>
          </a:xfrm>
          <a:prstGeom prst="rect">
            <a:avLst/>
          </a:prstGeom>
        </p:spPr>
      </p:pic>
      <p:sp>
        <p:nvSpPr>
          <p:cNvPr id="5" name="Footer Placeholder 4">
            <a:extLst>
              <a:ext uri="{FF2B5EF4-FFF2-40B4-BE49-F238E27FC236}">
                <a16:creationId xmlns:a16="http://schemas.microsoft.com/office/drawing/2014/main" id="{564543FF-B53F-3AAB-75AB-EF5F20C3C8EB}"/>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363396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a:xfrm>
            <a:off x="689919" y="269047"/>
            <a:ext cx="9875520" cy="832022"/>
          </a:xfrm>
        </p:spPr>
        <p:txBody>
          <a:bodyPr>
            <a:noAutofit/>
          </a:bodyPr>
          <a:lstStyle/>
          <a:p>
            <a:r>
              <a:rPr lang="en-US" dirty="0"/>
              <a:t>Machine learning frameworks </a:t>
            </a:r>
          </a:p>
        </p:txBody>
      </p:sp>
      <p:sp>
        <p:nvSpPr>
          <p:cNvPr id="3" name="Content Placeholder 2">
            <a:extLst>
              <a:ext uri="{FF2B5EF4-FFF2-40B4-BE49-F238E27FC236}">
                <a16:creationId xmlns:a16="http://schemas.microsoft.com/office/drawing/2014/main" id="{92F84281-3BB8-46FD-946F-A00F993F6832}"/>
              </a:ext>
            </a:extLst>
          </p:cNvPr>
          <p:cNvSpPr>
            <a:spLocks noGrp="1"/>
          </p:cNvSpPr>
          <p:nvPr>
            <p:ph idx="1"/>
          </p:nvPr>
        </p:nvSpPr>
        <p:spPr>
          <a:xfrm>
            <a:off x="271605" y="1170130"/>
            <a:ext cx="8821646" cy="5236357"/>
          </a:xfrm>
        </p:spPr>
        <p:txBody>
          <a:bodyPr>
            <a:normAutofit/>
          </a:bodyPr>
          <a:lstStyle/>
          <a:p>
            <a:r>
              <a:rPr lang="en-US" sz="2400" dirty="0">
                <a:latin typeface="Times New Roman" panose="02020603050405020304" pitchFamily="18" charset="0"/>
                <a:cs typeface="Times New Roman" panose="02020603050405020304" pitchFamily="18" charset="0"/>
              </a:rPr>
              <a:t>Once the data is collected and stored, the next step is to extract valuable insights. This is where </a:t>
            </a:r>
            <a:r>
              <a:rPr lang="en-US" sz="2400" b="1" dirty="0">
                <a:latin typeface="Times New Roman" panose="02020603050405020304" pitchFamily="18" charset="0"/>
                <a:cs typeface="Times New Roman" panose="02020603050405020304" pitchFamily="18" charset="0"/>
              </a:rPr>
              <a:t>machine learning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statistics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applied mathematics </a:t>
            </a:r>
            <a:r>
              <a:rPr lang="en-US" sz="2400" dirty="0">
                <a:latin typeface="Times New Roman" panose="02020603050405020304" pitchFamily="18" charset="0"/>
                <a:cs typeface="Times New Roman" panose="02020603050405020304" pitchFamily="18" charset="0"/>
              </a:rPr>
              <a:t>come into play.</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Machine learning </a:t>
            </a:r>
            <a:r>
              <a:rPr lang="en-US" sz="2400" dirty="0">
                <a:latin typeface="Times New Roman" panose="02020603050405020304" pitchFamily="18" charset="0"/>
                <a:cs typeface="Times New Roman" panose="02020603050405020304" pitchFamily="18" charset="0"/>
              </a:rPr>
              <a:t>is “a field of study that gives computers the ability to learn without being explicitly programmed.”</a:t>
            </a:r>
          </a:p>
          <a:p>
            <a:r>
              <a:rPr lang="en-US" sz="2400" dirty="0">
                <a:latin typeface="Times New Roman" panose="02020603050405020304" pitchFamily="18" charset="0"/>
                <a:cs typeface="Times New Roman" panose="02020603050405020304" pitchFamily="18" charset="0"/>
              </a:rPr>
              <a:t>Given the massive volumes of data we deal with today, traditional methods are often insufficient. To handle this challenge, we rely on </a:t>
            </a:r>
            <a:r>
              <a:rPr lang="en-US" sz="2400" b="1" dirty="0">
                <a:latin typeface="Times New Roman" panose="02020603050405020304" pitchFamily="18" charset="0"/>
                <a:cs typeface="Times New Roman" panose="02020603050405020304" pitchFamily="18" charset="0"/>
              </a:rPr>
              <a:t>specialized frameworks and libraries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For Python, the most widely used machine learning library is </a:t>
            </a:r>
            <a:r>
              <a:rPr lang="en-US" sz="2400" b="1" dirty="0">
                <a:latin typeface="Times New Roman" panose="02020603050405020304" pitchFamily="18" charset="0"/>
                <a:cs typeface="Times New Roman" panose="02020603050405020304" pitchFamily="18" charset="0"/>
              </a:rPr>
              <a:t>Scikit-learn</a:t>
            </a:r>
            <a:r>
              <a:rPr lang="en-US" sz="2400" dirty="0">
                <a:latin typeface="Times New Roman" panose="02020603050405020304" pitchFamily="18" charset="0"/>
                <a:cs typeface="Times New Roman" panose="02020603050405020304" pitchFamily="18" charset="0"/>
              </a:rPr>
              <a:t>, which provides tools for data analysis, modeling, and prediction.</a:t>
            </a:r>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19</a:t>
            </a:fld>
            <a:endParaRPr lang="en-US"/>
          </a:p>
        </p:txBody>
      </p:sp>
      <p:pic>
        <p:nvPicPr>
          <p:cNvPr id="6" name="Picture 5">
            <a:extLst>
              <a:ext uri="{FF2B5EF4-FFF2-40B4-BE49-F238E27FC236}">
                <a16:creationId xmlns:a16="http://schemas.microsoft.com/office/drawing/2014/main" id="{35B8E23D-7DF8-4302-B54D-93D377A73086}"/>
              </a:ext>
            </a:extLst>
          </p:cNvPr>
          <p:cNvPicPr>
            <a:picLocks noChangeAspect="1"/>
          </p:cNvPicPr>
          <p:nvPr/>
        </p:nvPicPr>
        <p:blipFill>
          <a:blip r:embed="rId2"/>
          <a:stretch>
            <a:fillRect/>
          </a:stretch>
        </p:blipFill>
        <p:spPr>
          <a:xfrm>
            <a:off x="8966501" y="4020512"/>
            <a:ext cx="3225499" cy="2912862"/>
          </a:xfrm>
          <a:prstGeom prst="rect">
            <a:avLst/>
          </a:prstGeom>
          <a:ln>
            <a:solidFill>
              <a:schemeClr val="tx1"/>
            </a:solidFill>
          </a:ln>
        </p:spPr>
      </p:pic>
      <p:sp>
        <p:nvSpPr>
          <p:cNvPr id="5" name="Footer Placeholder 4">
            <a:extLst>
              <a:ext uri="{FF2B5EF4-FFF2-40B4-BE49-F238E27FC236}">
                <a16:creationId xmlns:a16="http://schemas.microsoft.com/office/drawing/2014/main" id="{4B5006B7-061F-AC95-0DE7-C1763A34DA5F}"/>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56669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a:xfrm>
            <a:off x="304156" y="355546"/>
            <a:ext cx="7277512" cy="832022"/>
          </a:xfrm>
        </p:spPr>
        <p:txBody>
          <a:bodyPr>
            <a:noAutofit/>
          </a:bodyPr>
          <a:lstStyle/>
          <a:p>
            <a:r>
              <a:rPr lang="en-US" dirty="0"/>
              <a:t>NoSQL</a:t>
            </a:r>
            <a:r>
              <a:rPr lang="en-US" sz="3600" b="1" dirty="0">
                <a:solidFill>
                  <a:srgbClr val="940000"/>
                </a:solidFill>
                <a:latin typeface="FranklinGothic-DemiItal"/>
              </a:rPr>
              <a:t> </a:t>
            </a:r>
            <a:r>
              <a:rPr lang="en-US" dirty="0"/>
              <a:t>Databases</a:t>
            </a:r>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20</a:t>
            </a:fld>
            <a:endParaRPr lang="en-US"/>
          </a:p>
        </p:txBody>
      </p:sp>
      <p:pic>
        <p:nvPicPr>
          <p:cNvPr id="7" name="Picture 6">
            <a:extLst>
              <a:ext uri="{FF2B5EF4-FFF2-40B4-BE49-F238E27FC236}">
                <a16:creationId xmlns:a16="http://schemas.microsoft.com/office/drawing/2014/main" id="{190E45BF-79DF-411F-9BDC-D66A466608A8}"/>
              </a:ext>
            </a:extLst>
          </p:cNvPr>
          <p:cNvPicPr>
            <a:picLocks noChangeAspect="1"/>
          </p:cNvPicPr>
          <p:nvPr/>
        </p:nvPicPr>
        <p:blipFill>
          <a:blip r:embed="rId2"/>
          <a:stretch>
            <a:fillRect/>
          </a:stretch>
        </p:blipFill>
        <p:spPr>
          <a:xfrm>
            <a:off x="8212830" y="2411946"/>
            <a:ext cx="3905065" cy="4446054"/>
          </a:xfrm>
          <a:prstGeom prst="rect">
            <a:avLst/>
          </a:prstGeom>
          <a:ln>
            <a:solidFill>
              <a:schemeClr val="tx1"/>
            </a:solidFill>
          </a:ln>
        </p:spPr>
      </p:pic>
      <p:sp>
        <p:nvSpPr>
          <p:cNvPr id="6" name="Content Placeholder 2">
            <a:extLst>
              <a:ext uri="{FF2B5EF4-FFF2-40B4-BE49-F238E27FC236}">
                <a16:creationId xmlns:a16="http://schemas.microsoft.com/office/drawing/2014/main" id="{92F84281-3BB8-46FD-946F-A00F993F6832}"/>
              </a:ext>
            </a:extLst>
          </p:cNvPr>
          <p:cNvSpPr>
            <a:spLocks noGrp="1"/>
          </p:cNvSpPr>
          <p:nvPr>
            <p:ph idx="1"/>
          </p:nvPr>
        </p:nvSpPr>
        <p:spPr>
          <a:xfrm>
            <a:off x="271605" y="1170130"/>
            <a:ext cx="7941225" cy="5236357"/>
          </a:xfrm>
        </p:spPr>
        <p:txBody>
          <a:bodyPr>
            <a:noAutofit/>
          </a:bodyPr>
          <a:lstStyle/>
          <a:p>
            <a:r>
              <a:rPr lang="en-GB" sz="2000" dirty="0">
                <a:solidFill>
                  <a:srgbClr val="000000"/>
                </a:solidFill>
                <a:latin typeface="Times New Roman" panose="02020603050405020304" pitchFamily="18" charset="0"/>
                <a:cs typeface="Times New Roman" panose="02020603050405020304" pitchFamily="18" charset="0"/>
              </a:rPr>
              <a:t>Traditionally, this has been the playing field of relational databases such as Oracle SQL, MySQL, Sybase IQ, and others. </a:t>
            </a:r>
          </a:p>
          <a:p>
            <a:r>
              <a:rPr lang="en-GB" sz="2000" dirty="0">
                <a:solidFill>
                  <a:srgbClr val="000000"/>
                </a:solidFill>
                <a:latin typeface="Times New Roman" panose="02020603050405020304" pitchFamily="18" charset="0"/>
                <a:cs typeface="Times New Roman" panose="02020603050405020304" pitchFamily="18" charset="0"/>
              </a:rPr>
              <a:t>While they’re still the go-to technology for many use cases, new types of databases have emerged under the grouping of </a:t>
            </a:r>
            <a:r>
              <a:rPr lang="en-GB" sz="2000" b="1" dirty="0" err="1">
                <a:solidFill>
                  <a:srgbClr val="000000"/>
                </a:solidFill>
                <a:latin typeface="Times New Roman" panose="02020603050405020304" pitchFamily="18" charset="0"/>
                <a:cs typeface="Times New Roman" panose="02020603050405020304" pitchFamily="18" charset="0"/>
              </a:rPr>
              <a:t>NoSQL</a:t>
            </a:r>
            <a:r>
              <a:rPr lang="en-GB" sz="2000" b="1" dirty="0">
                <a:solidFill>
                  <a:srgbClr val="000000"/>
                </a:solidFill>
                <a:latin typeface="Times New Roman" panose="02020603050405020304" pitchFamily="18" charset="0"/>
                <a:cs typeface="Times New Roman" panose="02020603050405020304" pitchFamily="18" charset="0"/>
              </a:rPr>
              <a:t> databases</a:t>
            </a:r>
            <a:r>
              <a:rPr lang="en-GB" sz="2000" dirty="0">
                <a:solidFill>
                  <a:srgbClr val="000000"/>
                </a:solidFill>
                <a:latin typeface="Times New Roman" panose="02020603050405020304" pitchFamily="18" charset="0"/>
                <a:cs typeface="Times New Roman" panose="02020603050405020304" pitchFamily="18" charset="0"/>
              </a:rPr>
              <a:t>.</a:t>
            </a:r>
          </a:p>
          <a:p>
            <a:r>
              <a:rPr lang="en-GB" sz="2000" dirty="0">
                <a:solidFill>
                  <a:srgbClr val="000000"/>
                </a:solidFill>
                <a:latin typeface="Times New Roman" panose="02020603050405020304" pitchFamily="18" charset="0"/>
                <a:cs typeface="Times New Roman" panose="02020603050405020304" pitchFamily="18" charset="0"/>
              </a:rPr>
              <a:t> The name of this group can be misleading, as “No” in this context stands for “Not Only.” A lack of functionality in SQL isn’t the </a:t>
            </a:r>
            <a:r>
              <a:rPr lang="en-US" sz="2000" dirty="0">
                <a:solidFill>
                  <a:srgbClr val="000000"/>
                </a:solidFill>
                <a:latin typeface="Times New Roman" panose="02020603050405020304" pitchFamily="18" charset="0"/>
                <a:cs typeface="Times New Roman" panose="02020603050405020304" pitchFamily="18" charset="0"/>
              </a:rPr>
              <a:t>primary reason for the paradigm shift, and many </a:t>
            </a:r>
            <a:r>
              <a:rPr lang="en-GB" sz="2000" dirty="0">
                <a:solidFill>
                  <a:srgbClr val="000000"/>
                </a:solidFill>
                <a:latin typeface="Times New Roman" panose="02020603050405020304" pitchFamily="18" charset="0"/>
                <a:cs typeface="Times New Roman" panose="02020603050405020304" pitchFamily="18" charset="0"/>
              </a:rPr>
              <a:t>NoSQL databases have implemented a version of SQL themselves. </a:t>
            </a:r>
          </a:p>
          <a:p>
            <a:r>
              <a:rPr lang="en-GB" sz="2000" dirty="0">
                <a:solidFill>
                  <a:srgbClr val="000000"/>
                </a:solidFill>
                <a:latin typeface="Times New Roman" panose="02020603050405020304" pitchFamily="18" charset="0"/>
                <a:cs typeface="Times New Roman" panose="02020603050405020304" pitchFamily="18" charset="0"/>
              </a:rPr>
              <a:t>But traditional databases had shortcomings that didn’t allow them to scale well. By </a:t>
            </a:r>
            <a:r>
              <a:rPr lang="en-US" sz="2000" dirty="0">
                <a:solidFill>
                  <a:srgbClr val="000000"/>
                </a:solidFill>
                <a:latin typeface="Times New Roman" panose="02020603050405020304" pitchFamily="18" charset="0"/>
                <a:cs typeface="Times New Roman" panose="02020603050405020304" pitchFamily="18" charset="0"/>
              </a:rPr>
              <a:t>addressing several of the limitations of traditional databases, NoSQL databases enable virtually unlimited data growth</a:t>
            </a:r>
            <a:r>
              <a:rPr lang="en-GB" sz="2000" dirty="0">
                <a:solidFill>
                  <a:srgbClr val="000000"/>
                </a:solidFill>
                <a:latin typeface="Times New Roman" panose="02020603050405020304" pitchFamily="18" charset="0"/>
                <a:cs typeface="Times New Roman" panose="02020603050405020304" pitchFamily="18" charset="0"/>
              </a:rPr>
              <a:t>. </a:t>
            </a:r>
          </a:p>
          <a:p>
            <a:r>
              <a:rPr lang="en-GB" sz="2000" dirty="0">
                <a:solidFill>
                  <a:srgbClr val="000000"/>
                </a:solidFill>
                <a:latin typeface="Times New Roman" panose="02020603050405020304" pitchFamily="18" charset="0"/>
                <a:cs typeface="Times New Roman" panose="02020603050405020304" pitchFamily="18" charset="0"/>
              </a:rPr>
              <a:t>These shortcomings relate to every property of big data: their storage or processing power can’t scale beyond a single node, and they have no way to handle streaming, graph, or unstructured forms of data.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9E0400B-EC39-62F2-AFF0-6221511951BE}"/>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1217561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a:xfrm>
            <a:off x="304156" y="355546"/>
            <a:ext cx="7277512" cy="832022"/>
          </a:xfrm>
        </p:spPr>
        <p:txBody>
          <a:bodyPr>
            <a:noAutofit/>
          </a:bodyPr>
          <a:lstStyle/>
          <a:p>
            <a:r>
              <a:rPr lang="en-US"/>
              <a:t>Other tools</a:t>
            </a:r>
            <a:endParaRPr lang="en-US" dirty="0"/>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21</a:t>
            </a:fld>
            <a:endParaRPr lang="en-US"/>
          </a:p>
        </p:txBody>
      </p:sp>
      <p:sp>
        <p:nvSpPr>
          <p:cNvPr id="6" name="Content Placeholder 2">
            <a:extLst>
              <a:ext uri="{FF2B5EF4-FFF2-40B4-BE49-F238E27FC236}">
                <a16:creationId xmlns:a16="http://schemas.microsoft.com/office/drawing/2014/main" id="{92F84281-3BB8-46FD-946F-A00F993F6832}"/>
              </a:ext>
            </a:extLst>
          </p:cNvPr>
          <p:cNvSpPr>
            <a:spLocks noGrp="1"/>
          </p:cNvSpPr>
          <p:nvPr>
            <p:ph idx="1"/>
          </p:nvPr>
        </p:nvSpPr>
        <p:spPr>
          <a:xfrm>
            <a:off x="271605" y="1170130"/>
            <a:ext cx="7941225" cy="5236357"/>
          </a:xfrm>
        </p:spPr>
        <p:txBody>
          <a:bodyPr>
            <a:normAutofit/>
          </a:bodyPr>
          <a:lstStyle/>
          <a:p>
            <a:r>
              <a:rPr lang="en-GB" sz="2400">
                <a:solidFill>
                  <a:srgbClr val="000000"/>
                </a:solidFill>
                <a:latin typeface="Times New Roman" panose="02020603050405020304" pitchFamily="18" charset="0"/>
                <a:cs typeface="Times New Roman" panose="02020603050405020304" pitchFamily="18" charset="0"/>
              </a:rPr>
              <a:t>Scheduling tools</a:t>
            </a:r>
          </a:p>
          <a:p>
            <a:r>
              <a:rPr lang="en-GB" sz="2400">
                <a:solidFill>
                  <a:srgbClr val="000000"/>
                </a:solidFill>
                <a:latin typeface="Times New Roman" panose="02020603050405020304" pitchFamily="18" charset="0"/>
                <a:cs typeface="Times New Roman" panose="02020603050405020304" pitchFamily="18" charset="0"/>
              </a:rPr>
              <a:t> Benchmarking tools</a:t>
            </a:r>
          </a:p>
          <a:p>
            <a:r>
              <a:rPr lang="en-GB" sz="2400">
                <a:solidFill>
                  <a:srgbClr val="000000"/>
                </a:solidFill>
                <a:latin typeface="Times New Roman" panose="02020603050405020304" pitchFamily="18" charset="0"/>
                <a:cs typeface="Times New Roman" panose="02020603050405020304" pitchFamily="18" charset="0"/>
              </a:rPr>
              <a:t>System deployment</a:t>
            </a:r>
          </a:p>
          <a:p>
            <a:r>
              <a:rPr lang="en-GB" sz="2400">
                <a:solidFill>
                  <a:srgbClr val="000000"/>
                </a:solidFill>
                <a:latin typeface="Times New Roman" panose="02020603050405020304" pitchFamily="18" charset="0"/>
                <a:cs typeface="Times New Roman" panose="02020603050405020304" pitchFamily="18" charset="0"/>
              </a:rPr>
              <a:t>Service programming</a:t>
            </a:r>
          </a:p>
          <a:p>
            <a:r>
              <a:rPr lang="en-GB" sz="2400">
                <a:solidFill>
                  <a:srgbClr val="000000"/>
                </a:solidFill>
                <a:latin typeface="Times New Roman" panose="02020603050405020304" pitchFamily="18" charset="0"/>
                <a:cs typeface="Times New Roman" panose="02020603050405020304" pitchFamily="18" charset="0"/>
              </a:rPr>
              <a:t>Security</a:t>
            </a:r>
            <a:br>
              <a:rPr lang="en-US" sz="2800">
                <a:latin typeface="Times New Roman" panose="02020603050405020304" pitchFamily="18" charset="0"/>
                <a:cs typeface="Times New Roman" panose="02020603050405020304" pitchFamily="18" charset="0"/>
              </a:rPr>
            </a:br>
            <a:br>
              <a:rPr lang="en-US" sz="280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991323" y="125308"/>
            <a:ext cx="3200677" cy="4669941"/>
          </a:xfrm>
          <a:prstGeom prst="rect">
            <a:avLst/>
          </a:prstGeom>
        </p:spPr>
      </p:pic>
      <p:pic>
        <p:nvPicPr>
          <p:cNvPr id="5" name="Picture 4"/>
          <p:cNvPicPr>
            <a:picLocks noChangeAspect="1"/>
          </p:cNvPicPr>
          <p:nvPr/>
        </p:nvPicPr>
        <p:blipFill>
          <a:blip r:embed="rId3"/>
          <a:stretch>
            <a:fillRect/>
          </a:stretch>
        </p:blipFill>
        <p:spPr>
          <a:xfrm>
            <a:off x="4011391" y="2859478"/>
            <a:ext cx="3060457" cy="3456732"/>
          </a:xfrm>
          <a:prstGeom prst="rect">
            <a:avLst/>
          </a:prstGeom>
        </p:spPr>
      </p:pic>
      <p:sp>
        <p:nvSpPr>
          <p:cNvPr id="7" name="Footer Placeholder 6">
            <a:extLst>
              <a:ext uri="{FF2B5EF4-FFF2-40B4-BE49-F238E27FC236}">
                <a16:creationId xmlns:a16="http://schemas.microsoft.com/office/drawing/2014/main" id="{53AE7282-DE7F-5281-A4D2-8921A9D7CC44}"/>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43725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BF61-119A-4F17-B3B4-3B44063B0A54}"/>
              </a:ext>
            </a:extLst>
          </p:cNvPr>
          <p:cNvSpPr>
            <a:spLocks noGrp="1"/>
          </p:cNvSpPr>
          <p:nvPr>
            <p:ph type="title"/>
          </p:nvPr>
        </p:nvSpPr>
        <p:spPr>
          <a:xfrm>
            <a:off x="304156" y="355546"/>
            <a:ext cx="7277512" cy="832022"/>
          </a:xfrm>
        </p:spPr>
        <p:txBody>
          <a:bodyPr>
            <a:noAutofit/>
          </a:bodyPr>
          <a:lstStyle/>
          <a:p>
            <a:r>
              <a:rPr lang="en-US" dirty="0"/>
              <a:t>What is Data Science</a:t>
            </a:r>
          </a:p>
        </p:txBody>
      </p:sp>
      <p:sp>
        <p:nvSpPr>
          <p:cNvPr id="4" name="Slide Number Placeholder 3">
            <a:extLst>
              <a:ext uri="{FF2B5EF4-FFF2-40B4-BE49-F238E27FC236}">
                <a16:creationId xmlns:a16="http://schemas.microsoft.com/office/drawing/2014/main" id="{83061BA0-AC22-4F67-B053-C75EE33BD6A7}"/>
              </a:ext>
            </a:extLst>
          </p:cNvPr>
          <p:cNvSpPr>
            <a:spLocks noGrp="1"/>
          </p:cNvSpPr>
          <p:nvPr>
            <p:ph type="sldNum" sz="quarter" idx="12"/>
          </p:nvPr>
        </p:nvSpPr>
        <p:spPr/>
        <p:txBody>
          <a:bodyPr/>
          <a:lstStyle/>
          <a:p>
            <a:fld id="{CC529A1F-6900-4D36-92AC-B7647C1D9DDB}" type="slidenum">
              <a:rPr lang="en-US" smtClean="0"/>
              <a:t>22</a:t>
            </a:fld>
            <a:endParaRPr lang="en-US"/>
          </a:p>
        </p:txBody>
      </p:sp>
      <p:sp>
        <p:nvSpPr>
          <p:cNvPr id="6" name="Content Placeholder 2">
            <a:extLst>
              <a:ext uri="{FF2B5EF4-FFF2-40B4-BE49-F238E27FC236}">
                <a16:creationId xmlns:a16="http://schemas.microsoft.com/office/drawing/2014/main" id="{92F84281-3BB8-46FD-946F-A00F993F6832}"/>
              </a:ext>
            </a:extLst>
          </p:cNvPr>
          <p:cNvSpPr>
            <a:spLocks noGrp="1"/>
          </p:cNvSpPr>
          <p:nvPr>
            <p:ph idx="1"/>
          </p:nvPr>
        </p:nvSpPr>
        <p:spPr>
          <a:xfrm>
            <a:off x="271605" y="1170130"/>
            <a:ext cx="9460870" cy="5236357"/>
          </a:xfrm>
        </p:spPr>
        <p:txBody>
          <a:bodyPr>
            <a:noAutofit/>
          </a:bodyPr>
          <a:lstStyle/>
          <a:p>
            <a:r>
              <a:rPr lang="en-GB" sz="2000" dirty="0">
                <a:solidFill>
                  <a:schemeClr val="tx1"/>
                </a:solidFill>
                <a:latin typeface="Times New Roman" panose="02020603050405020304" pitchFamily="18" charset="0"/>
                <a:cs typeface="Times New Roman" panose="02020603050405020304" pitchFamily="18" charset="0"/>
              </a:rPr>
              <a:t>It was a great challenge and concern for industries for </a:t>
            </a:r>
            <a:r>
              <a:rPr lang="en-GB" sz="2000" b="1" dirty="0">
                <a:solidFill>
                  <a:schemeClr val="tx1"/>
                </a:solidFill>
                <a:latin typeface="Times New Roman" panose="02020603050405020304" pitchFamily="18" charset="0"/>
                <a:cs typeface="Times New Roman" panose="02020603050405020304" pitchFamily="18" charset="0"/>
              </a:rPr>
              <a:t>the storage of data </a:t>
            </a:r>
            <a:r>
              <a:rPr lang="en-GB" sz="2000" dirty="0">
                <a:solidFill>
                  <a:schemeClr val="tx1"/>
                </a:solidFill>
                <a:latin typeface="Times New Roman" panose="02020603050405020304" pitchFamily="18" charset="0"/>
                <a:cs typeface="Times New Roman" panose="02020603050405020304" pitchFamily="18" charset="0"/>
              </a:rPr>
              <a:t>until 2010. </a:t>
            </a:r>
          </a:p>
          <a:p>
            <a:r>
              <a:rPr lang="en-GB" sz="2000" dirty="0">
                <a:solidFill>
                  <a:schemeClr val="tx1"/>
                </a:solidFill>
                <a:latin typeface="Times New Roman" panose="02020603050405020304" pitchFamily="18" charset="0"/>
                <a:cs typeface="Times New Roman" panose="02020603050405020304" pitchFamily="18" charset="0"/>
              </a:rPr>
              <a:t>Now that frameworks like Hadoop and others have solved the problem of storage, the </a:t>
            </a:r>
            <a:r>
              <a:rPr lang="en-GB" sz="2000" b="1" dirty="0">
                <a:solidFill>
                  <a:schemeClr val="tx1"/>
                </a:solidFill>
                <a:latin typeface="Times New Roman" panose="02020603050405020304" pitchFamily="18" charset="0"/>
                <a:cs typeface="Times New Roman" panose="02020603050405020304" pitchFamily="18" charset="0"/>
              </a:rPr>
              <a:t>focus has shifted to processing of data</a:t>
            </a:r>
            <a:r>
              <a:rPr lang="en-GB" sz="2000" dirty="0">
                <a:solidFill>
                  <a:schemeClr val="tx1"/>
                </a:solidFill>
                <a:latin typeface="Times New Roman" panose="02020603050405020304" pitchFamily="18" charset="0"/>
                <a:cs typeface="Times New Roman" panose="02020603050405020304" pitchFamily="18" charset="0"/>
              </a:rPr>
              <a:t>. Data Science plays a big role here.</a:t>
            </a:r>
          </a:p>
          <a:p>
            <a:r>
              <a:rPr lang="en-GB" sz="2000" dirty="0">
                <a:solidFill>
                  <a:schemeClr val="tx1"/>
                </a:solidFill>
                <a:latin typeface="Times New Roman" panose="02020603050405020304" pitchFamily="18" charset="0"/>
                <a:cs typeface="Times New Roman" panose="02020603050405020304" pitchFamily="18" charset="0"/>
              </a:rPr>
              <a:t>Data science is a field that involves using statistical and computational techniques to extract insights and knowledge from data.</a:t>
            </a:r>
          </a:p>
          <a:p>
            <a:pPr lvl="1"/>
            <a:r>
              <a:rPr lang="en-GB" sz="1800" dirty="0">
                <a:solidFill>
                  <a:schemeClr val="tx1"/>
                </a:solidFill>
                <a:latin typeface="Times New Roman" panose="02020603050405020304" pitchFamily="18" charset="0"/>
                <a:cs typeface="Times New Roman" panose="02020603050405020304" pitchFamily="18" charset="0"/>
              </a:rPr>
              <a:t>It is an evolutionary extension of statistics capable of dealing with the massive amounts of data produced today. It adds methods from CS to the repertoire of statistics</a:t>
            </a:r>
          </a:p>
          <a:p>
            <a:pPr lvl="1"/>
            <a:r>
              <a:rPr lang="en-GB" sz="1800" dirty="0">
                <a:solidFill>
                  <a:schemeClr val="tx1"/>
                </a:solidFill>
                <a:latin typeface="Times New Roman" panose="02020603050405020304" pitchFamily="18" charset="0"/>
                <a:cs typeface="Times New Roman" panose="02020603050405020304" pitchFamily="18" charset="0"/>
              </a:rPr>
              <a:t>One of the primary goals of data science is to </a:t>
            </a:r>
            <a:r>
              <a:rPr lang="en-GB" sz="1800" b="1" dirty="0">
                <a:solidFill>
                  <a:schemeClr val="tx1"/>
                </a:solidFill>
                <a:latin typeface="Times New Roman" panose="02020603050405020304" pitchFamily="18" charset="0"/>
                <a:cs typeface="Times New Roman" panose="02020603050405020304" pitchFamily="18" charset="0"/>
              </a:rPr>
              <a:t>extract insights from data </a:t>
            </a:r>
            <a:r>
              <a:rPr lang="en-GB" sz="1800" dirty="0">
                <a:solidFill>
                  <a:schemeClr val="tx1"/>
                </a:solidFill>
                <a:latin typeface="Times New Roman" panose="02020603050405020304" pitchFamily="18" charset="0"/>
                <a:cs typeface="Times New Roman" panose="02020603050405020304" pitchFamily="18" charset="0"/>
              </a:rPr>
              <a:t>that can be used to inform</a:t>
            </a:r>
            <a:r>
              <a:rPr lang="en-GB" sz="1800" b="1" dirty="0">
                <a:solidFill>
                  <a:schemeClr val="tx1"/>
                </a:solidFill>
                <a:latin typeface="Times New Roman" panose="02020603050405020304" pitchFamily="18" charset="0"/>
                <a:cs typeface="Times New Roman" panose="02020603050405020304" pitchFamily="18" charset="0"/>
              </a:rPr>
              <a:t> decision-making</a:t>
            </a:r>
            <a:r>
              <a:rPr lang="en-GB" sz="1800" dirty="0">
                <a:solidFill>
                  <a:schemeClr val="tx1"/>
                </a:solidFill>
                <a:latin typeface="Times New Roman" panose="02020603050405020304" pitchFamily="18" charset="0"/>
                <a:cs typeface="Times New Roman" panose="02020603050405020304" pitchFamily="18" charset="0"/>
              </a:rPr>
              <a:t>.</a:t>
            </a:r>
          </a:p>
          <a:p>
            <a:pPr lvl="2"/>
            <a:r>
              <a:rPr lang="en-GB" sz="1600" dirty="0">
                <a:solidFill>
                  <a:schemeClr val="tx1"/>
                </a:solidFill>
                <a:latin typeface="Times New Roman" panose="02020603050405020304" pitchFamily="18" charset="0"/>
                <a:cs typeface="Times New Roman" panose="02020603050405020304" pitchFamily="18" charset="0"/>
              </a:rPr>
              <a:t>This may involve </a:t>
            </a:r>
            <a:r>
              <a:rPr lang="en-GB" sz="1600" b="1" dirty="0">
                <a:solidFill>
                  <a:schemeClr val="tx1"/>
                </a:solidFill>
                <a:latin typeface="Times New Roman" panose="02020603050405020304" pitchFamily="18" charset="0"/>
                <a:cs typeface="Times New Roman" panose="02020603050405020304" pitchFamily="18" charset="0"/>
              </a:rPr>
              <a:t>identifying patterns or trends in data</a:t>
            </a:r>
            <a:r>
              <a:rPr lang="en-GB" sz="1600" dirty="0">
                <a:solidFill>
                  <a:schemeClr val="tx1"/>
                </a:solidFill>
                <a:latin typeface="Times New Roman" panose="02020603050405020304" pitchFamily="18" charset="0"/>
                <a:cs typeface="Times New Roman" panose="02020603050405020304" pitchFamily="18" charset="0"/>
              </a:rPr>
              <a:t>, </a:t>
            </a:r>
            <a:r>
              <a:rPr lang="en-GB" sz="1600" b="1" dirty="0">
                <a:solidFill>
                  <a:schemeClr val="tx1"/>
                </a:solidFill>
                <a:latin typeface="Times New Roman" panose="02020603050405020304" pitchFamily="18" charset="0"/>
                <a:cs typeface="Times New Roman" panose="02020603050405020304" pitchFamily="18" charset="0"/>
              </a:rPr>
              <a:t>making predictions </a:t>
            </a:r>
            <a:r>
              <a:rPr lang="en-GB" sz="1600" dirty="0">
                <a:solidFill>
                  <a:schemeClr val="tx1"/>
                </a:solidFill>
                <a:latin typeface="Times New Roman" panose="02020603050405020304" pitchFamily="18" charset="0"/>
                <a:cs typeface="Times New Roman" panose="02020603050405020304" pitchFamily="18" charset="0"/>
              </a:rPr>
              <a:t>about future outcomes, or </a:t>
            </a:r>
            <a:r>
              <a:rPr lang="en-GB" sz="1600" b="1" dirty="0">
                <a:solidFill>
                  <a:schemeClr val="tx1"/>
                </a:solidFill>
                <a:latin typeface="Times New Roman" panose="02020603050405020304" pitchFamily="18" charset="0"/>
                <a:cs typeface="Times New Roman" panose="02020603050405020304" pitchFamily="18" charset="0"/>
              </a:rPr>
              <a:t>identifying opportunities </a:t>
            </a:r>
            <a:r>
              <a:rPr lang="en-GB" sz="1600" dirty="0">
                <a:solidFill>
                  <a:schemeClr val="tx1"/>
                </a:solidFill>
                <a:latin typeface="Times New Roman" panose="02020603050405020304" pitchFamily="18" charset="0"/>
                <a:cs typeface="Times New Roman" panose="02020603050405020304" pitchFamily="18" charset="0"/>
              </a:rPr>
              <a:t>for optimization or improvement.</a:t>
            </a:r>
          </a:p>
          <a:p>
            <a:pPr lvl="1"/>
            <a:r>
              <a:rPr lang="en-GB" sz="2000" dirty="0">
                <a:solidFill>
                  <a:schemeClr val="tx1"/>
                </a:solidFill>
                <a:latin typeface="Times New Roman" panose="02020603050405020304" pitchFamily="18" charset="0"/>
                <a:cs typeface="Times New Roman" panose="02020603050405020304" pitchFamily="18" charset="0"/>
              </a:rPr>
              <a:t>It encompasses a wide range of tasks, including </a:t>
            </a:r>
            <a:r>
              <a:rPr lang="en-GB" sz="2000" b="1" dirty="0">
                <a:solidFill>
                  <a:schemeClr val="tx1"/>
                </a:solidFill>
                <a:latin typeface="Times New Roman" panose="02020603050405020304" pitchFamily="18" charset="0"/>
                <a:cs typeface="Times New Roman" panose="02020603050405020304" pitchFamily="18" charset="0"/>
              </a:rPr>
              <a:t>data cleaning </a:t>
            </a:r>
            <a:r>
              <a:rPr lang="en-GB" sz="2000" dirty="0">
                <a:solidFill>
                  <a:schemeClr val="tx1"/>
                </a:solidFill>
                <a:latin typeface="Times New Roman" panose="02020603050405020304" pitchFamily="18" charset="0"/>
                <a:cs typeface="Times New Roman" panose="02020603050405020304" pitchFamily="18" charset="0"/>
              </a:rPr>
              <a:t>and </a:t>
            </a:r>
            <a:r>
              <a:rPr lang="en-GB" sz="2000" b="1" dirty="0">
                <a:solidFill>
                  <a:schemeClr val="tx1"/>
                </a:solidFill>
                <a:latin typeface="Times New Roman" panose="02020603050405020304" pitchFamily="18" charset="0"/>
                <a:cs typeface="Times New Roman" panose="02020603050405020304" pitchFamily="18" charset="0"/>
              </a:rPr>
              <a:t>preparation</a:t>
            </a:r>
            <a:r>
              <a:rPr lang="en-GB" sz="2000" dirty="0">
                <a:solidFill>
                  <a:schemeClr val="tx1"/>
                </a:solidFill>
                <a:latin typeface="Times New Roman" panose="02020603050405020304" pitchFamily="18" charset="0"/>
                <a:cs typeface="Times New Roman" panose="02020603050405020304" pitchFamily="18" charset="0"/>
              </a:rPr>
              <a:t>, data </a:t>
            </a:r>
            <a:r>
              <a:rPr lang="en-GB" sz="2000" b="1" dirty="0">
                <a:solidFill>
                  <a:schemeClr val="tx1"/>
                </a:solidFill>
                <a:latin typeface="Times New Roman" panose="02020603050405020304" pitchFamily="18" charset="0"/>
                <a:cs typeface="Times New Roman" panose="02020603050405020304" pitchFamily="18" charset="0"/>
              </a:rPr>
              <a:t>visualization</a:t>
            </a:r>
            <a:r>
              <a:rPr lang="en-GB" sz="2000" dirty="0">
                <a:solidFill>
                  <a:schemeClr val="tx1"/>
                </a:solidFill>
                <a:latin typeface="Times New Roman" panose="02020603050405020304" pitchFamily="18" charset="0"/>
                <a:cs typeface="Times New Roman" panose="02020603050405020304" pitchFamily="18" charset="0"/>
              </a:rPr>
              <a:t>, statistical </a:t>
            </a:r>
            <a:r>
              <a:rPr lang="en-GB" sz="2000" b="1" dirty="0" err="1">
                <a:solidFill>
                  <a:schemeClr val="tx1"/>
                </a:solidFill>
                <a:latin typeface="Times New Roman" panose="02020603050405020304" pitchFamily="18" charset="0"/>
                <a:cs typeface="Times New Roman" panose="02020603050405020304" pitchFamily="18" charset="0"/>
              </a:rPr>
              <a:t>modeling</a:t>
            </a:r>
            <a:r>
              <a:rPr lang="en-GB" sz="2000" dirty="0">
                <a:solidFill>
                  <a:schemeClr val="tx1"/>
                </a:solidFill>
                <a:latin typeface="Times New Roman" panose="02020603050405020304" pitchFamily="18" charset="0"/>
                <a:cs typeface="Times New Roman" panose="02020603050405020304" pitchFamily="18" charset="0"/>
              </a:rPr>
              <a:t>, </a:t>
            </a:r>
            <a:r>
              <a:rPr lang="en-GB" sz="2000" b="1" dirty="0">
                <a:solidFill>
                  <a:schemeClr val="tx1"/>
                </a:solidFill>
                <a:latin typeface="Times New Roman" panose="02020603050405020304" pitchFamily="18" charset="0"/>
                <a:cs typeface="Times New Roman" panose="02020603050405020304" pitchFamily="18" charset="0"/>
              </a:rPr>
              <a:t>machine learning</a:t>
            </a:r>
            <a:r>
              <a:rPr lang="en-GB" sz="2000" dirty="0">
                <a:solidFill>
                  <a:schemeClr val="tx1"/>
                </a:solidFill>
                <a:latin typeface="Times New Roman" panose="02020603050405020304" pitchFamily="18" charset="0"/>
                <a:cs typeface="Times New Roman" panose="02020603050405020304" pitchFamily="18" charset="0"/>
              </a:rPr>
              <a:t>, and more.</a:t>
            </a:r>
          </a:p>
          <a:p>
            <a:r>
              <a:rPr lang="en-GB" sz="2000" dirty="0">
                <a:solidFill>
                  <a:schemeClr val="tx1"/>
                </a:solidFill>
                <a:latin typeface="Times New Roman" panose="02020603050405020304" pitchFamily="18" charset="0"/>
                <a:cs typeface="Times New Roman" panose="02020603050405020304" pitchFamily="18" charset="0"/>
              </a:rPr>
              <a:t>Data scientists use these techniques </a:t>
            </a:r>
            <a:r>
              <a:rPr lang="en-GB" sz="2000" b="1" dirty="0">
                <a:solidFill>
                  <a:schemeClr val="tx1"/>
                </a:solidFill>
                <a:latin typeface="Times New Roman" panose="02020603050405020304" pitchFamily="18" charset="0"/>
                <a:cs typeface="Times New Roman" panose="02020603050405020304" pitchFamily="18" charset="0"/>
              </a:rPr>
              <a:t>to discover patterns and trends in data</a:t>
            </a:r>
            <a:r>
              <a:rPr lang="en-GB" sz="2000" dirty="0">
                <a:solidFill>
                  <a:schemeClr val="tx1"/>
                </a:solidFill>
                <a:latin typeface="Times New Roman" panose="02020603050405020304" pitchFamily="18" charset="0"/>
                <a:cs typeface="Times New Roman" panose="02020603050405020304" pitchFamily="18" charset="0"/>
              </a:rPr>
              <a:t>, </a:t>
            </a:r>
            <a:r>
              <a:rPr lang="en-GB" sz="2000" b="1" dirty="0">
                <a:solidFill>
                  <a:schemeClr val="tx1"/>
                </a:solidFill>
                <a:latin typeface="Times New Roman" panose="02020603050405020304" pitchFamily="18" charset="0"/>
                <a:cs typeface="Times New Roman" panose="02020603050405020304" pitchFamily="18" charset="0"/>
              </a:rPr>
              <a:t>make predictions</a:t>
            </a:r>
            <a:r>
              <a:rPr lang="en-GB" sz="2000" dirty="0">
                <a:solidFill>
                  <a:schemeClr val="tx1"/>
                </a:solidFill>
                <a:latin typeface="Times New Roman" panose="02020603050405020304" pitchFamily="18" charset="0"/>
                <a:cs typeface="Times New Roman" panose="02020603050405020304" pitchFamily="18" charset="0"/>
              </a:rPr>
              <a:t>, and </a:t>
            </a:r>
            <a:r>
              <a:rPr lang="en-GB" sz="2000" b="1" dirty="0">
                <a:solidFill>
                  <a:schemeClr val="tx1"/>
                </a:solidFill>
                <a:latin typeface="Times New Roman" panose="02020603050405020304" pitchFamily="18" charset="0"/>
                <a:cs typeface="Times New Roman" panose="02020603050405020304" pitchFamily="18" charset="0"/>
              </a:rPr>
              <a:t>support decision-making</a:t>
            </a:r>
            <a:r>
              <a:rPr lang="en-GB" sz="2000" dirty="0">
                <a:solidFill>
                  <a:schemeClr val="tx1"/>
                </a:solidFill>
                <a:latin typeface="Times New Roman" panose="02020603050405020304" pitchFamily="18" charset="0"/>
                <a:cs typeface="Times New Roman" panose="02020603050405020304" pitchFamily="18" charset="0"/>
              </a:rPr>
              <a:t>. </a:t>
            </a: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F0CC4335-3A2E-4603-EA6E-2D0DC0851991}"/>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2183979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2849562" y="609600"/>
            <a:ext cx="6424440" cy="1320800"/>
          </a:xfrm>
        </p:spPr>
        <p:txBody>
          <a:bodyPr>
            <a:normAutofit/>
          </a:bodyPr>
          <a:lstStyle/>
          <a:p>
            <a:r>
              <a:rPr lang="en-US" dirty="0"/>
              <a:t>Benefits</a:t>
            </a:r>
            <a:r>
              <a:rPr lang="en-US" b="0" i="0">
                <a:effectLst/>
                <a:latin typeface="FranklinGothic-DemiItal"/>
              </a:rPr>
              <a:t> </a:t>
            </a:r>
            <a:r>
              <a:rPr lang="en-US" dirty="0"/>
              <a:t>and uses of data science and big data</a:t>
            </a:r>
          </a:p>
        </p:txBody>
      </p:sp>
      <p:pic>
        <p:nvPicPr>
          <p:cNvPr id="7" name="Picture 6" descr="A 3D pattern of ring shapes connected by lines">
            <a:extLst>
              <a:ext uri="{FF2B5EF4-FFF2-40B4-BE49-F238E27FC236}">
                <a16:creationId xmlns:a16="http://schemas.microsoft.com/office/drawing/2014/main" id="{0AD8EC86-A1DE-917A-583A-129906DA42EE}"/>
              </a:ext>
            </a:extLst>
          </p:cNvPr>
          <p:cNvPicPr>
            <a:picLocks noChangeAspect="1"/>
          </p:cNvPicPr>
          <p:nvPr/>
        </p:nvPicPr>
        <p:blipFill>
          <a:blip r:embed="rId2"/>
          <a:srcRect l="25270" r="52336"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2849562" y="2160589"/>
            <a:ext cx="6424440" cy="3880773"/>
          </a:xfrm>
        </p:spPr>
        <p:txBody>
          <a:bodyPr>
            <a:normAutofit lnSpcReduction="10000"/>
          </a:bodyPr>
          <a:lstStyle/>
          <a:p>
            <a:r>
              <a:rPr lang="en-GB" sz="2000" dirty="0">
                <a:latin typeface="Times New Roman" panose="02020603050405020304" pitchFamily="18" charset="0"/>
                <a:cs typeface="Times New Roman" panose="02020603050405020304" pitchFamily="18" charset="0"/>
              </a:rPr>
              <a:t>Both are used almost everywhere in both commercial and non-commercial settings.</a:t>
            </a:r>
            <a:endParaRPr lang="en-US" sz="2000" b="0" i="0" dirty="0">
              <a:effectLst/>
              <a:latin typeface="Times New Roman" panose="02020603050405020304" pitchFamily="18" charset="0"/>
              <a:cs typeface="Times New Roman" panose="02020603050405020304" pitchFamily="18" charset="0"/>
            </a:endParaRPr>
          </a:p>
          <a:p>
            <a:r>
              <a:rPr lang="en-US" sz="2000" b="0" i="0" dirty="0">
                <a:effectLst/>
                <a:latin typeface="Times New Roman" panose="02020603050405020304" pitchFamily="18" charset="0"/>
                <a:cs typeface="Times New Roman" panose="02020603050405020304" pitchFamily="18" charset="0"/>
              </a:rPr>
              <a:t>Commercial companies in almost every industry use data science and big data to gain insights into their </a:t>
            </a:r>
            <a:r>
              <a:rPr lang="en-US" sz="2000" b="1" i="0" dirty="0">
                <a:effectLst/>
                <a:latin typeface="Times New Roman" panose="02020603050405020304" pitchFamily="18" charset="0"/>
                <a:cs typeface="Times New Roman" panose="02020603050405020304" pitchFamily="18" charset="0"/>
              </a:rPr>
              <a:t>customers</a:t>
            </a: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processes</a:t>
            </a: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staff</a:t>
            </a: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completion</a:t>
            </a:r>
            <a:r>
              <a:rPr lang="en-US" sz="2000" b="0" i="0" dirty="0">
                <a:effectLst/>
                <a:latin typeface="Times New Roman" panose="02020603050405020304" pitchFamily="18" charset="0"/>
                <a:cs typeface="Times New Roman" panose="02020603050405020304" pitchFamily="18" charset="0"/>
              </a:rPr>
              <a:t>, and </a:t>
            </a:r>
            <a:r>
              <a:rPr lang="en-US" sz="2000" b="1" i="0" dirty="0">
                <a:effectLst/>
                <a:latin typeface="Times New Roman" panose="02020603050405020304" pitchFamily="18" charset="0"/>
                <a:cs typeface="Times New Roman" panose="02020603050405020304" pitchFamily="18" charset="0"/>
              </a:rPr>
              <a:t>products</a:t>
            </a:r>
            <a:r>
              <a:rPr lang="en-US" sz="2000" b="0" i="0" dirty="0">
                <a:effectLst/>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Many companies use data science to offer customers a better user experience, as well as to </a:t>
            </a:r>
            <a:r>
              <a:rPr lang="en-US" sz="2000" b="1" dirty="0">
                <a:latin typeface="Times New Roman" panose="02020603050405020304" pitchFamily="18" charset="0"/>
                <a:cs typeface="Times New Roman" panose="02020603050405020304" pitchFamily="18" charset="0"/>
              </a:rPr>
              <a:t>cross-sell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up-sell</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personalize</a:t>
            </a:r>
            <a:r>
              <a:rPr lang="en-US" sz="2000" dirty="0">
                <a:latin typeface="Times New Roman" panose="02020603050405020304" pitchFamily="18" charset="0"/>
                <a:cs typeface="Times New Roman" panose="02020603050405020304" pitchFamily="18" charset="0"/>
              </a:rPr>
              <a:t> their offerings.</a:t>
            </a:r>
          </a:p>
          <a:p>
            <a:r>
              <a:rPr lang="en-US" sz="2000" dirty="0">
                <a:latin typeface="Times New Roman" panose="02020603050405020304" pitchFamily="18" charset="0"/>
                <a:cs typeface="Times New Roman" panose="02020603050405020304" pitchFamily="18" charset="0"/>
              </a:rPr>
              <a:t>A good example of this is </a:t>
            </a:r>
            <a:r>
              <a:rPr lang="en-US" sz="2000" b="1" dirty="0">
                <a:latin typeface="Times New Roman" panose="02020603050405020304" pitchFamily="18" charset="0"/>
                <a:cs typeface="Times New Roman" panose="02020603050405020304" pitchFamily="18" charset="0"/>
              </a:rPr>
              <a:t>Google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AdSense</a:t>
            </a:r>
            <a:r>
              <a:rPr lang="en-US" sz="2000" dirty="0">
                <a:latin typeface="Times New Roman" panose="02020603050405020304" pitchFamily="18" charset="0"/>
                <a:cs typeface="Times New Roman" panose="02020603050405020304" pitchFamily="18" charset="0"/>
              </a:rPr>
              <a:t>, which collects data from internet users so relevant commercial messages can be matched to the person browsing the internet. </a:t>
            </a:r>
          </a:p>
        </p:txBody>
      </p:sp>
      <p:sp>
        <p:nvSpPr>
          <p:cNvPr id="4" name="Footer Placeholder 3">
            <a:extLst>
              <a:ext uri="{FF2B5EF4-FFF2-40B4-BE49-F238E27FC236}">
                <a16:creationId xmlns:a16="http://schemas.microsoft.com/office/drawing/2014/main" id="{E3D96A11-5A9F-D4F8-0BA3-9D22468ACBEC}"/>
              </a:ext>
            </a:extLst>
          </p:cNvPr>
          <p:cNvSpPr>
            <a:spLocks noGrp="1"/>
          </p:cNvSpPr>
          <p:nvPr>
            <p:ph type="ftr" sz="quarter" idx="11"/>
          </p:nvPr>
        </p:nvSpPr>
        <p:spPr>
          <a:xfrm>
            <a:off x="2849563" y="6041362"/>
            <a:ext cx="4125383" cy="365125"/>
          </a:xfrm>
        </p:spPr>
        <p:txBody>
          <a:bodyPr>
            <a:normAutofit/>
          </a:bodyPr>
          <a:lstStyle/>
          <a:p>
            <a:pPr>
              <a:spcAft>
                <a:spcPts val="600"/>
              </a:spcAft>
            </a:pPr>
            <a:r>
              <a:rPr lang="en-US"/>
              <a:t>Data Science</a:t>
            </a: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23</a:t>
            </a:fld>
            <a:endParaRPr lang="en-US"/>
          </a:p>
        </p:txBody>
      </p:sp>
    </p:spTree>
    <p:extLst>
      <p:ext uri="{BB962C8B-B14F-4D97-AF65-F5344CB8AC3E}">
        <p14:creationId xmlns:p14="http://schemas.microsoft.com/office/powerpoint/2010/main" val="1073253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60172" y="273989"/>
            <a:ext cx="9875520" cy="757057"/>
          </a:xfrm>
        </p:spPr>
        <p:txBody>
          <a:bodyPr>
            <a:normAutofit/>
          </a:bodyPr>
          <a:lstStyle/>
          <a:p>
            <a:r>
              <a:rPr lang="en-US" dirty="0"/>
              <a:t>Benefits</a:t>
            </a:r>
            <a:r>
              <a:rPr lang="en-US" sz="1800" b="0" i="0" dirty="0">
                <a:solidFill>
                  <a:srgbClr val="940000"/>
                </a:solidFill>
                <a:effectLst/>
                <a:latin typeface="FranklinGothic-DemiItal"/>
              </a:rPr>
              <a:t> </a:t>
            </a:r>
            <a:r>
              <a:rPr lang="en-US" dirty="0"/>
              <a:t>and uses of data science and big data</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35460" y="1029730"/>
            <a:ext cx="9269443" cy="5469923"/>
          </a:xfrm>
        </p:spPr>
        <p:txBody>
          <a:bodyPr>
            <a:normAutofit/>
          </a:bodyPr>
          <a:lstStyle/>
          <a:p>
            <a:pPr algn="just"/>
            <a:r>
              <a:rPr lang="en-GB" sz="2400" dirty="0">
                <a:solidFill>
                  <a:srgbClr val="000000"/>
                </a:solidFill>
                <a:latin typeface="Times New Roman" panose="02020603050405020304" pitchFamily="18" charset="0"/>
                <a:cs typeface="Times New Roman" panose="02020603050405020304" pitchFamily="18" charset="0"/>
              </a:rPr>
              <a:t>HR professionals use people analytics and text mining to screen candidates, monitor the mood of employees, and study informal networks among co-workers.</a:t>
            </a:r>
          </a:p>
          <a:p>
            <a:pPr algn="just"/>
            <a:r>
              <a:rPr lang="en-GB" sz="2400" dirty="0">
                <a:solidFill>
                  <a:srgbClr val="000000"/>
                </a:solidFill>
                <a:latin typeface="Times New Roman" panose="02020603050405020304" pitchFamily="18" charset="0"/>
                <a:cs typeface="Times New Roman" panose="02020603050405020304" pitchFamily="18" charset="0"/>
              </a:rPr>
              <a:t>Financial institutions use data science to predict stock markets, determine the risk of lending money, and learn how to attract new clients for their services. </a:t>
            </a:r>
            <a:endParaRPr lang="en-US" sz="2400" dirty="0">
              <a:solidFill>
                <a:srgbClr val="000000"/>
              </a:solidFill>
              <a:latin typeface="Times New Roman" panose="02020603050405020304" pitchFamily="18" charset="0"/>
              <a:cs typeface="Times New Roman" panose="02020603050405020304" pitchFamily="18" charset="0"/>
            </a:endParaRPr>
          </a:p>
          <a:p>
            <a:pPr algn="just"/>
            <a:r>
              <a:rPr lang="en-GB" sz="2400" dirty="0">
                <a:solidFill>
                  <a:srgbClr val="000000"/>
                </a:solidFill>
                <a:latin typeface="Times New Roman" panose="02020603050405020304" pitchFamily="18" charset="0"/>
                <a:cs typeface="Times New Roman" panose="02020603050405020304" pitchFamily="18" charset="0"/>
              </a:rPr>
              <a:t> Governmental organizations are also aware of data’s value. Many governmental organizations not only rely on internal data scientists to discover valuable information, but also share their data with the public. You can use this data to gain insights or build data-driven applications.</a:t>
            </a:r>
          </a:p>
          <a:p>
            <a:pPr lvl="1" algn="just"/>
            <a:r>
              <a:rPr lang="en-GB" sz="2400" dirty="0">
                <a:solidFill>
                  <a:srgbClr val="000000"/>
                </a:solidFill>
                <a:latin typeface="Times New Roman" panose="02020603050405020304" pitchFamily="18" charset="0"/>
                <a:cs typeface="Times New Roman" panose="02020603050405020304" pitchFamily="18" charset="0"/>
              </a:rPr>
              <a:t> </a:t>
            </a:r>
            <a:r>
              <a:rPr lang="en-GB" sz="2400" b="1" dirty="0">
                <a:solidFill>
                  <a:srgbClr val="000000"/>
                </a:solidFill>
                <a:latin typeface="Times New Roman" panose="02020603050405020304" pitchFamily="18" charset="0"/>
                <a:cs typeface="Times New Roman" panose="02020603050405020304" pitchFamily="18" charset="0"/>
              </a:rPr>
              <a:t>Data.gov </a:t>
            </a:r>
            <a:r>
              <a:rPr lang="en-GB" sz="2400" dirty="0">
                <a:solidFill>
                  <a:srgbClr val="000000"/>
                </a:solidFill>
                <a:latin typeface="Times New Roman" panose="02020603050405020304" pitchFamily="18" charset="0"/>
                <a:cs typeface="Times New Roman" panose="02020603050405020304" pitchFamily="18" charset="0"/>
              </a:rPr>
              <a:t>is but one example; it’s the home of the US Government’s open data</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p:txBody>
          <a:bodyPr/>
          <a:lstStyle/>
          <a:p>
            <a:fld id="{CC529A1F-6900-4D36-92AC-B7647C1D9DDB}" type="slidenum">
              <a:rPr lang="en-US" smtClean="0"/>
              <a:t>24</a:t>
            </a:fld>
            <a:endParaRPr lang="en-US"/>
          </a:p>
        </p:txBody>
      </p:sp>
      <p:sp>
        <p:nvSpPr>
          <p:cNvPr id="4" name="Footer Placeholder 3">
            <a:extLst>
              <a:ext uri="{FF2B5EF4-FFF2-40B4-BE49-F238E27FC236}">
                <a16:creationId xmlns:a16="http://schemas.microsoft.com/office/drawing/2014/main" id="{6646F943-D5E0-49B4-9E64-1C50CFDAD289}"/>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1678795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F0784331-080C-EF4E-826E-5A4F60ADD028}"/>
              </a:ext>
            </a:extLst>
          </p:cNvPr>
          <p:cNvSpPr>
            <a:spLocks noGrp="1"/>
          </p:cNvSpPr>
          <p:nvPr>
            <p:ph type="ftr" sz="quarter" idx="11"/>
          </p:nvPr>
        </p:nvSpPr>
        <p:spPr>
          <a:xfrm>
            <a:off x="677334" y="6041362"/>
            <a:ext cx="6297612" cy="365125"/>
          </a:xfrm>
        </p:spPr>
        <p:txBody>
          <a:bodyPr>
            <a:normAutofit/>
          </a:bodyPr>
          <a:lstStyle/>
          <a:p>
            <a:pPr>
              <a:spcAft>
                <a:spcPts val="600"/>
              </a:spcAft>
            </a:pPr>
            <a:r>
              <a:rPr lang="en-US"/>
              <a:t>Data Science</a:t>
            </a:r>
          </a:p>
        </p:txBody>
      </p:sp>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643467" y="816638"/>
            <a:ext cx="3367359" cy="5224724"/>
          </a:xfrm>
        </p:spPr>
        <p:txBody>
          <a:bodyPr anchor="ctr">
            <a:normAutofit/>
          </a:bodyPr>
          <a:lstStyle/>
          <a:p>
            <a:r>
              <a:rPr lang="en-US"/>
              <a:t>Benefits</a:t>
            </a:r>
            <a:r>
              <a:rPr lang="en-US" b="0" i="0">
                <a:effectLst/>
                <a:latin typeface="FranklinGothic-DemiItal"/>
              </a:rPr>
              <a:t> </a:t>
            </a:r>
            <a:r>
              <a:rPr lang="en-US"/>
              <a:t>and uses of data science and big data</a:t>
            </a:r>
            <a:endParaRPr lang="en-US" dirty="0"/>
          </a:p>
        </p:txBody>
      </p:sp>
      <p:sp>
        <p:nvSpPr>
          <p:cNvPr id="5" name="Slide Number Placeholder 4">
            <a:extLst>
              <a:ext uri="{FF2B5EF4-FFF2-40B4-BE49-F238E27FC236}">
                <a16:creationId xmlns:a16="http://schemas.microsoft.com/office/drawing/2014/main" id="{0FFC8F87-E050-4E9E-9B05-BC4270A2488A}"/>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25</a:t>
            </a:fld>
            <a:endParaRPr lang="en-US"/>
          </a:p>
        </p:txBody>
      </p:sp>
      <p:sp>
        <p:nvSpPr>
          <p:cNvPr id="24"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241804" y="816638"/>
            <a:ext cx="5906747" cy="5224724"/>
          </a:xfrm>
        </p:spPr>
        <p:txBody>
          <a:bodyPr anchor="ctr">
            <a:normAutofit/>
          </a:bodyPr>
          <a:lstStyle/>
          <a:p>
            <a:r>
              <a:rPr lang="en-US" sz="2000" b="0" i="0" dirty="0">
                <a:effectLst/>
                <a:latin typeface="Times New Roman" panose="02020603050405020304" pitchFamily="18" charset="0"/>
                <a:cs typeface="Times New Roman" panose="02020603050405020304" pitchFamily="18" charset="0"/>
              </a:rPr>
              <a:t>Nongovernmental organizations (NGOs) use it to raise money and defend their causes.  </a:t>
            </a:r>
          </a:p>
          <a:p>
            <a:pPr lvl="1"/>
            <a:r>
              <a:rPr lang="en-US" sz="1800" b="0" i="0" dirty="0">
                <a:effectLst/>
                <a:latin typeface="Times New Roman" panose="02020603050405020304" pitchFamily="18" charset="0"/>
                <a:cs typeface="Times New Roman" panose="02020603050405020304" pitchFamily="18" charset="0"/>
              </a:rPr>
              <a:t>The World Wildlife Fund (WWF), for instance, employs data scientists to increase the effectiveness of their fundraising efforts.</a:t>
            </a:r>
            <a:r>
              <a:rPr lang="en-US" sz="1800" dirty="0">
                <a:latin typeface="Times New Roman" panose="02020603050405020304" pitchFamily="18" charset="0"/>
                <a:cs typeface="Times New Roman" panose="02020603050405020304" pitchFamily="18" charset="0"/>
              </a:rPr>
              <a:t>  </a:t>
            </a:r>
          </a:p>
          <a:p>
            <a:r>
              <a:rPr lang="en-US" sz="2000" b="0" i="0" dirty="0">
                <a:effectLst/>
                <a:latin typeface="Times New Roman" panose="02020603050405020304" pitchFamily="18" charset="0"/>
                <a:cs typeface="Times New Roman" panose="02020603050405020304" pitchFamily="18" charset="0"/>
              </a:rPr>
              <a:t>The rise of massive open online courses (MOOCs) produces a lot of data, which allows </a:t>
            </a:r>
            <a:r>
              <a:rPr lang="en-US" sz="2000" i="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universities</a:t>
            </a:r>
            <a:r>
              <a:rPr lang="en-US" sz="2000" b="0" i="0" dirty="0">
                <a:effectLst/>
                <a:latin typeface="Times New Roman" panose="02020603050405020304" pitchFamily="18" charset="0"/>
                <a:cs typeface="Times New Roman" panose="02020603050405020304" pitchFamily="18" charset="0"/>
              </a:rPr>
              <a:t> to study “how this type of learning can complement traditional classes”.</a:t>
            </a:r>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914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E935B-BF82-47EC-9215-315A93CFF494}"/>
              </a:ext>
            </a:extLst>
          </p:cNvPr>
          <p:cNvSpPr>
            <a:spLocks noGrp="1"/>
          </p:cNvSpPr>
          <p:nvPr>
            <p:ph type="title"/>
          </p:nvPr>
        </p:nvSpPr>
        <p:spPr>
          <a:xfrm>
            <a:off x="607539" y="274509"/>
            <a:ext cx="11221995" cy="700216"/>
          </a:xfrm>
        </p:spPr>
        <p:txBody>
          <a:bodyPr/>
          <a:lstStyle/>
          <a:p>
            <a:r>
              <a:rPr lang="en-US" dirty="0"/>
              <a:t>The data science process</a:t>
            </a:r>
          </a:p>
        </p:txBody>
      </p:sp>
      <p:sp>
        <p:nvSpPr>
          <p:cNvPr id="3" name="Content Placeholder 2">
            <a:extLst>
              <a:ext uri="{FF2B5EF4-FFF2-40B4-BE49-F238E27FC236}">
                <a16:creationId xmlns:a16="http://schemas.microsoft.com/office/drawing/2014/main" id="{E077AC49-7751-4F58-B616-B76C4A152687}"/>
              </a:ext>
            </a:extLst>
          </p:cNvPr>
          <p:cNvSpPr>
            <a:spLocks noGrp="1"/>
          </p:cNvSpPr>
          <p:nvPr>
            <p:ph idx="1"/>
          </p:nvPr>
        </p:nvSpPr>
        <p:spPr>
          <a:xfrm>
            <a:off x="607539" y="940081"/>
            <a:ext cx="5656528" cy="5101281"/>
          </a:xfrm>
        </p:spPr>
        <p:txBody>
          <a:bodyPr>
            <a:noAutofit/>
          </a:bodyPr>
          <a:lstStyle/>
          <a:p>
            <a:r>
              <a:rPr lang="en-US" b="0" i="0" dirty="0">
                <a:solidFill>
                  <a:srgbClr val="000000"/>
                </a:solidFill>
                <a:effectLst/>
                <a:latin typeface="Times New Roman" panose="02020603050405020304" pitchFamily="18" charset="0"/>
                <a:cs typeface="Times New Roman" panose="02020603050405020304" pitchFamily="18" charset="0"/>
              </a:rPr>
              <a:t>The data science process typically consists of six steps,</a:t>
            </a:r>
          </a:p>
          <a:p>
            <a:pPr marL="502920" indent="-457200">
              <a:buFont typeface="+mj-lt"/>
              <a:buAutoNum type="arabicPeriod"/>
            </a:pPr>
            <a:r>
              <a:rPr lang="en-US" b="1" dirty="0">
                <a:solidFill>
                  <a:srgbClr val="000000"/>
                </a:solidFill>
                <a:latin typeface="Times New Roman" panose="02020603050405020304" pitchFamily="18" charset="0"/>
                <a:cs typeface="Times New Roman" panose="02020603050405020304" pitchFamily="18" charset="0"/>
              </a:rPr>
              <a:t>Research goals</a:t>
            </a:r>
            <a:r>
              <a:rPr lang="en-US" dirty="0">
                <a:solidFill>
                  <a:srgbClr val="000000"/>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A project starts by understanding the </a:t>
            </a:r>
            <a:r>
              <a:rPr lang="en-US" b="0" i="1" dirty="0">
                <a:solidFill>
                  <a:srgbClr val="000000"/>
                </a:solidFill>
                <a:effectLst/>
                <a:latin typeface="Times New Roman" panose="02020603050405020304" pitchFamily="18" charset="0"/>
                <a:cs typeface="Times New Roman" panose="02020603050405020304" pitchFamily="18" charset="0"/>
              </a:rPr>
              <a:t>what</a:t>
            </a:r>
            <a:r>
              <a:rPr lang="en-US" b="0" i="0" dirty="0">
                <a:solidFill>
                  <a:srgbClr val="000000"/>
                </a:solidFill>
                <a:effectLst/>
                <a:latin typeface="Times New Roman" panose="02020603050405020304" pitchFamily="18" charset="0"/>
                <a:cs typeface="Times New Roman" panose="02020603050405020304" pitchFamily="18" charset="0"/>
              </a:rPr>
              <a:t>, the </a:t>
            </a:r>
            <a:r>
              <a:rPr lang="en-US" b="0" i="1" dirty="0">
                <a:solidFill>
                  <a:srgbClr val="000000"/>
                </a:solidFill>
                <a:effectLst/>
                <a:latin typeface="Times New Roman" panose="02020603050405020304" pitchFamily="18" charset="0"/>
                <a:cs typeface="Times New Roman" panose="02020603050405020304" pitchFamily="18" charset="0"/>
              </a:rPr>
              <a:t>why</a:t>
            </a:r>
            <a:r>
              <a:rPr lang="en-US" b="0" i="0" dirty="0">
                <a:solidFill>
                  <a:srgbClr val="000000"/>
                </a:solidFill>
                <a:effectLst/>
                <a:latin typeface="Times New Roman" panose="02020603050405020304" pitchFamily="18" charset="0"/>
                <a:cs typeface="Times New Roman" panose="02020603050405020304" pitchFamily="18" charset="0"/>
              </a:rPr>
              <a:t>, and the </a:t>
            </a:r>
            <a:r>
              <a:rPr lang="en-US" b="0" i="1" dirty="0">
                <a:solidFill>
                  <a:srgbClr val="000000"/>
                </a:solidFill>
                <a:effectLst/>
                <a:latin typeface="Times New Roman" panose="02020603050405020304" pitchFamily="18" charset="0"/>
                <a:cs typeface="Times New Roman" panose="02020603050405020304" pitchFamily="18" charset="0"/>
              </a:rPr>
              <a:t>how </a:t>
            </a:r>
            <a:r>
              <a:rPr lang="en-US" b="0" i="0" dirty="0">
                <a:solidFill>
                  <a:srgbClr val="000000"/>
                </a:solidFill>
                <a:effectLst/>
                <a:latin typeface="Times New Roman" panose="02020603050405020304" pitchFamily="18" charset="0"/>
                <a:cs typeface="Times New Roman" panose="02020603050405020304" pitchFamily="18" charset="0"/>
              </a:rPr>
              <a:t>of your project. </a:t>
            </a:r>
          </a:p>
          <a:p>
            <a:pPr marL="502920" indent="-457200">
              <a:buFont typeface="+mj-lt"/>
              <a:buAutoNum type="arabicPeriod"/>
            </a:pPr>
            <a:r>
              <a:rPr lang="en-US" b="1" dirty="0">
                <a:solidFill>
                  <a:srgbClr val="000000"/>
                </a:solidFill>
                <a:latin typeface="Times New Roman" panose="02020603050405020304" pitchFamily="18" charset="0"/>
                <a:cs typeface="Times New Roman" panose="02020603050405020304" pitchFamily="18" charset="0"/>
              </a:rPr>
              <a:t>Retrieving Data</a:t>
            </a:r>
            <a:r>
              <a:rPr lang="en-US" dirty="0">
                <a:solidFill>
                  <a:srgbClr val="000000"/>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checking the existence of quality and access to the data. Data can be internal or external, i.e., delivered by third-party companies.</a:t>
            </a:r>
          </a:p>
          <a:p>
            <a:pPr marL="502920" indent="-457200">
              <a:buFont typeface="+mj-lt"/>
              <a:buAutoNum type="arabicPeriod"/>
            </a:pPr>
            <a:r>
              <a:rPr lang="en-US" b="1" i="0" dirty="0">
                <a:solidFill>
                  <a:srgbClr val="000000"/>
                </a:solidFill>
                <a:effectLst/>
                <a:latin typeface="Times New Roman" panose="02020603050405020304" pitchFamily="18" charset="0"/>
                <a:cs typeface="Times New Roman" panose="02020603050405020304" pitchFamily="18" charset="0"/>
              </a:rPr>
              <a:t>Data preparation</a:t>
            </a:r>
            <a:r>
              <a:rPr lang="en-US" b="0" i="0" dirty="0">
                <a:solidFill>
                  <a:srgbClr val="000000"/>
                </a:solidFill>
                <a:effectLst/>
                <a:latin typeface="Times New Roman" panose="02020603050405020304" pitchFamily="18" charset="0"/>
                <a:cs typeface="Times New Roman" panose="02020603050405020304" pitchFamily="18" charset="0"/>
              </a:rPr>
              <a:t>: Data collection is an error-prone process. Thus, the data preparation phase consists of three subphases: </a:t>
            </a:r>
          </a:p>
          <a:p>
            <a:pPr marL="731520" lvl="1" indent="-457200">
              <a:buFont typeface="+mj-lt"/>
              <a:buAutoNum type="alphaLcParenR"/>
            </a:pPr>
            <a:r>
              <a:rPr lang="en-US" sz="1800" b="1" i="1" dirty="0">
                <a:solidFill>
                  <a:srgbClr val="000000"/>
                </a:solidFill>
                <a:effectLst/>
                <a:latin typeface="Times New Roman" panose="02020603050405020304" pitchFamily="18" charset="0"/>
                <a:cs typeface="Times New Roman" panose="02020603050405020304" pitchFamily="18" charset="0"/>
              </a:rPr>
              <a:t>data cleansing</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removes false values from a data source and inconsistencies across data sources </a:t>
            </a:r>
          </a:p>
          <a:p>
            <a:pPr marL="731520" lvl="1" indent="-457200">
              <a:buFont typeface="+mj-lt"/>
              <a:buAutoNum type="alphaLcParenR"/>
            </a:pPr>
            <a:r>
              <a:rPr lang="en-US" sz="1800" b="1" i="1" dirty="0">
                <a:solidFill>
                  <a:srgbClr val="000000"/>
                </a:solidFill>
                <a:effectLst/>
                <a:latin typeface="Times New Roman" panose="02020603050405020304" pitchFamily="18" charset="0"/>
                <a:cs typeface="Times New Roman" panose="02020603050405020304" pitchFamily="18" charset="0"/>
              </a:rPr>
              <a:t>data integration</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enriches data sources by combining information from multiple data sources</a:t>
            </a:r>
          </a:p>
          <a:p>
            <a:pPr marL="731520" lvl="1" indent="-457200">
              <a:buFont typeface="+mj-lt"/>
              <a:buAutoNum type="alphaLcParenR"/>
            </a:pPr>
            <a:r>
              <a:rPr lang="en-US" sz="1800" b="1" i="1" dirty="0">
                <a:solidFill>
                  <a:srgbClr val="000000"/>
                </a:solidFill>
                <a:effectLst/>
                <a:latin typeface="Times New Roman" panose="02020603050405020304" pitchFamily="18" charset="0"/>
                <a:cs typeface="Times New Roman" panose="02020603050405020304" pitchFamily="18" charset="0"/>
              </a:rPr>
              <a:t>data transformation</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ensures that the data is in a suitable format for use in your models.</a:t>
            </a:r>
            <a:r>
              <a:rPr lang="en-US" sz="1800" dirty="0">
                <a:latin typeface="Times New Roman" panose="02020603050405020304" pitchFamily="18" charset="0"/>
                <a:cs typeface="Times New Roman" panose="02020603050405020304" pitchFamily="18" charset="0"/>
              </a:rPr>
              <a:t> </a:t>
            </a:r>
            <a:endParaRPr lang="en-US" sz="1800"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8F8E635-E313-4D67-B16F-A23BD5609960}"/>
              </a:ext>
            </a:extLst>
          </p:cNvPr>
          <p:cNvSpPr>
            <a:spLocks noGrp="1"/>
          </p:cNvSpPr>
          <p:nvPr>
            <p:ph type="sldNum" sz="quarter" idx="12"/>
          </p:nvPr>
        </p:nvSpPr>
        <p:spPr/>
        <p:txBody>
          <a:bodyPr/>
          <a:lstStyle/>
          <a:p>
            <a:fld id="{CC529A1F-6900-4D36-92AC-B7647C1D9DDB}" type="slidenum">
              <a:rPr lang="en-US" smtClean="0"/>
              <a:t>26</a:t>
            </a:fld>
            <a:endParaRPr lang="en-US"/>
          </a:p>
        </p:txBody>
      </p:sp>
      <p:pic>
        <p:nvPicPr>
          <p:cNvPr id="6" name="Picture 5">
            <a:extLst>
              <a:ext uri="{FF2B5EF4-FFF2-40B4-BE49-F238E27FC236}">
                <a16:creationId xmlns:a16="http://schemas.microsoft.com/office/drawing/2014/main" id="{3119A06A-BA25-401B-ADE4-08A091923A9E}"/>
              </a:ext>
            </a:extLst>
          </p:cNvPr>
          <p:cNvPicPr>
            <a:picLocks noChangeAspect="1"/>
          </p:cNvPicPr>
          <p:nvPr/>
        </p:nvPicPr>
        <p:blipFill>
          <a:blip r:embed="rId3"/>
          <a:stretch>
            <a:fillRect/>
          </a:stretch>
        </p:blipFill>
        <p:spPr>
          <a:xfrm>
            <a:off x="6374986" y="911188"/>
            <a:ext cx="5454548" cy="5376178"/>
          </a:xfrm>
          <a:prstGeom prst="rect">
            <a:avLst/>
          </a:prstGeom>
        </p:spPr>
      </p:pic>
      <p:sp>
        <p:nvSpPr>
          <p:cNvPr id="5" name="Footer Placeholder 4">
            <a:extLst>
              <a:ext uri="{FF2B5EF4-FFF2-40B4-BE49-F238E27FC236}">
                <a16:creationId xmlns:a16="http://schemas.microsoft.com/office/drawing/2014/main" id="{6246FC71-F863-EF70-89E7-D5D2E7348690}"/>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339352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E935B-BF82-47EC-9215-315A93CFF494}"/>
              </a:ext>
            </a:extLst>
          </p:cNvPr>
          <p:cNvSpPr>
            <a:spLocks noGrp="1"/>
          </p:cNvSpPr>
          <p:nvPr>
            <p:ph type="title"/>
          </p:nvPr>
        </p:nvSpPr>
        <p:spPr>
          <a:xfrm>
            <a:off x="607539" y="274509"/>
            <a:ext cx="11221995" cy="700216"/>
          </a:xfrm>
        </p:spPr>
        <p:txBody>
          <a:bodyPr/>
          <a:lstStyle/>
          <a:p>
            <a:r>
              <a:rPr lang="en-US" dirty="0"/>
              <a:t>The data science process</a:t>
            </a:r>
          </a:p>
        </p:txBody>
      </p:sp>
      <p:sp>
        <p:nvSpPr>
          <p:cNvPr id="3" name="Content Placeholder 2">
            <a:extLst>
              <a:ext uri="{FF2B5EF4-FFF2-40B4-BE49-F238E27FC236}">
                <a16:creationId xmlns:a16="http://schemas.microsoft.com/office/drawing/2014/main" id="{E077AC49-7751-4F58-B616-B76C4A152687}"/>
              </a:ext>
            </a:extLst>
          </p:cNvPr>
          <p:cNvSpPr>
            <a:spLocks noGrp="1"/>
          </p:cNvSpPr>
          <p:nvPr>
            <p:ph idx="1"/>
          </p:nvPr>
        </p:nvSpPr>
        <p:spPr>
          <a:xfrm>
            <a:off x="698157" y="1192427"/>
            <a:ext cx="9034318" cy="4911812"/>
          </a:xfrm>
        </p:spPr>
        <p:txBody>
          <a:bodyPr>
            <a:noAutofit/>
          </a:bodyPr>
          <a:lstStyle/>
          <a:p>
            <a:pPr marL="502920" indent="-457200" algn="just">
              <a:buFont typeface="+mj-lt"/>
              <a:buAutoNum type="arabicPeriod" startAt="4"/>
            </a:pPr>
            <a:r>
              <a:rPr lang="en-US" b="1" dirty="0">
                <a:solidFill>
                  <a:srgbClr val="000000"/>
                </a:solidFill>
                <a:latin typeface="Times New Roman" panose="02020603050405020304" pitchFamily="18" charset="0"/>
                <a:cs typeface="Times New Roman" panose="02020603050405020304" pitchFamily="18" charset="0"/>
              </a:rPr>
              <a:t>Data Exploration</a:t>
            </a:r>
            <a:r>
              <a:rPr lang="en-US" dirty="0">
                <a:solidFill>
                  <a:srgbClr val="000000"/>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is concerned with building a deeper understanding of your data. You try to understand how variables interact with each other, the distribution of the data, and whether there are </a:t>
            </a:r>
            <a:r>
              <a:rPr lang="en-US" b="1" i="0" dirty="0">
                <a:solidFill>
                  <a:srgbClr val="000000"/>
                </a:solidFill>
                <a:effectLst/>
                <a:latin typeface="Times New Roman" panose="02020603050405020304" pitchFamily="18" charset="0"/>
                <a:cs typeface="Times New Roman" panose="02020603050405020304" pitchFamily="18" charset="0"/>
              </a:rPr>
              <a:t>outliers</a:t>
            </a:r>
            <a:r>
              <a:rPr lang="en-US" b="0" i="0" dirty="0">
                <a:solidFill>
                  <a:srgbClr val="000000"/>
                </a:solidFill>
                <a:effectLst/>
                <a:latin typeface="Times New Roman" panose="02020603050405020304" pitchFamily="18" charset="0"/>
                <a:cs typeface="Times New Roman" panose="02020603050405020304" pitchFamily="18" charset="0"/>
              </a:rPr>
              <a:t>. To achieve this, you mainly use </a:t>
            </a:r>
            <a:r>
              <a:rPr lang="en-US" b="1" i="0" dirty="0">
                <a:solidFill>
                  <a:srgbClr val="000000"/>
                </a:solidFill>
                <a:effectLst/>
                <a:latin typeface="Times New Roman" panose="02020603050405020304" pitchFamily="18" charset="0"/>
                <a:cs typeface="Times New Roman" panose="02020603050405020304" pitchFamily="18" charset="0"/>
              </a:rPr>
              <a:t>descriptive statistics, visual techniques, and simple modeling</a:t>
            </a:r>
            <a:r>
              <a:rPr lang="en-US" b="0" i="0" dirty="0">
                <a:solidFill>
                  <a:srgbClr val="000000"/>
                </a:solidFill>
                <a:effectLst/>
                <a:latin typeface="Times New Roman" panose="02020603050405020304" pitchFamily="18" charset="0"/>
                <a:cs typeface="Times New Roman" panose="02020603050405020304" pitchFamily="18" charset="0"/>
              </a:rPr>
              <a:t>. This step often goes by the abbreviation EDA, for Exploratory Data Analysis.</a:t>
            </a:r>
            <a:r>
              <a:rPr lang="en-US" dirty="0">
                <a:latin typeface="Times New Roman" panose="02020603050405020304" pitchFamily="18" charset="0"/>
                <a:cs typeface="Times New Roman" panose="02020603050405020304" pitchFamily="18" charset="0"/>
              </a:rPr>
              <a:t> </a:t>
            </a:r>
          </a:p>
          <a:p>
            <a:pPr marL="502920" indent="-457200" algn="just">
              <a:buFont typeface="+mj-lt"/>
              <a:buAutoNum type="arabicPeriod" startAt="4"/>
            </a:pPr>
            <a:r>
              <a:rPr lang="en-US" b="1" i="0" dirty="0">
                <a:solidFill>
                  <a:srgbClr val="000000"/>
                </a:solidFill>
                <a:effectLst/>
                <a:latin typeface="Times New Roman" panose="02020603050405020304" pitchFamily="18" charset="0"/>
                <a:cs typeface="Times New Roman" panose="02020603050405020304" pitchFamily="18" charset="0"/>
              </a:rPr>
              <a:t>Data modeling</a:t>
            </a:r>
            <a:r>
              <a:rPr lang="en-US" b="0" i="0" dirty="0">
                <a:solidFill>
                  <a:srgbClr val="000000"/>
                </a:solidFill>
                <a:effectLst/>
                <a:latin typeface="Times New Roman" panose="02020603050405020304" pitchFamily="18" charset="0"/>
                <a:cs typeface="Times New Roman" panose="02020603050405020304" pitchFamily="18" charset="0"/>
              </a:rPr>
              <a:t>: Use models, domain knowledge, and insights about the data you found in the previous steps to answer the research question. You select a technique from the fields of </a:t>
            </a:r>
            <a:r>
              <a:rPr lang="en-US" b="1" i="0" dirty="0">
                <a:solidFill>
                  <a:srgbClr val="000000"/>
                </a:solidFill>
                <a:effectLst/>
                <a:latin typeface="Times New Roman" panose="02020603050405020304" pitchFamily="18" charset="0"/>
                <a:cs typeface="Times New Roman" panose="02020603050405020304" pitchFamily="18" charset="0"/>
              </a:rPr>
              <a:t>statistics</a:t>
            </a:r>
            <a:r>
              <a:rPr lang="en-US" b="0" i="0" dirty="0">
                <a:solidFill>
                  <a:srgbClr val="000000"/>
                </a:solidFill>
                <a:effectLst/>
                <a:latin typeface="Times New Roman" panose="02020603050405020304" pitchFamily="18" charset="0"/>
                <a:cs typeface="Times New Roman" panose="02020603050405020304" pitchFamily="18" charset="0"/>
              </a:rPr>
              <a:t>, </a:t>
            </a:r>
            <a:r>
              <a:rPr lang="en-US" b="1" i="0" dirty="0">
                <a:solidFill>
                  <a:srgbClr val="000000"/>
                </a:solidFill>
                <a:effectLst/>
                <a:latin typeface="Times New Roman" panose="02020603050405020304" pitchFamily="18" charset="0"/>
                <a:cs typeface="Times New Roman" panose="02020603050405020304" pitchFamily="18" charset="0"/>
              </a:rPr>
              <a:t>ML</a:t>
            </a:r>
            <a:r>
              <a:rPr lang="en-US" b="0" i="0" dirty="0">
                <a:solidFill>
                  <a:srgbClr val="000000"/>
                </a:solidFill>
                <a:effectLst/>
                <a:latin typeface="Times New Roman" panose="02020603050405020304" pitchFamily="18" charset="0"/>
                <a:cs typeface="Times New Roman" panose="02020603050405020304" pitchFamily="18" charset="0"/>
              </a:rPr>
              <a:t>, </a:t>
            </a:r>
            <a:r>
              <a:rPr lang="en-US" b="1" i="0" dirty="0">
                <a:solidFill>
                  <a:srgbClr val="000000"/>
                </a:solidFill>
                <a:effectLst/>
                <a:latin typeface="Times New Roman" panose="02020603050405020304" pitchFamily="18" charset="0"/>
                <a:cs typeface="Times New Roman" panose="02020603050405020304" pitchFamily="18" charset="0"/>
              </a:rPr>
              <a:t>operations</a:t>
            </a:r>
            <a:r>
              <a:rPr lang="en-US" b="0" i="0" dirty="0">
                <a:solidFill>
                  <a:srgbClr val="000000"/>
                </a:solidFill>
                <a:effectLst/>
                <a:latin typeface="Times New Roman" panose="02020603050405020304" pitchFamily="18" charset="0"/>
                <a:cs typeface="Times New Roman" panose="02020603050405020304" pitchFamily="18" charset="0"/>
              </a:rPr>
              <a:t> </a:t>
            </a:r>
            <a:r>
              <a:rPr lang="en-US" b="1" i="0" dirty="0">
                <a:solidFill>
                  <a:srgbClr val="000000"/>
                </a:solidFill>
                <a:effectLst/>
                <a:latin typeface="Times New Roman" panose="02020603050405020304" pitchFamily="18" charset="0"/>
                <a:cs typeface="Times New Roman" panose="02020603050405020304" pitchFamily="18" charset="0"/>
              </a:rPr>
              <a:t>research</a:t>
            </a:r>
            <a:r>
              <a:rPr lang="en-US" b="0" i="0" dirty="0">
                <a:solidFill>
                  <a:srgbClr val="000000"/>
                </a:solidFill>
                <a:effectLst/>
                <a:latin typeface="Times New Roman" panose="02020603050405020304" pitchFamily="18" charset="0"/>
                <a:cs typeface="Times New Roman" panose="02020603050405020304" pitchFamily="18" charset="0"/>
              </a:rPr>
              <a:t>, and so on. Building a model is an iterative process that involves selecting variables for the model,  executing the model, and performing model diagnostics. </a:t>
            </a:r>
          </a:p>
          <a:p>
            <a:pPr marL="502920" indent="-457200" algn="just">
              <a:buFont typeface="+mj-lt"/>
              <a:buAutoNum type="arabicPeriod" startAt="4"/>
            </a:pPr>
            <a:r>
              <a:rPr lang="en-US" b="0" i="0" dirty="0">
                <a:solidFill>
                  <a:srgbClr val="000000"/>
                </a:solidFill>
                <a:effectLst/>
                <a:latin typeface="Times New Roman" panose="02020603050405020304" pitchFamily="18" charset="0"/>
                <a:cs typeface="Times New Roman" panose="02020603050405020304" pitchFamily="18" charset="0"/>
              </a:rPr>
              <a:t>Finally, </a:t>
            </a:r>
            <a:r>
              <a:rPr lang="en-US" b="1" i="0" dirty="0">
                <a:solidFill>
                  <a:srgbClr val="000000"/>
                </a:solidFill>
                <a:effectLst/>
                <a:latin typeface="Times New Roman" panose="02020603050405020304" pitchFamily="18" charset="0"/>
                <a:cs typeface="Times New Roman" panose="02020603050405020304" pitchFamily="18" charset="0"/>
              </a:rPr>
              <a:t>present</a:t>
            </a:r>
            <a:r>
              <a:rPr lang="en-US" b="0" i="0" dirty="0">
                <a:solidFill>
                  <a:srgbClr val="000000"/>
                </a:solidFill>
                <a:effectLst/>
                <a:latin typeface="Times New Roman" panose="02020603050405020304" pitchFamily="18" charset="0"/>
                <a:cs typeface="Times New Roman" panose="02020603050405020304" pitchFamily="18" charset="0"/>
              </a:rPr>
              <a:t> the results to your business. These results can take many forms, ranging from presentations to research reports. </a:t>
            </a:r>
          </a:p>
          <a:p>
            <a:pPr marL="45720" indent="0" algn="just">
              <a:buNone/>
            </a:pPr>
            <a:r>
              <a:rPr lang="en-US" b="0" i="0" dirty="0">
                <a:solidFill>
                  <a:schemeClr val="tx1"/>
                </a:solidFill>
                <a:effectLst/>
                <a:latin typeface="Times New Roman" panose="02020603050405020304" pitchFamily="18" charset="0"/>
                <a:cs typeface="Times New Roman" panose="02020603050405020304" pitchFamily="18" charset="0"/>
              </a:rPr>
              <a:t>It is an Iterative process.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8F8E635-E313-4D67-B16F-A23BD5609960}"/>
              </a:ext>
            </a:extLst>
          </p:cNvPr>
          <p:cNvSpPr>
            <a:spLocks noGrp="1"/>
          </p:cNvSpPr>
          <p:nvPr>
            <p:ph type="sldNum" sz="quarter" idx="12"/>
          </p:nvPr>
        </p:nvSpPr>
        <p:spPr/>
        <p:txBody>
          <a:bodyPr/>
          <a:lstStyle/>
          <a:p>
            <a:fld id="{CC529A1F-6900-4D36-92AC-B7647C1D9DDB}" type="slidenum">
              <a:rPr lang="en-US" smtClean="0"/>
              <a:t>27</a:t>
            </a:fld>
            <a:endParaRPr lang="en-US"/>
          </a:p>
        </p:txBody>
      </p:sp>
      <p:sp>
        <p:nvSpPr>
          <p:cNvPr id="5" name="Footer Placeholder 4">
            <a:extLst>
              <a:ext uri="{FF2B5EF4-FFF2-40B4-BE49-F238E27FC236}">
                <a16:creationId xmlns:a16="http://schemas.microsoft.com/office/drawing/2014/main" id="{06C9BCB0-9D42-7559-10C0-6A96221D9093}"/>
              </a:ext>
            </a:extLst>
          </p:cNvPr>
          <p:cNvSpPr>
            <a:spLocks noGrp="1"/>
          </p:cNvSpPr>
          <p:nvPr>
            <p:ph type="ftr" sz="quarter" idx="11"/>
          </p:nvPr>
        </p:nvSpPr>
        <p:spPr/>
        <p:txBody>
          <a:bodyPr/>
          <a:lstStyle/>
          <a:p>
            <a:r>
              <a:rPr lang="en-US"/>
              <a:t>Data Science</a:t>
            </a:r>
          </a:p>
        </p:txBody>
      </p:sp>
    </p:spTree>
    <p:extLst>
      <p:ext uri="{BB962C8B-B14F-4D97-AF65-F5344CB8AC3E}">
        <p14:creationId xmlns:p14="http://schemas.microsoft.com/office/powerpoint/2010/main" val="3430004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33CE935B-BF82-47EC-9215-315A93CFF494}"/>
              </a:ext>
            </a:extLst>
          </p:cNvPr>
          <p:cNvSpPr>
            <a:spLocks noGrp="1"/>
          </p:cNvSpPr>
          <p:nvPr>
            <p:ph type="title"/>
          </p:nvPr>
        </p:nvSpPr>
        <p:spPr>
          <a:xfrm>
            <a:off x="677334" y="609600"/>
            <a:ext cx="8596668" cy="1320800"/>
          </a:xfrm>
        </p:spPr>
        <p:txBody>
          <a:bodyPr>
            <a:normAutofit/>
          </a:bodyPr>
          <a:lstStyle/>
          <a:p>
            <a:r>
              <a:rPr lang="en-US" dirty="0"/>
              <a:t>Summary</a:t>
            </a:r>
          </a:p>
        </p:txBody>
      </p:sp>
      <p:sp>
        <p:nvSpPr>
          <p:cNvPr id="5" name="Footer Placeholder 4">
            <a:extLst>
              <a:ext uri="{FF2B5EF4-FFF2-40B4-BE49-F238E27FC236}">
                <a16:creationId xmlns:a16="http://schemas.microsoft.com/office/drawing/2014/main" id="{3FD581C8-0C36-CBC4-A5DD-26DD6FFBEBA2}"/>
              </a:ext>
            </a:extLst>
          </p:cNvPr>
          <p:cNvSpPr>
            <a:spLocks noGrp="1"/>
          </p:cNvSpPr>
          <p:nvPr>
            <p:ph type="ftr" sz="quarter" idx="11"/>
          </p:nvPr>
        </p:nvSpPr>
        <p:spPr>
          <a:xfrm>
            <a:off x="677334" y="6041362"/>
            <a:ext cx="6297612" cy="365125"/>
          </a:xfrm>
        </p:spPr>
        <p:txBody>
          <a:bodyPr>
            <a:normAutofit/>
          </a:bodyPr>
          <a:lstStyle/>
          <a:p>
            <a:pPr>
              <a:spcAft>
                <a:spcPts val="600"/>
              </a:spcAft>
            </a:pPr>
            <a:r>
              <a:rPr lang="en-US"/>
              <a:t>Data Science</a:t>
            </a:r>
          </a:p>
        </p:txBody>
      </p:sp>
      <p:sp>
        <p:nvSpPr>
          <p:cNvPr id="4" name="Slide Number Placeholder 3">
            <a:extLst>
              <a:ext uri="{FF2B5EF4-FFF2-40B4-BE49-F238E27FC236}">
                <a16:creationId xmlns:a16="http://schemas.microsoft.com/office/drawing/2014/main" id="{38F8E635-E313-4D67-B16F-A23BD5609960}"/>
              </a:ext>
            </a:extLst>
          </p:cNvPr>
          <p:cNvSpPr>
            <a:spLocks noGrp="1"/>
          </p:cNvSpPr>
          <p:nvPr>
            <p:ph type="sldNum" sz="quarter" idx="12"/>
          </p:nvPr>
        </p:nvSpPr>
        <p:spPr>
          <a:xfrm>
            <a:off x="8590663" y="6041362"/>
            <a:ext cx="683339" cy="365125"/>
          </a:xfrm>
        </p:spPr>
        <p:txBody>
          <a:bodyPr>
            <a:normAutofit/>
          </a:bodyPr>
          <a:lstStyle/>
          <a:p>
            <a:pPr>
              <a:spcAft>
                <a:spcPts val="600"/>
              </a:spcAft>
            </a:pPr>
            <a:fld id="{CC529A1F-6900-4D36-92AC-B7647C1D9DDB}" type="slidenum">
              <a:rPr lang="en-US" smtClean="0"/>
              <a:pPr>
                <a:spcAft>
                  <a:spcPts val="600"/>
                </a:spcAft>
              </a:pPr>
              <a:t>28</a:t>
            </a:fld>
            <a:endParaRPr lang="en-US"/>
          </a:p>
        </p:txBody>
      </p:sp>
      <p:sp>
        <p:nvSpPr>
          <p:cNvPr id="3" name="Content Placeholder 2">
            <a:extLst>
              <a:ext uri="{FF2B5EF4-FFF2-40B4-BE49-F238E27FC236}">
                <a16:creationId xmlns:a16="http://schemas.microsoft.com/office/drawing/2014/main" id="{E077AC49-7751-4F58-B616-B76C4A152687}"/>
              </a:ext>
            </a:extLst>
          </p:cNvPr>
          <p:cNvSpPr>
            <a:spLocks noGrp="1"/>
          </p:cNvSpPr>
          <p:nvPr>
            <p:ph idx="1"/>
          </p:nvPr>
        </p:nvSpPr>
        <p:spPr>
          <a:xfrm>
            <a:off x="677334" y="2160589"/>
            <a:ext cx="8596668" cy="3880773"/>
          </a:xfrm>
        </p:spPr>
        <p:txBody>
          <a:bodyPr>
            <a:normAutofit/>
          </a:bodyPr>
          <a:lstStyle/>
          <a:p>
            <a:r>
              <a:rPr lang="en-US" sz="2400" b="0" i="0" dirty="0">
                <a:effectLst/>
                <a:latin typeface="Times New Roman" panose="02020603050405020304" pitchFamily="18" charset="0"/>
                <a:cs typeface="Times New Roman" panose="02020603050405020304" pitchFamily="18" charset="0"/>
              </a:rPr>
              <a:t>In this lecture, we discuss the following topics:</a:t>
            </a:r>
          </a:p>
          <a:p>
            <a:pPr lvl="1"/>
            <a:r>
              <a:rPr lang="en-US" sz="2400" dirty="0">
                <a:latin typeface="Times New Roman" panose="02020603050405020304" pitchFamily="18" charset="0"/>
                <a:cs typeface="Times New Roman" panose="02020603050405020304" pitchFamily="18" charset="0"/>
              </a:rPr>
              <a:t>What is Big Data and its ecosystem</a:t>
            </a:r>
          </a:p>
          <a:p>
            <a:pPr lvl="1"/>
            <a:r>
              <a:rPr lang="en-US" sz="2400" dirty="0">
                <a:latin typeface="Times New Roman" panose="02020603050405020304" pitchFamily="18" charset="0"/>
                <a:cs typeface="Times New Roman" panose="02020603050405020304" pitchFamily="18" charset="0"/>
              </a:rPr>
              <a:t>Data types</a:t>
            </a:r>
          </a:p>
          <a:p>
            <a:pPr lvl="1"/>
            <a:r>
              <a:rPr lang="en-US" sz="2400" dirty="0">
                <a:latin typeface="Times New Roman" panose="02020603050405020304" pitchFamily="18" charset="0"/>
                <a:cs typeface="Times New Roman" panose="02020603050405020304" pitchFamily="18" charset="0"/>
              </a:rPr>
              <a:t>What is Data Science and its process</a:t>
            </a:r>
          </a:p>
        </p:txBody>
      </p:sp>
    </p:spTree>
    <p:extLst>
      <p:ext uri="{BB962C8B-B14F-4D97-AF65-F5344CB8AC3E}">
        <p14:creationId xmlns:p14="http://schemas.microsoft.com/office/powerpoint/2010/main" val="212541084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918</TotalTime>
  <Words>2962</Words>
  <Application>Microsoft Office PowerPoint</Application>
  <PresentationFormat>Widescreen</PresentationFormat>
  <Paragraphs>233</Paragraphs>
  <Slides>28</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Arial</vt:lpstr>
      <vt:lpstr>Calibri</vt:lpstr>
      <vt:lpstr>Calibri Light</vt:lpstr>
      <vt:lpstr>FranklinGothic-DemiItal</vt:lpstr>
      <vt:lpstr>Times New Roman</vt:lpstr>
      <vt:lpstr>Trebuchet MS</vt:lpstr>
      <vt:lpstr>Wingdings</vt:lpstr>
      <vt:lpstr>Wingdings 3</vt:lpstr>
      <vt:lpstr>Custom Design</vt:lpstr>
      <vt:lpstr>Facet</vt:lpstr>
      <vt:lpstr>Introduction to Data Science  Unit 02 Lecture 01</vt:lpstr>
      <vt:lpstr>Contents</vt:lpstr>
      <vt:lpstr>Introduction (Traditional Data)</vt:lpstr>
      <vt:lpstr>Introduction (Big Data)</vt:lpstr>
      <vt:lpstr>Introduction (Big Data)</vt:lpstr>
      <vt:lpstr>Facets/types of Data</vt:lpstr>
      <vt:lpstr>Structured Data</vt:lpstr>
      <vt:lpstr>Unstructured Data</vt:lpstr>
      <vt:lpstr>Natural language</vt:lpstr>
      <vt:lpstr>Machine Generative Data</vt:lpstr>
      <vt:lpstr>Graph-based or network data </vt:lpstr>
      <vt:lpstr>Audio, image, and video</vt:lpstr>
      <vt:lpstr>Streaming data</vt:lpstr>
      <vt:lpstr>The big data ecosystem and data science </vt:lpstr>
      <vt:lpstr>The big data ecosystem and data science </vt:lpstr>
      <vt:lpstr>Distributed file system</vt:lpstr>
      <vt:lpstr>Distributed Programming Framework</vt:lpstr>
      <vt:lpstr>Data Integration Framework</vt:lpstr>
      <vt:lpstr>Machine learning frameworks </vt:lpstr>
      <vt:lpstr>NoSQL Databases</vt:lpstr>
      <vt:lpstr>Other tools</vt:lpstr>
      <vt:lpstr>What is Data Science</vt:lpstr>
      <vt:lpstr>Benefits and uses of data science and big data</vt:lpstr>
      <vt:lpstr>Benefits and uses of data science and big data</vt:lpstr>
      <vt:lpstr>Benefits and uses of data science and big data</vt:lpstr>
      <vt:lpstr>The data science process</vt:lpstr>
      <vt:lpstr>The data science process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SIBAU</dc:creator>
  <cp:lastModifiedBy>Muhammad Ismail Mangrio</cp:lastModifiedBy>
  <cp:revision>122</cp:revision>
  <dcterms:created xsi:type="dcterms:W3CDTF">2021-02-15T05:10:53Z</dcterms:created>
  <dcterms:modified xsi:type="dcterms:W3CDTF">2025-09-24T10:58:40Z</dcterms:modified>
</cp:coreProperties>
</file>