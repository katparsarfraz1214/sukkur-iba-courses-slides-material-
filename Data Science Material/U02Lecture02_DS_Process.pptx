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4" r:id="rId1"/>
    <p:sldMasterId id="2147483766" r:id="rId2"/>
    <p:sldMasterId id="2147483783" r:id="rId3"/>
  </p:sldMasterIdLst>
  <p:notesMasterIdLst>
    <p:notesMasterId r:id="rId36"/>
  </p:notesMasterIdLst>
  <p:sldIdLst>
    <p:sldId id="345" r:id="rId4"/>
    <p:sldId id="258" r:id="rId5"/>
    <p:sldId id="259" r:id="rId6"/>
    <p:sldId id="260" r:id="rId7"/>
    <p:sldId id="288" r:id="rId8"/>
    <p:sldId id="290" r:id="rId9"/>
    <p:sldId id="293" r:id="rId10"/>
    <p:sldId id="294" r:id="rId11"/>
    <p:sldId id="296" r:id="rId12"/>
    <p:sldId id="295" r:id="rId13"/>
    <p:sldId id="297" r:id="rId14"/>
    <p:sldId id="298" r:id="rId15"/>
    <p:sldId id="299" r:id="rId16"/>
    <p:sldId id="300" r:id="rId17"/>
    <p:sldId id="301" r:id="rId18"/>
    <p:sldId id="302" r:id="rId19"/>
    <p:sldId id="304" r:id="rId20"/>
    <p:sldId id="305" r:id="rId21"/>
    <p:sldId id="333" r:id="rId22"/>
    <p:sldId id="334" r:id="rId23"/>
    <p:sldId id="332" r:id="rId24"/>
    <p:sldId id="306" r:id="rId25"/>
    <p:sldId id="336" r:id="rId26"/>
    <p:sldId id="340" r:id="rId27"/>
    <p:sldId id="310" r:id="rId28"/>
    <p:sldId id="311" r:id="rId29"/>
    <p:sldId id="341" r:id="rId30"/>
    <p:sldId id="342" r:id="rId31"/>
    <p:sldId id="317" r:id="rId32"/>
    <p:sldId id="322" r:id="rId33"/>
    <p:sldId id="343" r:id="rId34"/>
    <p:sldId id="344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B7252E-3FA3-4252-825B-C548656E3F7A}" v="23" dt="2025-09-24T13:43:24.2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62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heme" Target="theme/theme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microsoft.com/office/2015/10/relationships/revisionInfo" Target="revisionInfo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Ismail Mangrio" userId="590c352b-06fa-4bd0-9f05-47e253030496" providerId="ADAL" clId="{BF15BC68-A2CF-4093-A553-41661EC91610}"/>
    <pc:docChg chg="undo custSel addSld delSld modSld">
      <pc:chgData name="Muhammad Ismail Mangrio" userId="590c352b-06fa-4bd0-9f05-47e253030496" providerId="ADAL" clId="{BF15BC68-A2CF-4093-A553-41661EC91610}" dt="2025-09-24T13:44:16.608" v="211" actId="20577"/>
      <pc:docMkLst>
        <pc:docMk/>
      </pc:docMkLst>
      <pc:sldChg chg="del">
        <pc:chgData name="Muhammad Ismail Mangrio" userId="590c352b-06fa-4bd0-9f05-47e253030496" providerId="ADAL" clId="{BF15BC68-A2CF-4093-A553-41661EC91610}" dt="2025-09-24T11:02:28.978" v="8" actId="47"/>
        <pc:sldMkLst>
          <pc:docMk/>
          <pc:sldMk cId="3495736498" sldId="256"/>
        </pc:sldMkLst>
      </pc:sldChg>
      <pc:sldChg chg="addSp delSp modSp mod setBg">
        <pc:chgData name="Muhammad Ismail Mangrio" userId="590c352b-06fa-4bd0-9f05-47e253030496" providerId="ADAL" clId="{BF15BC68-A2CF-4093-A553-41661EC91610}" dt="2025-09-24T11:39:08.127" v="40" actId="26606"/>
        <pc:sldMkLst>
          <pc:docMk/>
          <pc:sldMk cId="1188115341" sldId="258"/>
        </pc:sldMkLst>
        <pc:spChg chg="mod">
          <ac:chgData name="Muhammad Ismail Mangrio" userId="590c352b-06fa-4bd0-9f05-47e253030496" providerId="ADAL" clId="{BF15BC68-A2CF-4093-A553-41661EC91610}" dt="2025-09-24T11:39:08.127" v="40" actId="26606"/>
          <ac:spMkLst>
            <pc:docMk/>
            <pc:sldMk cId="1188115341" sldId="258"/>
            <ac:spMk id="2" creationId="{238F7380-475E-4EC8-BCF1-FF3771C6DA48}"/>
          </ac:spMkLst>
        </pc:spChg>
        <pc:spChg chg="add del">
          <ac:chgData name="Muhammad Ismail Mangrio" userId="590c352b-06fa-4bd0-9f05-47e253030496" providerId="ADAL" clId="{BF15BC68-A2CF-4093-A553-41661EC91610}" dt="2025-09-24T11:39:08.127" v="40" actId="26606"/>
          <ac:spMkLst>
            <pc:docMk/>
            <pc:sldMk cId="1188115341" sldId="258"/>
            <ac:spMk id="3" creationId="{5F4391AE-0FD7-4CD8-B503-7346B38F122D}"/>
          </ac:spMkLst>
        </pc:spChg>
        <pc:spChg chg="mod">
          <ac:chgData name="Muhammad Ismail Mangrio" userId="590c352b-06fa-4bd0-9f05-47e253030496" providerId="ADAL" clId="{BF15BC68-A2CF-4093-A553-41661EC91610}" dt="2025-09-24T11:39:08.127" v="40" actId="26606"/>
          <ac:spMkLst>
            <pc:docMk/>
            <pc:sldMk cId="1188115341" sldId="258"/>
            <ac:spMk id="5" creationId="{30691FBE-E94D-4354-8F19-B8A3DE404EF1}"/>
          </ac:spMkLst>
        </pc:spChg>
        <pc:spChg chg="add del">
          <ac:chgData name="Muhammad Ismail Mangrio" userId="590c352b-06fa-4bd0-9f05-47e253030496" providerId="ADAL" clId="{BF15BC68-A2CF-4093-A553-41661EC91610}" dt="2025-09-24T11:39:04.048" v="37" actId="26606"/>
          <ac:spMkLst>
            <pc:docMk/>
            <pc:sldMk cId="1188115341" sldId="258"/>
            <ac:spMk id="11" creationId="{9F4444CE-BC8D-4D61-B303-4C05614E62AB}"/>
          </ac:spMkLst>
        </pc:spChg>
        <pc:spChg chg="add del">
          <ac:chgData name="Muhammad Ismail Mangrio" userId="590c352b-06fa-4bd0-9f05-47e253030496" providerId="ADAL" clId="{BF15BC68-A2CF-4093-A553-41661EC91610}" dt="2025-09-24T11:39:04.048" v="37" actId="26606"/>
          <ac:spMkLst>
            <pc:docMk/>
            <pc:sldMk cId="1188115341" sldId="258"/>
            <ac:spMk id="13" creationId="{73772B81-181F-48B7-8826-4D9686D15DF5}"/>
          </ac:spMkLst>
        </pc:spChg>
        <pc:spChg chg="add del">
          <ac:chgData name="Muhammad Ismail Mangrio" userId="590c352b-06fa-4bd0-9f05-47e253030496" providerId="ADAL" clId="{BF15BC68-A2CF-4093-A553-41661EC91610}" dt="2025-09-24T11:39:04.048" v="37" actId="26606"/>
          <ac:spMkLst>
            <pc:docMk/>
            <pc:sldMk cId="1188115341" sldId="258"/>
            <ac:spMk id="15" creationId="{B2205F6E-03C6-4E92-877C-E2482F6599AA}"/>
          </ac:spMkLst>
        </pc:spChg>
        <pc:spChg chg="add del">
          <ac:chgData name="Muhammad Ismail Mangrio" userId="590c352b-06fa-4bd0-9f05-47e253030496" providerId="ADAL" clId="{BF15BC68-A2CF-4093-A553-41661EC91610}" dt="2025-09-24T11:39:08.096" v="39" actId="26606"/>
          <ac:spMkLst>
            <pc:docMk/>
            <pc:sldMk cId="1188115341" sldId="258"/>
            <ac:spMk id="18" creationId="{EB6743CF-E74B-4A3C-A785-599069DB89DF}"/>
          </ac:spMkLst>
        </pc:spChg>
        <pc:spChg chg="add del">
          <ac:chgData name="Muhammad Ismail Mangrio" userId="590c352b-06fa-4bd0-9f05-47e253030496" providerId="ADAL" clId="{BF15BC68-A2CF-4093-A553-41661EC91610}" dt="2025-09-24T11:39:08.096" v="39" actId="26606"/>
          <ac:spMkLst>
            <pc:docMk/>
            <pc:sldMk cId="1188115341" sldId="258"/>
            <ac:spMk id="19" creationId="{5F4391AE-0FD7-4CD8-B503-7346B38F122D}"/>
          </ac:spMkLst>
        </pc:spChg>
        <pc:spChg chg="add">
          <ac:chgData name="Muhammad Ismail Mangrio" userId="590c352b-06fa-4bd0-9f05-47e253030496" providerId="ADAL" clId="{BF15BC68-A2CF-4093-A553-41661EC91610}" dt="2025-09-24T11:39:08.127" v="40" actId="26606"/>
          <ac:spMkLst>
            <pc:docMk/>
            <pc:sldMk cId="1188115341" sldId="258"/>
            <ac:spMk id="21" creationId="{9F4444CE-BC8D-4D61-B303-4C05614E62AB}"/>
          </ac:spMkLst>
        </pc:spChg>
        <pc:spChg chg="add">
          <ac:chgData name="Muhammad Ismail Mangrio" userId="590c352b-06fa-4bd0-9f05-47e253030496" providerId="ADAL" clId="{BF15BC68-A2CF-4093-A553-41661EC91610}" dt="2025-09-24T11:39:08.127" v="40" actId="26606"/>
          <ac:spMkLst>
            <pc:docMk/>
            <pc:sldMk cId="1188115341" sldId="258"/>
            <ac:spMk id="22" creationId="{73772B81-181F-48B7-8826-4D9686D15DF5}"/>
          </ac:spMkLst>
        </pc:spChg>
        <pc:spChg chg="add">
          <ac:chgData name="Muhammad Ismail Mangrio" userId="590c352b-06fa-4bd0-9f05-47e253030496" providerId="ADAL" clId="{BF15BC68-A2CF-4093-A553-41661EC91610}" dt="2025-09-24T11:39:08.127" v="40" actId="26606"/>
          <ac:spMkLst>
            <pc:docMk/>
            <pc:sldMk cId="1188115341" sldId="258"/>
            <ac:spMk id="23" creationId="{B2205F6E-03C6-4E92-877C-E2482F6599AA}"/>
          </ac:spMkLst>
        </pc:spChg>
        <pc:graphicFrameChg chg="add del">
          <ac:chgData name="Muhammad Ismail Mangrio" userId="590c352b-06fa-4bd0-9f05-47e253030496" providerId="ADAL" clId="{BF15BC68-A2CF-4093-A553-41661EC91610}" dt="2025-09-24T11:39:04.048" v="37" actId="26606"/>
          <ac:graphicFrameMkLst>
            <pc:docMk/>
            <pc:sldMk cId="1188115341" sldId="258"/>
            <ac:graphicFrameMk id="7" creationId="{E488539C-297E-C9CA-365D-F002F82FF218}"/>
          </ac:graphicFrameMkLst>
        </pc:graphicFrameChg>
        <pc:graphicFrameChg chg="add">
          <ac:chgData name="Muhammad Ismail Mangrio" userId="590c352b-06fa-4bd0-9f05-47e253030496" providerId="ADAL" clId="{BF15BC68-A2CF-4093-A553-41661EC91610}" dt="2025-09-24T11:39:08.127" v="40" actId="26606"/>
          <ac:graphicFrameMkLst>
            <pc:docMk/>
            <pc:sldMk cId="1188115341" sldId="258"/>
            <ac:graphicFrameMk id="24" creationId="{0E7A5725-471F-4F61-EEE4-F9AAE74CBA41}"/>
          </ac:graphicFrameMkLst>
        </pc:graphicFrameChg>
        <pc:picChg chg="add del">
          <ac:chgData name="Muhammad Ismail Mangrio" userId="590c352b-06fa-4bd0-9f05-47e253030496" providerId="ADAL" clId="{BF15BC68-A2CF-4093-A553-41661EC91610}" dt="2025-09-24T11:39:08.096" v="39" actId="26606"/>
          <ac:picMkLst>
            <pc:docMk/>
            <pc:sldMk cId="1188115341" sldId="258"/>
            <ac:picMk id="17" creationId="{C638553E-93F2-B2BD-EBEC-FF9261B17A2E}"/>
          </ac:picMkLst>
        </pc:picChg>
      </pc:sldChg>
      <pc:sldChg chg="modSp modAnim">
        <pc:chgData name="Muhammad Ismail Mangrio" userId="590c352b-06fa-4bd0-9f05-47e253030496" providerId="ADAL" clId="{BF15BC68-A2CF-4093-A553-41661EC91610}" dt="2025-09-24T11:43:52.564" v="82" actId="207"/>
        <pc:sldMkLst>
          <pc:docMk/>
          <pc:sldMk cId="2724688161" sldId="260"/>
        </pc:sldMkLst>
        <pc:spChg chg="mod">
          <ac:chgData name="Muhammad Ismail Mangrio" userId="590c352b-06fa-4bd0-9f05-47e253030496" providerId="ADAL" clId="{BF15BC68-A2CF-4093-A553-41661EC91610}" dt="2025-09-24T11:43:52.564" v="82" actId="207"/>
          <ac:spMkLst>
            <pc:docMk/>
            <pc:sldMk cId="2724688161" sldId="260"/>
            <ac:spMk id="3" creationId="{7B8584DC-3BE1-439B-A244-0F2BBE92DF23}"/>
          </ac:spMkLst>
        </pc:spChg>
      </pc:sldChg>
      <pc:sldChg chg="modSp mod">
        <pc:chgData name="Muhammad Ismail Mangrio" userId="590c352b-06fa-4bd0-9f05-47e253030496" providerId="ADAL" clId="{BF15BC68-A2CF-4093-A553-41661EC91610}" dt="2025-09-24T11:45:36.125" v="97" actId="20577"/>
        <pc:sldMkLst>
          <pc:docMk/>
          <pc:sldMk cId="1360125088" sldId="288"/>
        </pc:sldMkLst>
        <pc:spChg chg="mod">
          <ac:chgData name="Muhammad Ismail Mangrio" userId="590c352b-06fa-4bd0-9f05-47e253030496" providerId="ADAL" clId="{BF15BC68-A2CF-4093-A553-41661EC91610}" dt="2025-09-24T11:45:36.125" v="97" actId="20577"/>
          <ac:spMkLst>
            <pc:docMk/>
            <pc:sldMk cId="1360125088" sldId="288"/>
            <ac:spMk id="3" creationId="{A84727EE-0B41-4B53-BE64-2EE2F9E735FE}"/>
          </ac:spMkLst>
        </pc:spChg>
      </pc:sldChg>
      <pc:sldChg chg="modSp mod modAnim">
        <pc:chgData name="Muhammad Ismail Mangrio" userId="590c352b-06fa-4bd0-9f05-47e253030496" providerId="ADAL" clId="{BF15BC68-A2CF-4093-A553-41661EC91610}" dt="2025-09-24T13:41:14.230" v="187"/>
        <pc:sldMkLst>
          <pc:docMk/>
          <pc:sldMk cId="1936308399" sldId="290"/>
        </pc:sldMkLst>
        <pc:spChg chg="mod">
          <ac:chgData name="Muhammad Ismail Mangrio" userId="590c352b-06fa-4bd0-9f05-47e253030496" providerId="ADAL" clId="{BF15BC68-A2CF-4093-A553-41661EC91610}" dt="2025-09-24T11:48:06.136" v="126" actId="1076"/>
          <ac:spMkLst>
            <pc:docMk/>
            <pc:sldMk cId="1936308399" sldId="290"/>
            <ac:spMk id="3" creationId="{9F7E7E83-E1C1-4642-BAB5-ADDE23F9B0B0}"/>
          </ac:spMkLst>
        </pc:spChg>
      </pc:sldChg>
      <pc:sldChg chg="modSp mod">
        <pc:chgData name="Muhammad Ismail Mangrio" userId="590c352b-06fa-4bd0-9f05-47e253030496" providerId="ADAL" clId="{BF15BC68-A2CF-4093-A553-41661EC91610}" dt="2025-09-24T11:49:48.986" v="142" actId="14100"/>
        <pc:sldMkLst>
          <pc:docMk/>
          <pc:sldMk cId="2617738407" sldId="293"/>
        </pc:sldMkLst>
        <pc:spChg chg="mod">
          <ac:chgData name="Muhammad Ismail Mangrio" userId="590c352b-06fa-4bd0-9f05-47e253030496" providerId="ADAL" clId="{BF15BC68-A2CF-4093-A553-41661EC91610}" dt="2025-09-24T11:49:48.986" v="142" actId="14100"/>
          <ac:spMkLst>
            <pc:docMk/>
            <pc:sldMk cId="2617738407" sldId="293"/>
            <ac:spMk id="3" creationId="{9F7E7E83-E1C1-4642-BAB5-ADDE23F9B0B0}"/>
          </ac:spMkLst>
        </pc:spChg>
        <pc:picChg chg="mod">
          <ac:chgData name="Muhammad Ismail Mangrio" userId="590c352b-06fa-4bd0-9f05-47e253030496" providerId="ADAL" clId="{BF15BC68-A2CF-4093-A553-41661EC91610}" dt="2025-09-24T11:49:33.768" v="138" actId="14100"/>
          <ac:picMkLst>
            <pc:docMk/>
            <pc:sldMk cId="2617738407" sldId="293"/>
            <ac:picMk id="7" creationId="{71A3ED21-98ED-4980-91B4-A03F80C925D6}"/>
          </ac:picMkLst>
        </pc:picChg>
      </pc:sldChg>
      <pc:sldChg chg="addSp modSp mod setBg modAnim">
        <pc:chgData name="Muhammad Ismail Mangrio" userId="590c352b-06fa-4bd0-9f05-47e253030496" providerId="ADAL" clId="{BF15BC68-A2CF-4093-A553-41661EC91610}" dt="2025-09-24T13:41:53.298" v="189"/>
        <pc:sldMkLst>
          <pc:docMk/>
          <pc:sldMk cId="2999403718" sldId="294"/>
        </pc:sldMkLst>
        <pc:spChg chg="mod">
          <ac:chgData name="Muhammad Ismail Mangrio" userId="590c352b-06fa-4bd0-9f05-47e253030496" providerId="ADAL" clId="{BF15BC68-A2CF-4093-A553-41661EC91610}" dt="2025-09-24T11:39:33.314" v="41" actId="26606"/>
          <ac:spMkLst>
            <pc:docMk/>
            <pc:sldMk cId="2999403718" sldId="294"/>
            <ac:spMk id="2" creationId="{17ACD0A6-8A92-4873-95A1-A9DF57578A09}"/>
          </ac:spMkLst>
        </pc:spChg>
        <pc:spChg chg="mod ord">
          <ac:chgData name="Muhammad Ismail Mangrio" userId="590c352b-06fa-4bd0-9f05-47e253030496" providerId="ADAL" clId="{BF15BC68-A2CF-4093-A553-41661EC91610}" dt="2025-09-24T11:51:05.250" v="154" actId="20577"/>
          <ac:spMkLst>
            <pc:docMk/>
            <pc:sldMk cId="2999403718" sldId="294"/>
            <ac:spMk id="3" creationId="{9F7E7E83-E1C1-4642-BAB5-ADDE23F9B0B0}"/>
          </ac:spMkLst>
        </pc:spChg>
        <pc:spChg chg="mod">
          <ac:chgData name="Muhammad Ismail Mangrio" userId="590c352b-06fa-4bd0-9f05-47e253030496" providerId="ADAL" clId="{BF15BC68-A2CF-4093-A553-41661EC91610}" dt="2025-09-24T11:39:33.314" v="41" actId="26606"/>
          <ac:spMkLst>
            <pc:docMk/>
            <pc:sldMk cId="2999403718" sldId="294"/>
            <ac:spMk id="4" creationId="{92AB739B-C4A8-48CD-B30B-3EDA68D8FA60}"/>
          </ac:spMkLst>
        </pc:spChg>
        <pc:spChg chg="add">
          <ac:chgData name="Muhammad Ismail Mangrio" userId="590c352b-06fa-4bd0-9f05-47e253030496" providerId="ADAL" clId="{BF15BC68-A2CF-4093-A553-41661EC91610}" dt="2025-09-24T11:39:33.314" v="41" actId="26606"/>
          <ac:spMkLst>
            <pc:docMk/>
            <pc:sldMk cId="2999403718" sldId="294"/>
            <ac:spMk id="9" creationId="{E80B86A7-A1EC-475B-9166-88902B033A38}"/>
          </ac:spMkLst>
        </pc:spChg>
        <pc:spChg chg="add">
          <ac:chgData name="Muhammad Ismail Mangrio" userId="590c352b-06fa-4bd0-9f05-47e253030496" providerId="ADAL" clId="{BF15BC68-A2CF-4093-A553-41661EC91610}" dt="2025-09-24T11:39:33.314" v="41" actId="26606"/>
          <ac:spMkLst>
            <pc:docMk/>
            <pc:sldMk cId="2999403718" sldId="294"/>
            <ac:spMk id="11" creationId="{C2C29CB1-9F74-4879-A6AF-AEA67B6F1F4D}"/>
          </ac:spMkLst>
        </pc:spChg>
        <pc:spChg chg="add">
          <ac:chgData name="Muhammad Ismail Mangrio" userId="590c352b-06fa-4bd0-9f05-47e253030496" providerId="ADAL" clId="{BF15BC68-A2CF-4093-A553-41661EC91610}" dt="2025-09-24T11:39:33.314" v="41" actId="26606"/>
          <ac:spMkLst>
            <pc:docMk/>
            <pc:sldMk cId="2999403718" sldId="294"/>
            <ac:spMk id="13" creationId="{7E2C7115-5336-410C-AD71-0F0952A2E5A7}"/>
          </ac:spMkLst>
        </pc:spChg>
      </pc:sldChg>
      <pc:sldChg chg="modSp mod modAnim">
        <pc:chgData name="Muhammad Ismail Mangrio" userId="590c352b-06fa-4bd0-9f05-47e253030496" providerId="ADAL" clId="{BF15BC68-A2CF-4093-A553-41661EC91610}" dt="2025-09-24T13:42:26.055" v="194"/>
        <pc:sldMkLst>
          <pc:docMk/>
          <pc:sldMk cId="1420398425" sldId="295"/>
        </pc:sldMkLst>
        <pc:spChg chg="mod">
          <ac:chgData name="Muhammad Ismail Mangrio" userId="590c352b-06fa-4bd0-9f05-47e253030496" providerId="ADAL" clId="{BF15BC68-A2CF-4093-A553-41661EC91610}" dt="2025-09-24T11:53:06.500" v="184" actId="6549"/>
          <ac:spMkLst>
            <pc:docMk/>
            <pc:sldMk cId="1420398425" sldId="295"/>
            <ac:spMk id="3" creationId="{9F7E7E83-E1C1-4642-BAB5-ADDE23F9B0B0}"/>
          </ac:spMkLst>
        </pc:spChg>
      </pc:sldChg>
      <pc:sldChg chg="modSp mod modAnim">
        <pc:chgData name="Muhammad Ismail Mangrio" userId="590c352b-06fa-4bd0-9f05-47e253030496" providerId="ADAL" clId="{BF15BC68-A2CF-4093-A553-41661EC91610}" dt="2025-09-24T13:42:10.699" v="191"/>
        <pc:sldMkLst>
          <pc:docMk/>
          <pc:sldMk cId="3855223953" sldId="296"/>
        </pc:sldMkLst>
        <pc:spChg chg="mod">
          <ac:chgData name="Muhammad Ismail Mangrio" userId="590c352b-06fa-4bd0-9f05-47e253030496" providerId="ADAL" clId="{BF15BC68-A2CF-4093-A553-41661EC91610}" dt="2025-09-24T11:52:23.306" v="179" actId="6549"/>
          <ac:spMkLst>
            <pc:docMk/>
            <pc:sldMk cId="3855223953" sldId="296"/>
            <ac:spMk id="3" creationId="{9F7E7E83-E1C1-4642-BAB5-ADDE23F9B0B0}"/>
          </ac:spMkLst>
        </pc:spChg>
      </pc:sldChg>
      <pc:sldChg chg="modSp mod modAnim">
        <pc:chgData name="Muhammad Ismail Mangrio" userId="590c352b-06fa-4bd0-9f05-47e253030496" providerId="ADAL" clId="{BF15BC68-A2CF-4093-A553-41661EC91610}" dt="2025-09-24T13:42:47.899" v="197"/>
        <pc:sldMkLst>
          <pc:docMk/>
          <pc:sldMk cId="3488086630" sldId="297"/>
        </pc:sldMkLst>
        <pc:spChg chg="mod">
          <ac:chgData name="Muhammad Ismail Mangrio" userId="590c352b-06fa-4bd0-9f05-47e253030496" providerId="ADAL" clId="{BF15BC68-A2CF-4093-A553-41661EC91610}" dt="2025-09-24T13:42:44.512" v="196" actId="113"/>
          <ac:spMkLst>
            <pc:docMk/>
            <pc:sldMk cId="3488086630" sldId="297"/>
            <ac:spMk id="3" creationId="{9F7E7E83-E1C1-4642-BAB5-ADDE23F9B0B0}"/>
          </ac:spMkLst>
        </pc:spChg>
        <pc:picChg chg="mod">
          <ac:chgData name="Muhammad Ismail Mangrio" userId="590c352b-06fa-4bd0-9f05-47e253030496" providerId="ADAL" clId="{BF15BC68-A2CF-4093-A553-41661EC91610}" dt="2025-09-24T13:42:36.309" v="195" actId="1076"/>
          <ac:picMkLst>
            <pc:docMk/>
            <pc:sldMk cId="3488086630" sldId="297"/>
            <ac:picMk id="7" creationId="{17031F82-88C3-4740-8F91-BC87F2A7541F}"/>
          </ac:picMkLst>
        </pc:picChg>
      </pc:sldChg>
      <pc:sldChg chg="modSp mod modAnim">
        <pc:chgData name="Muhammad Ismail Mangrio" userId="590c352b-06fa-4bd0-9f05-47e253030496" providerId="ADAL" clId="{BF15BC68-A2CF-4093-A553-41661EC91610}" dt="2025-09-24T13:43:07.282" v="201"/>
        <pc:sldMkLst>
          <pc:docMk/>
          <pc:sldMk cId="430594836" sldId="298"/>
        </pc:sldMkLst>
        <pc:spChg chg="mod">
          <ac:chgData name="Muhammad Ismail Mangrio" userId="590c352b-06fa-4bd0-9f05-47e253030496" providerId="ADAL" clId="{BF15BC68-A2CF-4093-A553-41661EC91610}" dt="2025-09-24T13:42:53.582" v="198" actId="113"/>
          <ac:spMkLst>
            <pc:docMk/>
            <pc:sldMk cId="430594836" sldId="298"/>
            <ac:spMk id="3" creationId="{9F7E7E83-E1C1-4642-BAB5-ADDE23F9B0B0}"/>
          </ac:spMkLst>
        </pc:spChg>
      </pc:sldChg>
      <pc:sldChg chg="modSp mod modAnim">
        <pc:chgData name="Muhammad Ismail Mangrio" userId="590c352b-06fa-4bd0-9f05-47e253030496" providerId="ADAL" clId="{BF15BC68-A2CF-4093-A553-41661EC91610}" dt="2025-09-24T13:43:24.288" v="203"/>
        <pc:sldMkLst>
          <pc:docMk/>
          <pc:sldMk cId="3081027843" sldId="299"/>
        </pc:sldMkLst>
        <pc:spChg chg="mod">
          <ac:chgData name="Muhammad Ismail Mangrio" userId="590c352b-06fa-4bd0-9f05-47e253030496" providerId="ADAL" clId="{BF15BC68-A2CF-4093-A553-41661EC91610}" dt="2025-09-24T13:43:17.337" v="202" actId="20577"/>
          <ac:spMkLst>
            <pc:docMk/>
            <pc:sldMk cId="3081027843" sldId="299"/>
            <ac:spMk id="3" creationId="{9F7E7E83-E1C1-4642-BAB5-ADDE23F9B0B0}"/>
          </ac:spMkLst>
        </pc:spChg>
      </pc:sldChg>
      <pc:sldChg chg="addSp modSp mod setBg">
        <pc:chgData name="Muhammad Ismail Mangrio" userId="590c352b-06fa-4bd0-9f05-47e253030496" providerId="ADAL" clId="{BF15BC68-A2CF-4093-A553-41661EC91610}" dt="2025-09-24T13:44:01.004" v="210" actId="20577"/>
        <pc:sldMkLst>
          <pc:docMk/>
          <pc:sldMk cId="4174765982" sldId="300"/>
        </pc:sldMkLst>
        <pc:spChg chg="mod">
          <ac:chgData name="Muhammad Ismail Mangrio" userId="590c352b-06fa-4bd0-9f05-47e253030496" providerId="ADAL" clId="{BF15BC68-A2CF-4093-A553-41661EC91610}" dt="2025-09-24T11:40:09.956" v="44" actId="26606"/>
          <ac:spMkLst>
            <pc:docMk/>
            <pc:sldMk cId="4174765982" sldId="300"/>
            <ac:spMk id="2" creationId="{17ACD0A6-8A92-4873-95A1-A9DF57578A09}"/>
          </ac:spMkLst>
        </pc:spChg>
        <pc:spChg chg="mod ord">
          <ac:chgData name="Muhammad Ismail Mangrio" userId="590c352b-06fa-4bd0-9f05-47e253030496" providerId="ADAL" clId="{BF15BC68-A2CF-4093-A553-41661EC91610}" dt="2025-09-24T13:44:01.004" v="210" actId="20577"/>
          <ac:spMkLst>
            <pc:docMk/>
            <pc:sldMk cId="4174765982" sldId="300"/>
            <ac:spMk id="3" creationId="{9F7E7E83-E1C1-4642-BAB5-ADDE23F9B0B0}"/>
          </ac:spMkLst>
        </pc:spChg>
        <pc:spChg chg="mod">
          <ac:chgData name="Muhammad Ismail Mangrio" userId="590c352b-06fa-4bd0-9f05-47e253030496" providerId="ADAL" clId="{BF15BC68-A2CF-4093-A553-41661EC91610}" dt="2025-09-24T11:40:09.956" v="44" actId="26606"/>
          <ac:spMkLst>
            <pc:docMk/>
            <pc:sldMk cId="4174765982" sldId="300"/>
            <ac:spMk id="4" creationId="{92AB739B-C4A8-48CD-B30B-3EDA68D8FA60}"/>
          </ac:spMkLst>
        </pc:spChg>
        <pc:cxnChg chg="add">
          <ac:chgData name="Muhammad Ismail Mangrio" userId="590c352b-06fa-4bd0-9f05-47e253030496" providerId="ADAL" clId="{BF15BC68-A2CF-4093-A553-41661EC91610}" dt="2025-09-24T11:40:09.956" v="44" actId="26606"/>
          <ac:cxnSpMkLst>
            <pc:docMk/>
            <pc:sldMk cId="4174765982" sldId="300"/>
            <ac:cxnSpMk id="9" creationId="{0B5F7E3B-C5F1-40E0-A491-558BAFBC1127}"/>
          </ac:cxnSpMkLst>
        </pc:cxnChg>
      </pc:sldChg>
      <pc:sldChg chg="modSp mod">
        <pc:chgData name="Muhammad Ismail Mangrio" userId="590c352b-06fa-4bd0-9f05-47e253030496" providerId="ADAL" clId="{BF15BC68-A2CF-4093-A553-41661EC91610}" dt="2025-09-24T13:44:16.608" v="211" actId="20577"/>
        <pc:sldMkLst>
          <pc:docMk/>
          <pc:sldMk cId="1588947590" sldId="301"/>
        </pc:sldMkLst>
        <pc:spChg chg="mod">
          <ac:chgData name="Muhammad Ismail Mangrio" userId="590c352b-06fa-4bd0-9f05-47e253030496" providerId="ADAL" clId="{BF15BC68-A2CF-4093-A553-41661EC91610}" dt="2025-09-24T13:44:16.608" v="211" actId="20577"/>
          <ac:spMkLst>
            <pc:docMk/>
            <pc:sldMk cId="1588947590" sldId="301"/>
            <ac:spMk id="3" creationId="{9F7E7E83-E1C1-4642-BAB5-ADDE23F9B0B0}"/>
          </ac:spMkLst>
        </pc:spChg>
      </pc:sldChg>
      <pc:sldChg chg="addSp delSp modSp mod setBg">
        <pc:chgData name="Muhammad Ismail Mangrio" userId="590c352b-06fa-4bd0-9f05-47e253030496" providerId="ADAL" clId="{BF15BC68-A2CF-4093-A553-41661EC91610}" dt="2025-09-24T11:40:50.186" v="54" actId="27636"/>
        <pc:sldMkLst>
          <pc:docMk/>
          <pc:sldMk cId="4183864102" sldId="304"/>
        </pc:sldMkLst>
        <pc:spChg chg="mod">
          <ac:chgData name="Muhammad Ismail Mangrio" userId="590c352b-06fa-4bd0-9f05-47e253030496" providerId="ADAL" clId="{BF15BC68-A2CF-4093-A553-41661EC91610}" dt="2025-09-24T11:40:29.939" v="46" actId="26606"/>
          <ac:spMkLst>
            <pc:docMk/>
            <pc:sldMk cId="4183864102" sldId="304"/>
            <ac:spMk id="2" creationId="{17ACD0A6-8A92-4873-95A1-A9DF57578A09}"/>
          </ac:spMkLst>
        </pc:spChg>
        <pc:spChg chg="mod">
          <ac:chgData name="Muhammad Ismail Mangrio" userId="590c352b-06fa-4bd0-9f05-47e253030496" providerId="ADAL" clId="{BF15BC68-A2CF-4093-A553-41661EC91610}" dt="2025-09-24T11:40:50.186" v="54" actId="27636"/>
          <ac:spMkLst>
            <pc:docMk/>
            <pc:sldMk cId="4183864102" sldId="304"/>
            <ac:spMk id="3" creationId="{9F7E7E83-E1C1-4642-BAB5-ADDE23F9B0B0}"/>
          </ac:spMkLst>
        </pc:spChg>
        <pc:spChg chg="mod">
          <ac:chgData name="Muhammad Ismail Mangrio" userId="590c352b-06fa-4bd0-9f05-47e253030496" providerId="ADAL" clId="{BF15BC68-A2CF-4093-A553-41661EC91610}" dt="2025-09-24T11:40:29.939" v="46" actId="26606"/>
          <ac:spMkLst>
            <pc:docMk/>
            <pc:sldMk cId="4183864102" sldId="304"/>
            <ac:spMk id="4" creationId="{92AB739B-C4A8-48CD-B30B-3EDA68D8FA60}"/>
          </ac:spMkLst>
        </pc:spChg>
        <pc:spChg chg="add del">
          <ac:chgData name="Muhammad Ismail Mangrio" userId="590c352b-06fa-4bd0-9f05-47e253030496" providerId="ADAL" clId="{BF15BC68-A2CF-4093-A553-41661EC91610}" dt="2025-09-24T11:40:44.524" v="50" actId="26606"/>
          <ac:spMkLst>
            <pc:docMk/>
            <pc:sldMk cId="4183864102" sldId="304"/>
            <ac:spMk id="10" creationId="{EB6743CF-E74B-4A3C-A785-599069DB89DF}"/>
          </ac:spMkLst>
        </pc:spChg>
        <pc:spChg chg="add del">
          <ac:chgData name="Muhammad Ismail Mangrio" userId="590c352b-06fa-4bd0-9f05-47e253030496" providerId="ADAL" clId="{BF15BC68-A2CF-4093-A553-41661EC91610}" dt="2025-09-24T11:40:44.524" v="50" actId="26606"/>
          <ac:spMkLst>
            <pc:docMk/>
            <pc:sldMk cId="4183864102" sldId="304"/>
            <ac:spMk id="15" creationId="{EB6743CF-E74B-4A3C-A785-599069DB89DF}"/>
          </ac:spMkLst>
        </pc:spChg>
        <pc:picChg chg="add mod">
          <ac:chgData name="Muhammad Ismail Mangrio" userId="590c352b-06fa-4bd0-9f05-47e253030496" providerId="ADAL" clId="{BF15BC68-A2CF-4093-A553-41661EC91610}" dt="2025-09-24T11:40:44.524" v="50" actId="26606"/>
          <ac:picMkLst>
            <pc:docMk/>
            <pc:sldMk cId="4183864102" sldId="304"/>
            <ac:picMk id="6" creationId="{2C75FD96-2212-2DA3-3224-84A2388C666D}"/>
          </ac:picMkLst>
        </pc:picChg>
      </pc:sldChg>
      <pc:sldChg chg="addSp delSp modSp mod setBg">
        <pc:chgData name="Muhammad Ismail Mangrio" userId="590c352b-06fa-4bd0-9f05-47e253030496" providerId="ADAL" clId="{BF15BC68-A2CF-4093-A553-41661EC91610}" dt="2025-09-24T11:42:04.893" v="62" actId="403"/>
        <pc:sldMkLst>
          <pc:docMk/>
          <pc:sldMk cId="1235561792" sldId="317"/>
        </pc:sldMkLst>
        <pc:spChg chg="mod ord">
          <ac:chgData name="Muhammad Ismail Mangrio" userId="590c352b-06fa-4bd0-9f05-47e253030496" providerId="ADAL" clId="{BF15BC68-A2CF-4093-A553-41661EC91610}" dt="2025-09-24T11:41:48.015" v="57" actId="403"/>
          <ac:spMkLst>
            <pc:docMk/>
            <pc:sldMk cId="1235561792" sldId="317"/>
            <ac:spMk id="2" creationId="{919F5BCA-98F7-4C75-8915-5DD2187C9CDD}"/>
          </ac:spMkLst>
        </pc:spChg>
        <pc:spChg chg="del">
          <ac:chgData name="Muhammad Ismail Mangrio" userId="590c352b-06fa-4bd0-9f05-47e253030496" providerId="ADAL" clId="{BF15BC68-A2CF-4093-A553-41661EC91610}" dt="2025-09-24T11:41:34.083" v="55" actId="26606"/>
          <ac:spMkLst>
            <pc:docMk/>
            <pc:sldMk cId="1235561792" sldId="317"/>
            <ac:spMk id="7" creationId="{74C921A7-4691-4F24-BDE4-CE720CE1AE9C}"/>
          </ac:spMkLst>
        </pc:spChg>
        <pc:spChg chg="mod">
          <ac:chgData name="Muhammad Ismail Mangrio" userId="590c352b-06fa-4bd0-9f05-47e253030496" providerId="ADAL" clId="{BF15BC68-A2CF-4093-A553-41661EC91610}" dt="2025-09-24T11:41:48.015" v="57" actId="403"/>
          <ac:spMkLst>
            <pc:docMk/>
            <pc:sldMk cId="1235561792" sldId="317"/>
            <ac:spMk id="10" creationId="{CFDE254B-F540-493E-82D9-7E566D36F638}"/>
          </ac:spMkLst>
        </pc:spChg>
        <pc:spChg chg="mod">
          <ac:chgData name="Muhammad Ismail Mangrio" userId="590c352b-06fa-4bd0-9f05-47e253030496" providerId="ADAL" clId="{BF15BC68-A2CF-4093-A553-41661EC91610}" dt="2025-09-24T11:41:48.015" v="57" actId="403"/>
          <ac:spMkLst>
            <pc:docMk/>
            <pc:sldMk cId="1235561792" sldId="317"/>
            <ac:spMk id="19" creationId="{6E7DF470-1055-45E4-AB9D-11E42EC53870}"/>
          </ac:spMkLst>
        </pc:spChg>
        <pc:spChg chg="mod">
          <ac:chgData name="Muhammad Ismail Mangrio" userId="590c352b-06fa-4bd0-9f05-47e253030496" providerId="ADAL" clId="{BF15BC68-A2CF-4093-A553-41661EC91610}" dt="2025-09-24T11:41:48.015" v="57" actId="403"/>
          <ac:spMkLst>
            <pc:docMk/>
            <pc:sldMk cId="1235561792" sldId="317"/>
            <ac:spMk id="20" creationId="{6AA35CFF-3837-4B7F-B875-718AC2E14EE7}"/>
          </ac:spMkLst>
        </pc:spChg>
        <pc:spChg chg="mod">
          <ac:chgData name="Muhammad Ismail Mangrio" userId="590c352b-06fa-4bd0-9f05-47e253030496" providerId="ADAL" clId="{BF15BC68-A2CF-4093-A553-41661EC91610}" dt="2025-09-24T11:41:48.015" v="57" actId="403"/>
          <ac:spMkLst>
            <pc:docMk/>
            <pc:sldMk cId="1235561792" sldId="317"/>
            <ac:spMk id="21" creationId="{62F41804-A347-47E3-8BD8-BD00CF2F6441}"/>
          </ac:spMkLst>
        </pc:spChg>
        <pc:spChg chg="mod">
          <ac:chgData name="Muhammad Ismail Mangrio" userId="590c352b-06fa-4bd0-9f05-47e253030496" providerId="ADAL" clId="{BF15BC68-A2CF-4093-A553-41661EC91610}" dt="2025-09-24T11:41:48.015" v="57" actId="403"/>
          <ac:spMkLst>
            <pc:docMk/>
            <pc:sldMk cId="1235561792" sldId="317"/>
            <ac:spMk id="22" creationId="{76894B81-EE9C-4546-BCFA-DD9ED2C0ADB6}"/>
          </ac:spMkLst>
        </pc:spChg>
        <pc:spChg chg="mod">
          <ac:chgData name="Muhammad Ismail Mangrio" userId="590c352b-06fa-4bd0-9f05-47e253030496" providerId="ADAL" clId="{BF15BC68-A2CF-4093-A553-41661EC91610}" dt="2025-09-24T11:41:48.015" v="57" actId="403"/>
          <ac:spMkLst>
            <pc:docMk/>
            <pc:sldMk cId="1235561792" sldId="317"/>
            <ac:spMk id="23" creationId="{3AF181D1-71AC-43D8-A6E1-D4C488D5DC56}"/>
          </ac:spMkLst>
        </pc:spChg>
        <pc:spChg chg="mod">
          <ac:chgData name="Muhammad Ismail Mangrio" userId="590c352b-06fa-4bd0-9f05-47e253030496" providerId="ADAL" clId="{BF15BC68-A2CF-4093-A553-41661EC91610}" dt="2025-09-24T11:41:48.015" v="57" actId="403"/>
          <ac:spMkLst>
            <pc:docMk/>
            <pc:sldMk cId="1235561792" sldId="317"/>
            <ac:spMk id="24" creationId="{4132D661-917C-4D2D-8E37-8590B55D91F8}"/>
          </ac:spMkLst>
        </pc:spChg>
        <pc:spChg chg="mod">
          <ac:chgData name="Muhammad Ismail Mangrio" userId="590c352b-06fa-4bd0-9f05-47e253030496" providerId="ADAL" clId="{BF15BC68-A2CF-4093-A553-41661EC91610}" dt="2025-09-24T11:41:48.015" v="57" actId="403"/>
          <ac:spMkLst>
            <pc:docMk/>
            <pc:sldMk cId="1235561792" sldId="317"/>
            <ac:spMk id="25" creationId="{7969643D-8B71-434D-A235-68CB241F9DCF}"/>
          </ac:spMkLst>
        </pc:spChg>
        <pc:spChg chg="mod">
          <ac:chgData name="Muhammad Ismail Mangrio" userId="590c352b-06fa-4bd0-9f05-47e253030496" providerId="ADAL" clId="{BF15BC68-A2CF-4093-A553-41661EC91610}" dt="2025-09-24T11:41:48.015" v="57" actId="403"/>
          <ac:spMkLst>
            <pc:docMk/>
            <pc:sldMk cId="1235561792" sldId="317"/>
            <ac:spMk id="26" creationId="{DF15C24A-4BCF-47C0-B2FA-76A0EF3384D1}"/>
          </ac:spMkLst>
        </pc:spChg>
        <pc:spChg chg="add">
          <ac:chgData name="Muhammad Ismail Mangrio" userId="590c352b-06fa-4bd0-9f05-47e253030496" providerId="ADAL" clId="{BF15BC68-A2CF-4093-A553-41661EC91610}" dt="2025-09-24T11:41:34.083" v="55" actId="26606"/>
          <ac:spMkLst>
            <pc:docMk/>
            <pc:sldMk cId="1235561792" sldId="317"/>
            <ac:spMk id="28" creationId="{9F4444CE-BC8D-4D61-B303-4C05614E62AB}"/>
          </ac:spMkLst>
        </pc:spChg>
        <pc:spChg chg="add">
          <ac:chgData name="Muhammad Ismail Mangrio" userId="590c352b-06fa-4bd0-9f05-47e253030496" providerId="ADAL" clId="{BF15BC68-A2CF-4093-A553-41661EC91610}" dt="2025-09-24T11:41:34.083" v="55" actId="26606"/>
          <ac:spMkLst>
            <pc:docMk/>
            <pc:sldMk cId="1235561792" sldId="317"/>
            <ac:spMk id="30" creationId="{73772B81-181F-48B7-8826-4D9686D15DF5}"/>
          </ac:spMkLst>
        </pc:spChg>
        <pc:spChg chg="add">
          <ac:chgData name="Muhammad Ismail Mangrio" userId="590c352b-06fa-4bd0-9f05-47e253030496" providerId="ADAL" clId="{BF15BC68-A2CF-4093-A553-41661EC91610}" dt="2025-09-24T11:41:34.083" v="55" actId="26606"/>
          <ac:spMkLst>
            <pc:docMk/>
            <pc:sldMk cId="1235561792" sldId="317"/>
            <ac:spMk id="32" creationId="{B2205F6E-03C6-4E92-877C-E2482F6599AA}"/>
          </ac:spMkLst>
        </pc:spChg>
        <pc:grpChg chg="add">
          <ac:chgData name="Muhammad Ismail Mangrio" userId="590c352b-06fa-4bd0-9f05-47e253030496" providerId="ADAL" clId="{BF15BC68-A2CF-4093-A553-41661EC91610}" dt="2025-09-24T11:41:34.083" v="55" actId="26606"/>
          <ac:grpSpMkLst>
            <pc:docMk/>
            <pc:sldMk cId="1235561792" sldId="317"/>
            <ac:grpSpMk id="16" creationId="{D920209C-E85B-4D6F-A56F-724F5ADA811C}"/>
          </ac:grpSpMkLst>
        </pc:grpChg>
        <pc:graphicFrameChg chg="add modGraphic">
          <ac:chgData name="Muhammad Ismail Mangrio" userId="590c352b-06fa-4bd0-9f05-47e253030496" providerId="ADAL" clId="{BF15BC68-A2CF-4093-A553-41661EC91610}" dt="2025-09-24T11:42:04.893" v="62" actId="403"/>
          <ac:graphicFrameMkLst>
            <pc:docMk/>
            <pc:sldMk cId="1235561792" sldId="317"/>
            <ac:graphicFrameMk id="12" creationId="{C8A08371-3402-A85F-B172-F9BBD4C539DB}"/>
          </ac:graphicFrameMkLst>
        </pc:graphicFrameChg>
      </pc:sldChg>
      <pc:sldChg chg="modSp mod">
        <pc:chgData name="Muhammad Ismail Mangrio" userId="590c352b-06fa-4bd0-9f05-47e253030496" providerId="ADAL" clId="{BF15BC68-A2CF-4093-A553-41661EC91610}" dt="2025-09-24T11:29:02.879" v="35" actId="1076"/>
        <pc:sldMkLst>
          <pc:docMk/>
          <pc:sldMk cId="1039745983" sldId="332"/>
        </pc:sldMkLst>
        <pc:spChg chg="mod">
          <ac:chgData name="Muhammad Ismail Mangrio" userId="590c352b-06fa-4bd0-9f05-47e253030496" providerId="ADAL" clId="{BF15BC68-A2CF-4093-A553-41661EC91610}" dt="2025-09-24T11:28:59.345" v="34" actId="404"/>
          <ac:spMkLst>
            <pc:docMk/>
            <pc:sldMk cId="1039745983" sldId="332"/>
            <ac:spMk id="3" creationId="{9F7E7E83-E1C1-4642-BAB5-ADDE23F9B0B0}"/>
          </ac:spMkLst>
        </pc:spChg>
        <pc:picChg chg="mod">
          <ac:chgData name="Muhammad Ismail Mangrio" userId="590c352b-06fa-4bd0-9f05-47e253030496" providerId="ADAL" clId="{BF15BC68-A2CF-4093-A553-41661EC91610}" dt="2025-09-24T11:29:02.879" v="35" actId="1076"/>
          <ac:picMkLst>
            <pc:docMk/>
            <pc:sldMk cId="1039745983" sldId="332"/>
            <ac:picMk id="10" creationId="{B93D7A33-DE33-475B-8515-FC29C2CD4844}"/>
          </ac:picMkLst>
        </pc:picChg>
      </pc:sldChg>
      <pc:sldChg chg="delSp mod">
        <pc:chgData name="Muhammad Ismail Mangrio" userId="590c352b-06fa-4bd0-9f05-47e253030496" providerId="ADAL" clId="{BF15BC68-A2CF-4093-A553-41661EC91610}" dt="2025-09-24T13:39:55.723" v="185" actId="478"/>
        <pc:sldMkLst>
          <pc:docMk/>
          <pc:sldMk cId="2625354024" sldId="342"/>
        </pc:sldMkLst>
        <pc:spChg chg="del">
          <ac:chgData name="Muhammad Ismail Mangrio" userId="590c352b-06fa-4bd0-9f05-47e253030496" providerId="ADAL" clId="{BF15BC68-A2CF-4093-A553-41661EC91610}" dt="2025-09-24T13:39:55.723" v="185" actId="478"/>
          <ac:spMkLst>
            <pc:docMk/>
            <pc:sldMk cId="2625354024" sldId="342"/>
            <ac:spMk id="3" creationId="{00000000-0000-0000-0000-000000000000}"/>
          </ac:spMkLst>
        </pc:spChg>
      </pc:sldChg>
      <pc:sldChg chg="addSp delSp modSp mod setBg">
        <pc:chgData name="Muhammad Ismail Mangrio" userId="590c352b-06fa-4bd0-9f05-47e253030496" providerId="ADAL" clId="{BF15BC68-A2CF-4093-A553-41661EC91610}" dt="2025-09-24T11:42:35.048" v="70" actId="403"/>
        <pc:sldMkLst>
          <pc:docMk/>
          <pc:sldMk cId="1454647741" sldId="343"/>
        </pc:sldMkLst>
        <pc:spChg chg="mod">
          <ac:chgData name="Muhammad Ismail Mangrio" userId="590c352b-06fa-4bd0-9f05-47e253030496" providerId="ADAL" clId="{BF15BC68-A2CF-4093-A553-41661EC91610}" dt="2025-09-24T11:42:26.659" v="69" actId="26606"/>
          <ac:spMkLst>
            <pc:docMk/>
            <pc:sldMk cId="1454647741" sldId="343"/>
            <ac:spMk id="2" creationId="{180C07C7-26AE-465B-A690-3052DD5089F3}"/>
          </ac:spMkLst>
        </pc:spChg>
        <pc:spChg chg="mod ord">
          <ac:chgData name="Muhammad Ismail Mangrio" userId="590c352b-06fa-4bd0-9f05-47e253030496" providerId="ADAL" clId="{BF15BC68-A2CF-4093-A553-41661EC91610}" dt="2025-09-24T11:42:35.048" v="70" actId="403"/>
          <ac:spMkLst>
            <pc:docMk/>
            <pc:sldMk cId="1454647741" sldId="343"/>
            <ac:spMk id="3" creationId="{E743222B-B225-4F59-BB81-A6DBDB338D0A}"/>
          </ac:spMkLst>
        </pc:spChg>
        <pc:spChg chg="mod">
          <ac:chgData name="Muhammad Ismail Mangrio" userId="590c352b-06fa-4bd0-9f05-47e253030496" providerId="ADAL" clId="{BF15BC68-A2CF-4093-A553-41661EC91610}" dt="2025-09-24T11:42:26.659" v="69" actId="26606"/>
          <ac:spMkLst>
            <pc:docMk/>
            <pc:sldMk cId="1454647741" sldId="343"/>
            <ac:spMk id="4" creationId="{C4AAEF1C-F0DA-48BA-91F1-D404FD90AF94}"/>
          </ac:spMkLst>
        </pc:spChg>
        <pc:spChg chg="add del">
          <ac:chgData name="Muhammad Ismail Mangrio" userId="590c352b-06fa-4bd0-9f05-47e253030496" providerId="ADAL" clId="{BF15BC68-A2CF-4093-A553-41661EC91610}" dt="2025-09-24T11:42:26.659" v="68" actId="26606"/>
          <ac:spMkLst>
            <pc:docMk/>
            <pc:sldMk cId="1454647741" sldId="343"/>
            <ac:spMk id="11" creationId="{C2C29CB1-9F74-4879-A6AF-AEA67B6F1F4D}"/>
          </ac:spMkLst>
        </pc:spChg>
        <pc:spChg chg="add del">
          <ac:chgData name="Muhammad Ismail Mangrio" userId="590c352b-06fa-4bd0-9f05-47e253030496" providerId="ADAL" clId="{BF15BC68-A2CF-4093-A553-41661EC91610}" dt="2025-09-24T11:42:26.659" v="68" actId="26606"/>
          <ac:spMkLst>
            <pc:docMk/>
            <pc:sldMk cId="1454647741" sldId="343"/>
            <ac:spMk id="13" creationId="{7E2C7115-5336-410C-AD71-0F0952A2E5A7}"/>
          </ac:spMkLst>
        </pc:spChg>
        <pc:spChg chg="add del">
          <ac:chgData name="Muhammad Ismail Mangrio" userId="590c352b-06fa-4bd0-9f05-47e253030496" providerId="ADAL" clId="{BF15BC68-A2CF-4093-A553-41661EC91610}" dt="2025-09-24T11:42:21.793" v="64" actId="26606"/>
          <ac:spMkLst>
            <pc:docMk/>
            <pc:sldMk cId="1454647741" sldId="343"/>
            <ac:spMk id="14" creationId="{3F088236-D655-4F88-B238-E16762358025}"/>
          </ac:spMkLst>
        </pc:spChg>
        <pc:spChg chg="add del">
          <ac:chgData name="Muhammad Ismail Mangrio" userId="590c352b-06fa-4bd0-9f05-47e253030496" providerId="ADAL" clId="{BF15BC68-A2CF-4093-A553-41661EC91610}" dt="2025-09-24T11:42:26.659" v="68" actId="26606"/>
          <ac:spMkLst>
            <pc:docMk/>
            <pc:sldMk cId="1454647741" sldId="343"/>
            <ac:spMk id="15" creationId="{E80B86A7-A1EC-475B-9166-88902B033A38}"/>
          </ac:spMkLst>
        </pc:spChg>
        <pc:spChg chg="add del">
          <ac:chgData name="Muhammad Ismail Mangrio" userId="590c352b-06fa-4bd0-9f05-47e253030496" providerId="ADAL" clId="{BF15BC68-A2CF-4093-A553-41661EC91610}" dt="2025-09-24T11:42:21.793" v="64" actId="26606"/>
          <ac:spMkLst>
            <pc:docMk/>
            <pc:sldMk cId="1454647741" sldId="343"/>
            <ac:spMk id="16" creationId="{3DAC0C92-199E-475C-9390-119A9B027276}"/>
          </ac:spMkLst>
        </pc:spChg>
        <pc:spChg chg="add">
          <ac:chgData name="Muhammad Ismail Mangrio" userId="590c352b-06fa-4bd0-9f05-47e253030496" providerId="ADAL" clId="{BF15BC68-A2CF-4093-A553-41661EC91610}" dt="2025-09-24T11:42:26.659" v="69" actId="26606"/>
          <ac:spMkLst>
            <pc:docMk/>
            <pc:sldMk cId="1454647741" sldId="343"/>
            <ac:spMk id="17" creationId="{603AE127-802C-459A-A612-DB85B67F0DC0}"/>
          </ac:spMkLst>
        </pc:spChg>
        <pc:spChg chg="add del">
          <ac:chgData name="Muhammad Ismail Mangrio" userId="590c352b-06fa-4bd0-9f05-47e253030496" providerId="ADAL" clId="{BF15BC68-A2CF-4093-A553-41661EC91610}" dt="2025-09-24T11:42:21.793" v="64" actId="26606"/>
          <ac:spMkLst>
            <pc:docMk/>
            <pc:sldMk cId="1454647741" sldId="343"/>
            <ac:spMk id="18" creationId="{C4CFB339-0ED8-4FE2-9EF1-6D1375B8499B}"/>
          </ac:spMkLst>
        </pc:spChg>
        <pc:spChg chg="add">
          <ac:chgData name="Muhammad Ismail Mangrio" userId="590c352b-06fa-4bd0-9f05-47e253030496" providerId="ADAL" clId="{BF15BC68-A2CF-4093-A553-41661EC91610}" dt="2025-09-24T11:42:26.659" v="69" actId="26606"/>
          <ac:spMkLst>
            <pc:docMk/>
            <pc:sldMk cId="1454647741" sldId="343"/>
            <ac:spMk id="19" creationId="{9323D83D-50D6-4040-A58B-FCEA340F886A}"/>
          </ac:spMkLst>
        </pc:spChg>
        <pc:spChg chg="add del">
          <ac:chgData name="Muhammad Ismail Mangrio" userId="590c352b-06fa-4bd0-9f05-47e253030496" providerId="ADAL" clId="{BF15BC68-A2CF-4093-A553-41661EC91610}" dt="2025-09-24T11:42:21.793" v="64" actId="26606"/>
          <ac:spMkLst>
            <pc:docMk/>
            <pc:sldMk cId="1454647741" sldId="343"/>
            <ac:spMk id="20" creationId="{31896C80-2069-4431-9C19-83B913734490}"/>
          </ac:spMkLst>
        </pc:spChg>
        <pc:spChg chg="add del">
          <ac:chgData name="Muhammad Ismail Mangrio" userId="590c352b-06fa-4bd0-9f05-47e253030496" providerId="ADAL" clId="{BF15BC68-A2CF-4093-A553-41661EC91610}" dt="2025-09-24T11:42:21.793" v="64" actId="26606"/>
          <ac:spMkLst>
            <pc:docMk/>
            <pc:sldMk cId="1454647741" sldId="343"/>
            <ac:spMk id="22" creationId="{BF120A21-0841-4823-B0C4-28AEBCEF9B78}"/>
          </ac:spMkLst>
        </pc:spChg>
        <pc:spChg chg="add">
          <ac:chgData name="Muhammad Ismail Mangrio" userId="590c352b-06fa-4bd0-9f05-47e253030496" providerId="ADAL" clId="{BF15BC68-A2CF-4093-A553-41661EC91610}" dt="2025-09-24T11:42:26.659" v="69" actId="26606"/>
          <ac:spMkLst>
            <pc:docMk/>
            <pc:sldMk cId="1454647741" sldId="343"/>
            <ac:spMk id="23" creationId="{F10FD715-4DCE-4779-B634-EC78315EA213}"/>
          </ac:spMkLst>
        </pc:spChg>
        <pc:spChg chg="add del">
          <ac:chgData name="Muhammad Ismail Mangrio" userId="590c352b-06fa-4bd0-9f05-47e253030496" providerId="ADAL" clId="{BF15BC68-A2CF-4093-A553-41661EC91610}" dt="2025-09-24T11:42:21.793" v="64" actId="26606"/>
          <ac:spMkLst>
            <pc:docMk/>
            <pc:sldMk cId="1454647741" sldId="343"/>
            <ac:spMk id="24" creationId="{DBB05BAE-BBD3-4289-899F-A6851503C6B0}"/>
          </ac:spMkLst>
        </pc:spChg>
        <pc:spChg chg="add del">
          <ac:chgData name="Muhammad Ismail Mangrio" userId="590c352b-06fa-4bd0-9f05-47e253030496" providerId="ADAL" clId="{BF15BC68-A2CF-4093-A553-41661EC91610}" dt="2025-09-24T11:42:21.793" v="64" actId="26606"/>
          <ac:spMkLst>
            <pc:docMk/>
            <pc:sldMk cId="1454647741" sldId="343"/>
            <ac:spMk id="26" creationId="{9874D11C-36F5-4BBE-A490-019A54E953B0}"/>
          </ac:spMkLst>
        </pc:spChg>
        <pc:cxnChg chg="add del">
          <ac:chgData name="Muhammad Ismail Mangrio" userId="590c352b-06fa-4bd0-9f05-47e253030496" providerId="ADAL" clId="{BF15BC68-A2CF-4093-A553-41661EC91610}" dt="2025-09-24T11:42:25.877" v="66" actId="26606"/>
          <ac:cxnSpMkLst>
            <pc:docMk/>
            <pc:sldMk cId="1454647741" sldId="343"/>
            <ac:cxnSpMk id="9" creationId="{0B5F7E3B-C5F1-40E0-A491-558BAFBC1127}"/>
          </ac:cxnSpMkLst>
        </pc:cxnChg>
        <pc:cxnChg chg="add">
          <ac:chgData name="Muhammad Ismail Mangrio" userId="590c352b-06fa-4bd0-9f05-47e253030496" providerId="ADAL" clId="{BF15BC68-A2CF-4093-A553-41661EC91610}" dt="2025-09-24T11:42:26.659" v="69" actId="26606"/>
          <ac:cxnSpMkLst>
            <pc:docMk/>
            <pc:sldMk cId="1454647741" sldId="343"/>
            <ac:cxnSpMk id="21" creationId="{1A1FE6BB-DFB2-4080-9B5E-076EF5DDE67B}"/>
          </ac:cxnSpMkLst>
        </pc:cxnChg>
      </pc:sldChg>
      <pc:sldChg chg="addSp delSp modSp mod setBg setClrOvrMap">
        <pc:chgData name="Muhammad Ismail Mangrio" userId="590c352b-06fa-4bd0-9f05-47e253030496" providerId="ADAL" clId="{BF15BC68-A2CF-4093-A553-41661EC91610}" dt="2025-09-24T11:42:59.518" v="77" actId="255"/>
        <pc:sldMkLst>
          <pc:docMk/>
          <pc:sldMk cId="52967751" sldId="344"/>
        </pc:sldMkLst>
        <pc:spChg chg="mod">
          <ac:chgData name="Muhammad Ismail Mangrio" userId="590c352b-06fa-4bd0-9f05-47e253030496" providerId="ADAL" clId="{BF15BC68-A2CF-4093-A553-41661EC91610}" dt="2025-09-24T11:42:52.877" v="76" actId="26606"/>
          <ac:spMkLst>
            <pc:docMk/>
            <pc:sldMk cId="52967751" sldId="344"/>
            <ac:spMk id="2" creationId="{180C07C7-26AE-465B-A690-3052DD5089F3}"/>
          </ac:spMkLst>
        </pc:spChg>
        <pc:spChg chg="mod ord">
          <ac:chgData name="Muhammad Ismail Mangrio" userId="590c352b-06fa-4bd0-9f05-47e253030496" providerId="ADAL" clId="{BF15BC68-A2CF-4093-A553-41661EC91610}" dt="2025-09-24T11:42:59.518" v="77" actId="255"/>
          <ac:spMkLst>
            <pc:docMk/>
            <pc:sldMk cId="52967751" sldId="344"/>
            <ac:spMk id="3" creationId="{E743222B-B225-4F59-BB81-A6DBDB338D0A}"/>
          </ac:spMkLst>
        </pc:spChg>
        <pc:spChg chg="mod">
          <ac:chgData name="Muhammad Ismail Mangrio" userId="590c352b-06fa-4bd0-9f05-47e253030496" providerId="ADAL" clId="{BF15BC68-A2CF-4093-A553-41661EC91610}" dt="2025-09-24T11:42:52.877" v="76" actId="26606"/>
          <ac:spMkLst>
            <pc:docMk/>
            <pc:sldMk cId="52967751" sldId="344"/>
            <ac:spMk id="4" creationId="{C4AAEF1C-F0DA-48BA-91F1-D404FD90AF94}"/>
          </ac:spMkLst>
        </pc:spChg>
        <pc:spChg chg="del">
          <ac:chgData name="Muhammad Ismail Mangrio" userId="590c352b-06fa-4bd0-9f05-47e253030496" providerId="ADAL" clId="{BF15BC68-A2CF-4093-A553-41661EC91610}" dt="2025-09-24T11:42:52.877" v="76" actId="26606"/>
          <ac:spMkLst>
            <pc:docMk/>
            <pc:sldMk cId="52967751" sldId="344"/>
            <ac:spMk id="9" creationId="{A65AC7D1-EAA9-48F5-B509-60A7F50BF703}"/>
          </ac:spMkLst>
        </pc:spChg>
        <pc:spChg chg="add">
          <ac:chgData name="Muhammad Ismail Mangrio" userId="590c352b-06fa-4bd0-9f05-47e253030496" providerId="ADAL" clId="{BF15BC68-A2CF-4093-A553-41661EC91610}" dt="2025-09-24T11:42:39.996" v="71" actId="26606"/>
          <ac:spMkLst>
            <pc:docMk/>
            <pc:sldMk cId="52967751" sldId="344"/>
            <ac:spMk id="11" creationId="{D6320AF9-619A-4175-865B-5663E1AEF4C5}"/>
          </ac:spMkLst>
        </pc:spChg>
        <pc:spChg chg="add del">
          <ac:chgData name="Muhammad Ismail Mangrio" userId="590c352b-06fa-4bd0-9f05-47e253030496" providerId="ADAL" clId="{BF15BC68-A2CF-4093-A553-41661EC91610}" dt="2025-09-24T11:42:52.877" v="76" actId="26606"/>
          <ac:spMkLst>
            <pc:docMk/>
            <pc:sldMk cId="52967751" sldId="344"/>
            <ac:spMk id="17" creationId="{7E018740-5C2B-4A41-AC1A-7E68D1EC1954}"/>
          </ac:spMkLst>
        </pc:spChg>
        <pc:spChg chg="add del">
          <ac:chgData name="Muhammad Ismail Mangrio" userId="590c352b-06fa-4bd0-9f05-47e253030496" providerId="ADAL" clId="{BF15BC68-A2CF-4093-A553-41661EC91610}" dt="2025-09-24T11:42:52.877" v="76" actId="26606"/>
          <ac:spMkLst>
            <pc:docMk/>
            <pc:sldMk cId="52967751" sldId="344"/>
            <ac:spMk id="19" creationId="{166F75A4-C475-4941-8EE2-B80A06A2C1BB}"/>
          </ac:spMkLst>
        </pc:spChg>
        <pc:spChg chg="add del">
          <ac:chgData name="Muhammad Ismail Mangrio" userId="590c352b-06fa-4bd0-9f05-47e253030496" providerId="ADAL" clId="{BF15BC68-A2CF-4093-A553-41661EC91610}" dt="2025-09-24T11:42:52.877" v="76" actId="26606"/>
          <ac:spMkLst>
            <pc:docMk/>
            <pc:sldMk cId="52967751" sldId="344"/>
            <ac:spMk id="21" creationId="{A032553A-72E8-4B0D-8405-FF9771C9AF05}"/>
          </ac:spMkLst>
        </pc:spChg>
        <pc:spChg chg="add del">
          <ac:chgData name="Muhammad Ismail Mangrio" userId="590c352b-06fa-4bd0-9f05-47e253030496" providerId="ADAL" clId="{BF15BC68-A2CF-4093-A553-41661EC91610}" dt="2025-09-24T11:42:52.877" v="76" actId="26606"/>
          <ac:spMkLst>
            <pc:docMk/>
            <pc:sldMk cId="52967751" sldId="344"/>
            <ac:spMk id="23" creationId="{765800AC-C3B9-498E-87BC-29FAE4C76B21}"/>
          </ac:spMkLst>
        </pc:spChg>
        <pc:spChg chg="add del">
          <ac:chgData name="Muhammad Ismail Mangrio" userId="590c352b-06fa-4bd0-9f05-47e253030496" providerId="ADAL" clId="{BF15BC68-A2CF-4093-A553-41661EC91610}" dt="2025-09-24T11:42:52.877" v="76" actId="26606"/>
          <ac:spMkLst>
            <pc:docMk/>
            <pc:sldMk cId="52967751" sldId="344"/>
            <ac:spMk id="25" creationId="{1F9D6ACB-2FF4-49F9-978A-E0D5327FC635}"/>
          </ac:spMkLst>
        </pc:spChg>
        <pc:spChg chg="add del">
          <ac:chgData name="Muhammad Ismail Mangrio" userId="590c352b-06fa-4bd0-9f05-47e253030496" providerId="ADAL" clId="{BF15BC68-A2CF-4093-A553-41661EC91610}" dt="2025-09-24T11:42:52.877" v="76" actId="26606"/>
          <ac:spMkLst>
            <pc:docMk/>
            <pc:sldMk cId="52967751" sldId="344"/>
            <ac:spMk id="27" creationId="{142BFA2A-77A0-4F60-A32A-685681C84889}"/>
          </ac:spMkLst>
        </pc:spChg>
      </pc:sldChg>
      <pc:sldChg chg="addSp delSp add del setBg delDesignElem">
        <pc:chgData name="Muhammad Ismail Mangrio" userId="590c352b-06fa-4bd0-9f05-47e253030496" providerId="ADAL" clId="{BF15BC68-A2CF-4093-A553-41661EC91610}" dt="2025-09-24T11:02:06.520" v="2"/>
        <pc:sldMkLst>
          <pc:docMk/>
          <pc:sldMk cId="1658932650" sldId="345"/>
        </pc:sldMkLst>
        <pc:spChg chg="add del">
          <ac:chgData name="Muhammad Ismail Mangrio" userId="590c352b-06fa-4bd0-9f05-47e253030496" providerId="ADAL" clId="{BF15BC68-A2CF-4093-A553-41661EC91610}" dt="2025-09-24T11:02:06.520" v="2"/>
          <ac:spMkLst>
            <pc:docMk/>
            <pc:sldMk cId="1658932650" sldId="345"/>
            <ac:spMk id="8" creationId="{27577DEC-D9A5-404D-9789-702F4319BEC8}"/>
          </ac:spMkLst>
        </pc:spChg>
        <pc:grpChg chg="add del">
          <ac:chgData name="Muhammad Ismail Mangrio" userId="590c352b-06fa-4bd0-9f05-47e253030496" providerId="ADAL" clId="{BF15BC68-A2CF-4093-A553-41661EC91610}" dt="2025-09-24T11:02:06.520" v="2"/>
          <ac:grpSpMkLst>
            <pc:docMk/>
            <pc:sldMk cId="1658932650" sldId="345"/>
            <ac:grpSpMk id="10" creationId="{CEEA9366-CEA8-4F23-B065-4337F0D836FE}"/>
          </ac:grpSpMkLst>
        </pc:grpChg>
      </pc:sldChg>
      <pc:sldChg chg="modSp add mod">
        <pc:chgData name="Muhammad Ismail Mangrio" userId="590c352b-06fa-4bd0-9f05-47e253030496" providerId="ADAL" clId="{BF15BC68-A2CF-4093-A553-41661EC91610}" dt="2025-09-24T11:02:25.866" v="7" actId="404"/>
        <pc:sldMkLst>
          <pc:docMk/>
          <pc:sldMk cId="3260095059" sldId="345"/>
        </pc:sldMkLst>
        <pc:spChg chg="mod">
          <ac:chgData name="Muhammad Ismail Mangrio" userId="590c352b-06fa-4bd0-9f05-47e253030496" providerId="ADAL" clId="{BF15BC68-A2CF-4093-A553-41661EC91610}" dt="2025-09-24T11:02:25.866" v="7" actId="404"/>
          <ac:spMkLst>
            <pc:docMk/>
            <pc:sldMk cId="3260095059" sldId="345"/>
            <ac:spMk id="2" creationId="{C8AFFFA3-D2FC-4485-ABF8-56ECFCC3BE5A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E0F271-E0E2-4242-906C-90B2F61C4A2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EE48CAA-4C99-42F7-9029-C9D69340B925}">
      <dgm:prSet/>
      <dgm:spPr/>
      <dgm:t>
        <a:bodyPr/>
        <a:lstStyle/>
        <a:p>
          <a:r>
            <a:rPr lang="en-US"/>
            <a:t>Understanding the flow of a data science process</a:t>
          </a:r>
        </a:p>
      </dgm:t>
    </dgm:pt>
    <dgm:pt modelId="{222FF8F0-81A8-49A0-88F9-BFAB65CB161F}" type="parTrans" cxnId="{F036489B-71DC-4F06-87E9-67A5A139E93C}">
      <dgm:prSet/>
      <dgm:spPr/>
      <dgm:t>
        <a:bodyPr/>
        <a:lstStyle/>
        <a:p>
          <a:endParaRPr lang="en-US"/>
        </a:p>
      </dgm:t>
    </dgm:pt>
    <dgm:pt modelId="{0E9823F8-E2ED-4800-8825-C68E619FBA3C}" type="sibTrans" cxnId="{F036489B-71DC-4F06-87E9-67A5A139E93C}">
      <dgm:prSet/>
      <dgm:spPr/>
      <dgm:t>
        <a:bodyPr/>
        <a:lstStyle/>
        <a:p>
          <a:endParaRPr lang="en-US"/>
        </a:p>
      </dgm:t>
    </dgm:pt>
    <dgm:pt modelId="{4030A519-7AA5-44B5-88BB-936404450FF1}">
      <dgm:prSet/>
      <dgm:spPr/>
      <dgm:t>
        <a:bodyPr/>
        <a:lstStyle/>
        <a:p>
          <a:r>
            <a:rPr lang="en-US"/>
            <a:t>Discussing the steps in a data science process </a:t>
          </a:r>
          <a:br>
            <a:rPr lang="en-US"/>
          </a:br>
          <a:endParaRPr lang="en-US"/>
        </a:p>
      </dgm:t>
    </dgm:pt>
    <dgm:pt modelId="{00A809E6-92B3-43BD-B4D9-E12CEE60B97E}" type="parTrans" cxnId="{6596E191-3E75-4DC3-8F78-54D83A312EC4}">
      <dgm:prSet/>
      <dgm:spPr/>
      <dgm:t>
        <a:bodyPr/>
        <a:lstStyle/>
        <a:p>
          <a:endParaRPr lang="en-US"/>
        </a:p>
      </dgm:t>
    </dgm:pt>
    <dgm:pt modelId="{3565C14C-4DA1-46B3-BF4B-6072CC484040}" type="sibTrans" cxnId="{6596E191-3E75-4DC3-8F78-54D83A312EC4}">
      <dgm:prSet/>
      <dgm:spPr/>
      <dgm:t>
        <a:bodyPr/>
        <a:lstStyle/>
        <a:p>
          <a:endParaRPr lang="en-US"/>
        </a:p>
      </dgm:t>
    </dgm:pt>
    <dgm:pt modelId="{72291D54-56DB-4887-84D6-14CD5C2C3431}" type="pres">
      <dgm:prSet presAssocID="{38E0F271-E0E2-4242-906C-90B2F61C4A25}" presName="root" presStyleCnt="0">
        <dgm:presLayoutVars>
          <dgm:dir/>
          <dgm:resizeHandles val="exact"/>
        </dgm:presLayoutVars>
      </dgm:prSet>
      <dgm:spPr/>
    </dgm:pt>
    <dgm:pt modelId="{08C24E3F-4429-4A72-AA60-34176E59DED2}" type="pres">
      <dgm:prSet presAssocID="{1EE48CAA-4C99-42F7-9029-C9D69340B925}" presName="compNode" presStyleCnt="0"/>
      <dgm:spPr/>
    </dgm:pt>
    <dgm:pt modelId="{28B6ED61-7FBE-495A-8E4D-9D2556FB26A9}" type="pres">
      <dgm:prSet presAssocID="{1EE48CAA-4C99-42F7-9029-C9D69340B925}" presName="bgRect" presStyleLbl="bgShp" presStyleIdx="0" presStyleCnt="2"/>
      <dgm:spPr/>
    </dgm:pt>
    <dgm:pt modelId="{49F265C1-0B25-4B64-BC62-80D6622C74B5}" type="pres">
      <dgm:prSet presAssocID="{1EE48CAA-4C99-42F7-9029-C9D69340B92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B4D0AAC-206B-4EC8-A5C5-30838406F06F}" type="pres">
      <dgm:prSet presAssocID="{1EE48CAA-4C99-42F7-9029-C9D69340B925}" presName="spaceRect" presStyleCnt="0"/>
      <dgm:spPr/>
    </dgm:pt>
    <dgm:pt modelId="{09FFF48F-DCCA-489F-9CB2-01F4E92DEB48}" type="pres">
      <dgm:prSet presAssocID="{1EE48CAA-4C99-42F7-9029-C9D69340B925}" presName="parTx" presStyleLbl="revTx" presStyleIdx="0" presStyleCnt="2">
        <dgm:presLayoutVars>
          <dgm:chMax val="0"/>
          <dgm:chPref val="0"/>
        </dgm:presLayoutVars>
      </dgm:prSet>
      <dgm:spPr/>
    </dgm:pt>
    <dgm:pt modelId="{A4FE892F-C292-4249-9547-0BA9ED05FF67}" type="pres">
      <dgm:prSet presAssocID="{0E9823F8-E2ED-4800-8825-C68E619FBA3C}" presName="sibTrans" presStyleCnt="0"/>
      <dgm:spPr/>
    </dgm:pt>
    <dgm:pt modelId="{34DBB872-93D3-455B-A2CB-015BC8E7B83B}" type="pres">
      <dgm:prSet presAssocID="{4030A519-7AA5-44B5-88BB-936404450FF1}" presName="compNode" presStyleCnt="0"/>
      <dgm:spPr/>
    </dgm:pt>
    <dgm:pt modelId="{72D9F96C-51AC-468D-A65A-E42778390567}" type="pres">
      <dgm:prSet presAssocID="{4030A519-7AA5-44B5-88BB-936404450FF1}" presName="bgRect" presStyleLbl="bgShp" presStyleIdx="1" presStyleCnt="2"/>
      <dgm:spPr/>
    </dgm:pt>
    <dgm:pt modelId="{87236932-D7C2-4260-A617-B39BC4A89182}" type="pres">
      <dgm:prSet presAssocID="{4030A519-7AA5-44B5-88BB-936404450FF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936EFEC-6039-4888-A900-CC820ECD6B6F}" type="pres">
      <dgm:prSet presAssocID="{4030A519-7AA5-44B5-88BB-936404450FF1}" presName="spaceRect" presStyleCnt="0"/>
      <dgm:spPr/>
    </dgm:pt>
    <dgm:pt modelId="{0F181D7C-2410-4D7F-8678-EDFB7BC83F6F}" type="pres">
      <dgm:prSet presAssocID="{4030A519-7AA5-44B5-88BB-936404450FF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F1A2F5A-3C82-476E-9A6C-02E540197E12}" type="presOf" srcId="{38E0F271-E0E2-4242-906C-90B2F61C4A25}" destId="{72291D54-56DB-4887-84D6-14CD5C2C3431}" srcOrd="0" destOrd="0" presId="urn:microsoft.com/office/officeart/2018/2/layout/IconVerticalSolidList"/>
    <dgm:cxn modelId="{6596E191-3E75-4DC3-8F78-54D83A312EC4}" srcId="{38E0F271-E0E2-4242-906C-90B2F61C4A25}" destId="{4030A519-7AA5-44B5-88BB-936404450FF1}" srcOrd="1" destOrd="0" parTransId="{00A809E6-92B3-43BD-B4D9-E12CEE60B97E}" sibTransId="{3565C14C-4DA1-46B3-BF4B-6072CC484040}"/>
    <dgm:cxn modelId="{F036489B-71DC-4F06-87E9-67A5A139E93C}" srcId="{38E0F271-E0E2-4242-906C-90B2F61C4A25}" destId="{1EE48CAA-4C99-42F7-9029-C9D69340B925}" srcOrd="0" destOrd="0" parTransId="{222FF8F0-81A8-49A0-88F9-BFAB65CB161F}" sibTransId="{0E9823F8-E2ED-4800-8825-C68E619FBA3C}"/>
    <dgm:cxn modelId="{FFC68FD5-1170-4910-B451-E0CE4C12F9D5}" type="presOf" srcId="{4030A519-7AA5-44B5-88BB-936404450FF1}" destId="{0F181D7C-2410-4D7F-8678-EDFB7BC83F6F}" srcOrd="0" destOrd="0" presId="urn:microsoft.com/office/officeart/2018/2/layout/IconVerticalSolidList"/>
    <dgm:cxn modelId="{9944D4E9-3760-49CD-822A-1D143718B0DF}" type="presOf" srcId="{1EE48CAA-4C99-42F7-9029-C9D69340B925}" destId="{09FFF48F-DCCA-489F-9CB2-01F4E92DEB48}" srcOrd="0" destOrd="0" presId="urn:microsoft.com/office/officeart/2018/2/layout/IconVerticalSolidList"/>
    <dgm:cxn modelId="{8E5C58A4-3437-4B99-A4E2-99D6CBC632FE}" type="presParOf" srcId="{72291D54-56DB-4887-84D6-14CD5C2C3431}" destId="{08C24E3F-4429-4A72-AA60-34176E59DED2}" srcOrd="0" destOrd="0" presId="urn:microsoft.com/office/officeart/2018/2/layout/IconVerticalSolidList"/>
    <dgm:cxn modelId="{28C2C4E2-A983-4D17-AD92-D9172E5DE4E5}" type="presParOf" srcId="{08C24E3F-4429-4A72-AA60-34176E59DED2}" destId="{28B6ED61-7FBE-495A-8E4D-9D2556FB26A9}" srcOrd="0" destOrd="0" presId="urn:microsoft.com/office/officeart/2018/2/layout/IconVerticalSolidList"/>
    <dgm:cxn modelId="{E8169047-A66A-4AE8-8FB9-03F10D98732E}" type="presParOf" srcId="{08C24E3F-4429-4A72-AA60-34176E59DED2}" destId="{49F265C1-0B25-4B64-BC62-80D6622C74B5}" srcOrd="1" destOrd="0" presId="urn:microsoft.com/office/officeart/2018/2/layout/IconVerticalSolidList"/>
    <dgm:cxn modelId="{F3D022A0-E019-4EE1-9367-B81E5B28465A}" type="presParOf" srcId="{08C24E3F-4429-4A72-AA60-34176E59DED2}" destId="{2B4D0AAC-206B-4EC8-A5C5-30838406F06F}" srcOrd="2" destOrd="0" presId="urn:microsoft.com/office/officeart/2018/2/layout/IconVerticalSolidList"/>
    <dgm:cxn modelId="{3E233172-7049-49F2-9C19-8C66023D1397}" type="presParOf" srcId="{08C24E3F-4429-4A72-AA60-34176E59DED2}" destId="{09FFF48F-DCCA-489F-9CB2-01F4E92DEB48}" srcOrd="3" destOrd="0" presId="urn:microsoft.com/office/officeart/2018/2/layout/IconVerticalSolidList"/>
    <dgm:cxn modelId="{D146D1AF-6478-4F5C-9E68-2A870AD0B218}" type="presParOf" srcId="{72291D54-56DB-4887-84D6-14CD5C2C3431}" destId="{A4FE892F-C292-4249-9547-0BA9ED05FF67}" srcOrd="1" destOrd="0" presId="urn:microsoft.com/office/officeart/2018/2/layout/IconVerticalSolidList"/>
    <dgm:cxn modelId="{DDBE69C2-DE8B-463C-884B-5D26A3050A8A}" type="presParOf" srcId="{72291D54-56DB-4887-84D6-14CD5C2C3431}" destId="{34DBB872-93D3-455B-A2CB-015BC8E7B83B}" srcOrd="2" destOrd="0" presId="urn:microsoft.com/office/officeart/2018/2/layout/IconVerticalSolidList"/>
    <dgm:cxn modelId="{40286015-00D1-47AD-A99C-A4F85152CF79}" type="presParOf" srcId="{34DBB872-93D3-455B-A2CB-015BC8E7B83B}" destId="{72D9F96C-51AC-468D-A65A-E42778390567}" srcOrd="0" destOrd="0" presId="urn:microsoft.com/office/officeart/2018/2/layout/IconVerticalSolidList"/>
    <dgm:cxn modelId="{1CA6CE54-ACF3-40B7-89E2-C4CA9690C2C3}" type="presParOf" srcId="{34DBB872-93D3-455B-A2CB-015BC8E7B83B}" destId="{87236932-D7C2-4260-A617-B39BC4A89182}" srcOrd="1" destOrd="0" presId="urn:microsoft.com/office/officeart/2018/2/layout/IconVerticalSolidList"/>
    <dgm:cxn modelId="{6DB86516-8F27-45EA-A650-DEA93A0A7CE3}" type="presParOf" srcId="{34DBB872-93D3-455B-A2CB-015BC8E7B83B}" destId="{3936EFEC-6039-4888-A900-CC820ECD6B6F}" srcOrd="2" destOrd="0" presId="urn:microsoft.com/office/officeart/2018/2/layout/IconVerticalSolidList"/>
    <dgm:cxn modelId="{9DB544BC-5BAB-4409-AC09-AC4147405A76}" type="presParOf" srcId="{34DBB872-93D3-455B-A2CB-015BC8E7B83B}" destId="{0F181D7C-2410-4D7F-8678-EDFB7BC83F6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2265E6-26ED-4B2D-91A0-5522061CE9DC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0DB29CB4-0BA3-4CFB-ADF7-41FEB2E9DDC3}">
      <dgm:prSet custT="1"/>
      <dgm:spPr/>
      <dgm:t>
        <a:bodyPr/>
        <a:lstStyle/>
        <a:p>
          <a:r>
            <a:rPr lang="en-US" sz="1800" b="0" i="0" dirty="0"/>
            <a:t>Building a model is an iterative process. </a:t>
          </a:r>
          <a:endParaRPr lang="en-US" sz="1800" dirty="0"/>
        </a:p>
      </dgm:t>
    </dgm:pt>
    <dgm:pt modelId="{64B666B1-1ABE-4EED-93D0-24EDC763CA0A}" type="parTrans" cxnId="{CB65D1D0-58E2-46D7-9F3C-973211651B73}">
      <dgm:prSet/>
      <dgm:spPr/>
      <dgm:t>
        <a:bodyPr/>
        <a:lstStyle/>
        <a:p>
          <a:endParaRPr lang="en-US"/>
        </a:p>
      </dgm:t>
    </dgm:pt>
    <dgm:pt modelId="{7288AB8D-A4B6-467D-B6DB-7B7E54ABD58B}" type="sibTrans" cxnId="{CB65D1D0-58E2-46D7-9F3C-973211651B73}">
      <dgm:prSet/>
      <dgm:spPr/>
      <dgm:t>
        <a:bodyPr/>
        <a:lstStyle/>
        <a:p>
          <a:endParaRPr lang="en-US"/>
        </a:p>
      </dgm:t>
    </dgm:pt>
    <dgm:pt modelId="{1A4C3D47-1B72-439B-B27C-9F4BCE5AB29F}">
      <dgm:prSet/>
      <dgm:spPr/>
      <dgm:t>
        <a:bodyPr/>
        <a:lstStyle/>
        <a:p>
          <a:r>
            <a:rPr lang="en-US" b="0" i="0" dirty="0"/>
            <a:t>The way you build your model depends on whether you go with </a:t>
          </a:r>
          <a:r>
            <a:rPr lang="en-US" b="1" i="0" dirty="0"/>
            <a:t>classic statistics </a:t>
          </a:r>
          <a:r>
            <a:rPr lang="en-US" b="0" i="0" dirty="0"/>
            <a:t>or the somewhat more recent </a:t>
          </a:r>
          <a:r>
            <a:rPr lang="en-US" b="1" i="0" dirty="0"/>
            <a:t>machine learning </a:t>
          </a:r>
          <a:r>
            <a:rPr lang="en-US" b="0" i="0" dirty="0"/>
            <a:t>school, and the type of technique you want to use. </a:t>
          </a:r>
          <a:endParaRPr lang="en-US" dirty="0"/>
        </a:p>
      </dgm:t>
    </dgm:pt>
    <dgm:pt modelId="{AE3D92F9-130A-496A-9FFF-2C44CE0D9F77}" type="parTrans" cxnId="{8637BE4A-CC27-4371-B099-E41F62B334AF}">
      <dgm:prSet/>
      <dgm:spPr/>
      <dgm:t>
        <a:bodyPr/>
        <a:lstStyle/>
        <a:p>
          <a:endParaRPr lang="en-US"/>
        </a:p>
      </dgm:t>
    </dgm:pt>
    <dgm:pt modelId="{FBD9F089-A8F8-4EAB-B02F-E06FF7DA5B48}" type="sibTrans" cxnId="{8637BE4A-CC27-4371-B099-E41F62B334AF}">
      <dgm:prSet/>
      <dgm:spPr/>
      <dgm:t>
        <a:bodyPr/>
        <a:lstStyle/>
        <a:p>
          <a:endParaRPr lang="en-US"/>
        </a:p>
      </dgm:t>
    </dgm:pt>
    <dgm:pt modelId="{3BD14C48-2E62-4BE4-B304-31325E26F7F5}">
      <dgm:prSet/>
      <dgm:spPr/>
      <dgm:t>
        <a:bodyPr/>
        <a:lstStyle/>
        <a:p>
          <a:r>
            <a:rPr lang="en-US" b="0" i="0" dirty="0"/>
            <a:t>Most  models consist of the following main steps:</a:t>
          </a:r>
          <a:endParaRPr lang="en-US" dirty="0"/>
        </a:p>
      </dgm:t>
    </dgm:pt>
    <dgm:pt modelId="{CB18B207-B2BE-4648-8AA0-AFE0C5F1282D}" type="parTrans" cxnId="{E3EA692F-E659-4B4D-B71B-0A6F6F370C75}">
      <dgm:prSet/>
      <dgm:spPr/>
      <dgm:t>
        <a:bodyPr/>
        <a:lstStyle/>
        <a:p>
          <a:endParaRPr lang="en-US"/>
        </a:p>
      </dgm:t>
    </dgm:pt>
    <dgm:pt modelId="{78EC8F37-6F8D-49E3-9B90-756F3CF050C7}" type="sibTrans" cxnId="{E3EA692F-E659-4B4D-B71B-0A6F6F370C75}">
      <dgm:prSet/>
      <dgm:spPr/>
      <dgm:t>
        <a:bodyPr/>
        <a:lstStyle/>
        <a:p>
          <a:endParaRPr lang="en-US"/>
        </a:p>
      </dgm:t>
    </dgm:pt>
    <dgm:pt modelId="{5972C8EF-A572-4538-A689-3F4FC8ACFA0A}">
      <dgm:prSet/>
      <dgm:spPr/>
      <dgm:t>
        <a:bodyPr/>
        <a:lstStyle/>
        <a:p>
          <a:r>
            <a:rPr lang="en-US" b="1" i="0"/>
            <a:t>Selection</a:t>
          </a:r>
          <a:r>
            <a:rPr lang="en-US" b="0" i="0"/>
            <a:t> of a modeling technique and variables to enter in the model</a:t>
          </a:r>
          <a:endParaRPr lang="en-US"/>
        </a:p>
      </dgm:t>
    </dgm:pt>
    <dgm:pt modelId="{1FCE7888-D592-490E-B58B-690592704BAE}" type="parTrans" cxnId="{FBEC342A-1161-45F3-A167-736D66DE142C}">
      <dgm:prSet/>
      <dgm:spPr/>
      <dgm:t>
        <a:bodyPr/>
        <a:lstStyle/>
        <a:p>
          <a:endParaRPr lang="en-US"/>
        </a:p>
      </dgm:t>
    </dgm:pt>
    <dgm:pt modelId="{DA3C80E2-9BBD-49A2-9670-1CEDB0F659C8}" type="sibTrans" cxnId="{FBEC342A-1161-45F3-A167-736D66DE142C}">
      <dgm:prSet/>
      <dgm:spPr/>
      <dgm:t>
        <a:bodyPr/>
        <a:lstStyle/>
        <a:p>
          <a:endParaRPr lang="en-US"/>
        </a:p>
      </dgm:t>
    </dgm:pt>
    <dgm:pt modelId="{AFF29D91-5386-467F-8637-2550414C7EB7}">
      <dgm:prSet/>
      <dgm:spPr/>
      <dgm:t>
        <a:bodyPr/>
        <a:lstStyle/>
        <a:p>
          <a:r>
            <a:rPr lang="en-US" b="1"/>
            <a:t>Execution</a:t>
          </a:r>
          <a:r>
            <a:rPr lang="en-US" b="0" i="0"/>
            <a:t> of the model</a:t>
          </a:r>
          <a:endParaRPr lang="en-US"/>
        </a:p>
      </dgm:t>
    </dgm:pt>
    <dgm:pt modelId="{C86C43E3-0123-4FA6-8D88-B5F49D96E3C7}" type="parTrans" cxnId="{8B3ECB4B-48C7-4D53-A9B4-30763547C5A5}">
      <dgm:prSet/>
      <dgm:spPr/>
      <dgm:t>
        <a:bodyPr/>
        <a:lstStyle/>
        <a:p>
          <a:endParaRPr lang="en-US"/>
        </a:p>
      </dgm:t>
    </dgm:pt>
    <dgm:pt modelId="{270B633A-44E7-4593-9FD9-B7502405F1F1}" type="sibTrans" cxnId="{8B3ECB4B-48C7-4D53-A9B4-30763547C5A5}">
      <dgm:prSet/>
      <dgm:spPr/>
      <dgm:t>
        <a:bodyPr/>
        <a:lstStyle/>
        <a:p>
          <a:endParaRPr lang="en-US"/>
        </a:p>
      </dgm:t>
    </dgm:pt>
    <dgm:pt modelId="{1900C63F-C12D-4300-BCC5-E08F5E11F091}">
      <dgm:prSet/>
      <dgm:spPr/>
      <dgm:t>
        <a:bodyPr/>
        <a:lstStyle/>
        <a:p>
          <a:r>
            <a:rPr lang="en-US" b="1"/>
            <a:t>Diagnosis</a:t>
          </a:r>
          <a:r>
            <a:rPr lang="en-US" b="0" i="0"/>
            <a:t> and model comparison</a:t>
          </a:r>
          <a:endParaRPr lang="en-US"/>
        </a:p>
      </dgm:t>
    </dgm:pt>
    <dgm:pt modelId="{37CF7551-3D5B-421F-AE6E-E083FE2666FC}" type="parTrans" cxnId="{B6EA0E31-B02F-4611-AD84-B816FC1F13FF}">
      <dgm:prSet/>
      <dgm:spPr/>
      <dgm:t>
        <a:bodyPr/>
        <a:lstStyle/>
        <a:p>
          <a:endParaRPr lang="en-US"/>
        </a:p>
      </dgm:t>
    </dgm:pt>
    <dgm:pt modelId="{40499CC7-21EF-4593-A1C4-6DB3BBA6EF52}" type="sibTrans" cxnId="{B6EA0E31-B02F-4611-AD84-B816FC1F13FF}">
      <dgm:prSet/>
      <dgm:spPr/>
      <dgm:t>
        <a:bodyPr/>
        <a:lstStyle/>
        <a:p>
          <a:endParaRPr lang="en-US"/>
        </a:p>
      </dgm:t>
    </dgm:pt>
    <dgm:pt modelId="{8E90575A-9A0F-4F2A-A977-AA6813385A27}" type="pres">
      <dgm:prSet presAssocID="{F12265E6-26ED-4B2D-91A0-5522061CE9DC}" presName="vert0" presStyleCnt="0">
        <dgm:presLayoutVars>
          <dgm:dir/>
          <dgm:animOne val="branch"/>
          <dgm:animLvl val="lvl"/>
        </dgm:presLayoutVars>
      </dgm:prSet>
      <dgm:spPr/>
    </dgm:pt>
    <dgm:pt modelId="{789AE129-D966-4ADD-9A99-779BAAF1FADB}" type="pres">
      <dgm:prSet presAssocID="{0DB29CB4-0BA3-4CFB-ADF7-41FEB2E9DDC3}" presName="thickLine" presStyleLbl="alignNode1" presStyleIdx="0" presStyleCnt="6"/>
      <dgm:spPr/>
    </dgm:pt>
    <dgm:pt modelId="{0D81AF73-A9F7-4806-B81A-C00E91D7D92B}" type="pres">
      <dgm:prSet presAssocID="{0DB29CB4-0BA3-4CFB-ADF7-41FEB2E9DDC3}" presName="horz1" presStyleCnt="0"/>
      <dgm:spPr/>
    </dgm:pt>
    <dgm:pt modelId="{DFBA11E1-662D-456C-BDCF-0754338133CD}" type="pres">
      <dgm:prSet presAssocID="{0DB29CB4-0BA3-4CFB-ADF7-41FEB2E9DDC3}" presName="tx1" presStyleLbl="revTx" presStyleIdx="0" presStyleCnt="6"/>
      <dgm:spPr/>
    </dgm:pt>
    <dgm:pt modelId="{3FFCEED4-7A08-4825-9171-B5E71ADCA952}" type="pres">
      <dgm:prSet presAssocID="{0DB29CB4-0BA3-4CFB-ADF7-41FEB2E9DDC3}" presName="vert1" presStyleCnt="0"/>
      <dgm:spPr/>
    </dgm:pt>
    <dgm:pt modelId="{A1336F62-002B-4C26-A92A-4EEADA40D6DF}" type="pres">
      <dgm:prSet presAssocID="{1A4C3D47-1B72-439B-B27C-9F4BCE5AB29F}" presName="thickLine" presStyleLbl="alignNode1" presStyleIdx="1" presStyleCnt="6"/>
      <dgm:spPr/>
    </dgm:pt>
    <dgm:pt modelId="{DF11AE92-18CC-40FC-9D49-AD36061E9F62}" type="pres">
      <dgm:prSet presAssocID="{1A4C3D47-1B72-439B-B27C-9F4BCE5AB29F}" presName="horz1" presStyleCnt="0"/>
      <dgm:spPr/>
    </dgm:pt>
    <dgm:pt modelId="{87425C58-EC1F-45AE-A867-63C3FC4EF395}" type="pres">
      <dgm:prSet presAssocID="{1A4C3D47-1B72-439B-B27C-9F4BCE5AB29F}" presName="tx1" presStyleLbl="revTx" presStyleIdx="1" presStyleCnt="6"/>
      <dgm:spPr/>
    </dgm:pt>
    <dgm:pt modelId="{EB6F0F65-DF74-4ACA-96C0-0B0406CB4608}" type="pres">
      <dgm:prSet presAssocID="{1A4C3D47-1B72-439B-B27C-9F4BCE5AB29F}" presName="vert1" presStyleCnt="0"/>
      <dgm:spPr/>
    </dgm:pt>
    <dgm:pt modelId="{8961A4C2-7F61-4061-AAC4-9D1680BA67A5}" type="pres">
      <dgm:prSet presAssocID="{3BD14C48-2E62-4BE4-B304-31325E26F7F5}" presName="thickLine" presStyleLbl="alignNode1" presStyleIdx="2" presStyleCnt="6"/>
      <dgm:spPr/>
    </dgm:pt>
    <dgm:pt modelId="{78E58759-A3A4-48FA-8CCA-3AF0B3439B0A}" type="pres">
      <dgm:prSet presAssocID="{3BD14C48-2E62-4BE4-B304-31325E26F7F5}" presName="horz1" presStyleCnt="0"/>
      <dgm:spPr/>
    </dgm:pt>
    <dgm:pt modelId="{978A798B-931F-40DC-813A-9237E3004FE2}" type="pres">
      <dgm:prSet presAssocID="{3BD14C48-2E62-4BE4-B304-31325E26F7F5}" presName="tx1" presStyleLbl="revTx" presStyleIdx="2" presStyleCnt="6"/>
      <dgm:spPr/>
    </dgm:pt>
    <dgm:pt modelId="{B9F79DDB-8EC3-4580-B1D5-A0E868F9FACB}" type="pres">
      <dgm:prSet presAssocID="{3BD14C48-2E62-4BE4-B304-31325E26F7F5}" presName="vert1" presStyleCnt="0"/>
      <dgm:spPr/>
    </dgm:pt>
    <dgm:pt modelId="{7B16DD40-7BD2-4BF0-8F66-7754E0C3A596}" type="pres">
      <dgm:prSet presAssocID="{5972C8EF-A572-4538-A689-3F4FC8ACFA0A}" presName="thickLine" presStyleLbl="alignNode1" presStyleIdx="3" presStyleCnt="6"/>
      <dgm:spPr/>
    </dgm:pt>
    <dgm:pt modelId="{D2493100-28DD-4CBA-BF5A-FC573499B825}" type="pres">
      <dgm:prSet presAssocID="{5972C8EF-A572-4538-A689-3F4FC8ACFA0A}" presName="horz1" presStyleCnt="0"/>
      <dgm:spPr/>
    </dgm:pt>
    <dgm:pt modelId="{4C3FF095-0BBD-409D-85EA-A124F295A488}" type="pres">
      <dgm:prSet presAssocID="{5972C8EF-A572-4538-A689-3F4FC8ACFA0A}" presName="tx1" presStyleLbl="revTx" presStyleIdx="3" presStyleCnt="6"/>
      <dgm:spPr/>
    </dgm:pt>
    <dgm:pt modelId="{CD06D9BA-9B19-4EF5-86E2-BB9CEB9BBA5A}" type="pres">
      <dgm:prSet presAssocID="{5972C8EF-A572-4538-A689-3F4FC8ACFA0A}" presName="vert1" presStyleCnt="0"/>
      <dgm:spPr/>
    </dgm:pt>
    <dgm:pt modelId="{707B439E-EBC7-444C-A2F0-7DE397908F92}" type="pres">
      <dgm:prSet presAssocID="{AFF29D91-5386-467F-8637-2550414C7EB7}" presName="thickLine" presStyleLbl="alignNode1" presStyleIdx="4" presStyleCnt="6"/>
      <dgm:spPr/>
    </dgm:pt>
    <dgm:pt modelId="{895548C6-9A27-4968-98FA-9B024E5D9C48}" type="pres">
      <dgm:prSet presAssocID="{AFF29D91-5386-467F-8637-2550414C7EB7}" presName="horz1" presStyleCnt="0"/>
      <dgm:spPr/>
    </dgm:pt>
    <dgm:pt modelId="{5CCE6F81-25BA-4BD7-956D-34CF0417D959}" type="pres">
      <dgm:prSet presAssocID="{AFF29D91-5386-467F-8637-2550414C7EB7}" presName="tx1" presStyleLbl="revTx" presStyleIdx="4" presStyleCnt="6"/>
      <dgm:spPr/>
    </dgm:pt>
    <dgm:pt modelId="{DE2B4605-F33C-4DE8-8D10-6DB6C04EDC62}" type="pres">
      <dgm:prSet presAssocID="{AFF29D91-5386-467F-8637-2550414C7EB7}" presName="vert1" presStyleCnt="0"/>
      <dgm:spPr/>
    </dgm:pt>
    <dgm:pt modelId="{78B2A048-2F72-49C5-9C75-DA9625F4FF4D}" type="pres">
      <dgm:prSet presAssocID="{1900C63F-C12D-4300-BCC5-E08F5E11F091}" presName="thickLine" presStyleLbl="alignNode1" presStyleIdx="5" presStyleCnt="6"/>
      <dgm:spPr/>
    </dgm:pt>
    <dgm:pt modelId="{901E35E5-ED25-4C77-A329-EC100CCD9130}" type="pres">
      <dgm:prSet presAssocID="{1900C63F-C12D-4300-BCC5-E08F5E11F091}" presName="horz1" presStyleCnt="0"/>
      <dgm:spPr/>
    </dgm:pt>
    <dgm:pt modelId="{7F13A59E-54BE-43B6-B578-712A432DEB88}" type="pres">
      <dgm:prSet presAssocID="{1900C63F-C12D-4300-BCC5-E08F5E11F091}" presName="tx1" presStyleLbl="revTx" presStyleIdx="5" presStyleCnt="6"/>
      <dgm:spPr/>
    </dgm:pt>
    <dgm:pt modelId="{962F06D7-0729-4752-8CF0-18AF510D563F}" type="pres">
      <dgm:prSet presAssocID="{1900C63F-C12D-4300-BCC5-E08F5E11F091}" presName="vert1" presStyleCnt="0"/>
      <dgm:spPr/>
    </dgm:pt>
  </dgm:ptLst>
  <dgm:cxnLst>
    <dgm:cxn modelId="{6E7B9601-90BF-40A8-AD55-AC9F38054A57}" type="presOf" srcId="{0DB29CB4-0BA3-4CFB-ADF7-41FEB2E9DDC3}" destId="{DFBA11E1-662D-456C-BDCF-0754338133CD}" srcOrd="0" destOrd="0" presId="urn:microsoft.com/office/officeart/2008/layout/LinedList"/>
    <dgm:cxn modelId="{6C707D17-3034-4D95-AD32-D7B334FCB18A}" type="presOf" srcId="{AFF29D91-5386-467F-8637-2550414C7EB7}" destId="{5CCE6F81-25BA-4BD7-956D-34CF0417D959}" srcOrd="0" destOrd="0" presId="urn:microsoft.com/office/officeart/2008/layout/LinedList"/>
    <dgm:cxn modelId="{C1B2DC1C-C0A1-47A1-909F-893724D17C5E}" type="presOf" srcId="{3BD14C48-2E62-4BE4-B304-31325E26F7F5}" destId="{978A798B-931F-40DC-813A-9237E3004FE2}" srcOrd="0" destOrd="0" presId="urn:microsoft.com/office/officeart/2008/layout/LinedList"/>
    <dgm:cxn modelId="{FBEC342A-1161-45F3-A167-736D66DE142C}" srcId="{F12265E6-26ED-4B2D-91A0-5522061CE9DC}" destId="{5972C8EF-A572-4538-A689-3F4FC8ACFA0A}" srcOrd="3" destOrd="0" parTransId="{1FCE7888-D592-490E-B58B-690592704BAE}" sibTransId="{DA3C80E2-9BBD-49A2-9670-1CEDB0F659C8}"/>
    <dgm:cxn modelId="{E3EA692F-E659-4B4D-B71B-0A6F6F370C75}" srcId="{F12265E6-26ED-4B2D-91A0-5522061CE9DC}" destId="{3BD14C48-2E62-4BE4-B304-31325E26F7F5}" srcOrd="2" destOrd="0" parTransId="{CB18B207-B2BE-4648-8AA0-AFE0C5F1282D}" sibTransId="{78EC8F37-6F8D-49E3-9B90-756F3CF050C7}"/>
    <dgm:cxn modelId="{B6EA0E31-B02F-4611-AD84-B816FC1F13FF}" srcId="{F12265E6-26ED-4B2D-91A0-5522061CE9DC}" destId="{1900C63F-C12D-4300-BCC5-E08F5E11F091}" srcOrd="5" destOrd="0" parTransId="{37CF7551-3D5B-421F-AE6E-E083FE2666FC}" sibTransId="{40499CC7-21EF-4593-A1C4-6DB3BBA6EF52}"/>
    <dgm:cxn modelId="{8637BE4A-CC27-4371-B099-E41F62B334AF}" srcId="{F12265E6-26ED-4B2D-91A0-5522061CE9DC}" destId="{1A4C3D47-1B72-439B-B27C-9F4BCE5AB29F}" srcOrd="1" destOrd="0" parTransId="{AE3D92F9-130A-496A-9FFF-2C44CE0D9F77}" sibTransId="{FBD9F089-A8F8-4EAB-B02F-E06FF7DA5B48}"/>
    <dgm:cxn modelId="{8B3ECB4B-48C7-4D53-A9B4-30763547C5A5}" srcId="{F12265E6-26ED-4B2D-91A0-5522061CE9DC}" destId="{AFF29D91-5386-467F-8637-2550414C7EB7}" srcOrd="4" destOrd="0" parTransId="{C86C43E3-0123-4FA6-8D88-B5F49D96E3C7}" sibTransId="{270B633A-44E7-4593-9FD9-B7502405F1F1}"/>
    <dgm:cxn modelId="{1AAC5FB7-62B0-4FCE-91AA-368595BF7853}" type="presOf" srcId="{5972C8EF-A572-4538-A689-3F4FC8ACFA0A}" destId="{4C3FF095-0BBD-409D-85EA-A124F295A488}" srcOrd="0" destOrd="0" presId="urn:microsoft.com/office/officeart/2008/layout/LinedList"/>
    <dgm:cxn modelId="{CB65D1D0-58E2-46D7-9F3C-973211651B73}" srcId="{F12265E6-26ED-4B2D-91A0-5522061CE9DC}" destId="{0DB29CB4-0BA3-4CFB-ADF7-41FEB2E9DDC3}" srcOrd="0" destOrd="0" parTransId="{64B666B1-1ABE-4EED-93D0-24EDC763CA0A}" sibTransId="{7288AB8D-A4B6-467D-B6DB-7B7E54ABD58B}"/>
    <dgm:cxn modelId="{9DD3A3DE-ECA8-4A6E-9895-629E3DC5D986}" type="presOf" srcId="{1A4C3D47-1B72-439B-B27C-9F4BCE5AB29F}" destId="{87425C58-EC1F-45AE-A867-63C3FC4EF395}" srcOrd="0" destOrd="0" presId="urn:microsoft.com/office/officeart/2008/layout/LinedList"/>
    <dgm:cxn modelId="{8115DCE9-3753-4573-BC2E-792478DB34F3}" type="presOf" srcId="{1900C63F-C12D-4300-BCC5-E08F5E11F091}" destId="{7F13A59E-54BE-43B6-B578-712A432DEB88}" srcOrd="0" destOrd="0" presId="urn:microsoft.com/office/officeart/2008/layout/LinedList"/>
    <dgm:cxn modelId="{BCF450FD-C83D-4F4C-AE42-7356180680AE}" type="presOf" srcId="{F12265E6-26ED-4B2D-91A0-5522061CE9DC}" destId="{8E90575A-9A0F-4F2A-A977-AA6813385A27}" srcOrd="0" destOrd="0" presId="urn:microsoft.com/office/officeart/2008/layout/LinedList"/>
    <dgm:cxn modelId="{6328B609-F96F-432B-86C6-D502985F5F41}" type="presParOf" srcId="{8E90575A-9A0F-4F2A-A977-AA6813385A27}" destId="{789AE129-D966-4ADD-9A99-779BAAF1FADB}" srcOrd="0" destOrd="0" presId="urn:microsoft.com/office/officeart/2008/layout/LinedList"/>
    <dgm:cxn modelId="{C3741283-3E53-49C5-A92E-5F2FA59C2544}" type="presParOf" srcId="{8E90575A-9A0F-4F2A-A977-AA6813385A27}" destId="{0D81AF73-A9F7-4806-B81A-C00E91D7D92B}" srcOrd="1" destOrd="0" presId="urn:microsoft.com/office/officeart/2008/layout/LinedList"/>
    <dgm:cxn modelId="{7052980A-137F-4E31-8996-E329428F69C6}" type="presParOf" srcId="{0D81AF73-A9F7-4806-B81A-C00E91D7D92B}" destId="{DFBA11E1-662D-456C-BDCF-0754338133CD}" srcOrd="0" destOrd="0" presId="urn:microsoft.com/office/officeart/2008/layout/LinedList"/>
    <dgm:cxn modelId="{63ED200F-F15B-48A7-9427-77E0D80A3217}" type="presParOf" srcId="{0D81AF73-A9F7-4806-B81A-C00E91D7D92B}" destId="{3FFCEED4-7A08-4825-9171-B5E71ADCA952}" srcOrd="1" destOrd="0" presId="urn:microsoft.com/office/officeart/2008/layout/LinedList"/>
    <dgm:cxn modelId="{B689D274-4AC0-4519-9CF5-84A53B15AEF1}" type="presParOf" srcId="{8E90575A-9A0F-4F2A-A977-AA6813385A27}" destId="{A1336F62-002B-4C26-A92A-4EEADA40D6DF}" srcOrd="2" destOrd="0" presId="urn:microsoft.com/office/officeart/2008/layout/LinedList"/>
    <dgm:cxn modelId="{3C5440C3-1430-46E2-B0A6-011E885A4847}" type="presParOf" srcId="{8E90575A-9A0F-4F2A-A977-AA6813385A27}" destId="{DF11AE92-18CC-40FC-9D49-AD36061E9F62}" srcOrd="3" destOrd="0" presId="urn:microsoft.com/office/officeart/2008/layout/LinedList"/>
    <dgm:cxn modelId="{8B2AA54F-46D7-40FE-8F76-D23529F03306}" type="presParOf" srcId="{DF11AE92-18CC-40FC-9D49-AD36061E9F62}" destId="{87425C58-EC1F-45AE-A867-63C3FC4EF395}" srcOrd="0" destOrd="0" presId="urn:microsoft.com/office/officeart/2008/layout/LinedList"/>
    <dgm:cxn modelId="{87A910D9-BB07-420B-9213-C900BED4C4E7}" type="presParOf" srcId="{DF11AE92-18CC-40FC-9D49-AD36061E9F62}" destId="{EB6F0F65-DF74-4ACA-96C0-0B0406CB4608}" srcOrd="1" destOrd="0" presId="urn:microsoft.com/office/officeart/2008/layout/LinedList"/>
    <dgm:cxn modelId="{9A44BA30-369B-4CC8-908A-6ABD8AAB4A67}" type="presParOf" srcId="{8E90575A-9A0F-4F2A-A977-AA6813385A27}" destId="{8961A4C2-7F61-4061-AAC4-9D1680BA67A5}" srcOrd="4" destOrd="0" presId="urn:microsoft.com/office/officeart/2008/layout/LinedList"/>
    <dgm:cxn modelId="{39CB3CAB-2728-4B76-8BF2-F5015D298A2A}" type="presParOf" srcId="{8E90575A-9A0F-4F2A-A977-AA6813385A27}" destId="{78E58759-A3A4-48FA-8CCA-3AF0B3439B0A}" srcOrd="5" destOrd="0" presId="urn:microsoft.com/office/officeart/2008/layout/LinedList"/>
    <dgm:cxn modelId="{12FF4059-38A9-4A27-8D33-651F3D009EC2}" type="presParOf" srcId="{78E58759-A3A4-48FA-8CCA-3AF0B3439B0A}" destId="{978A798B-931F-40DC-813A-9237E3004FE2}" srcOrd="0" destOrd="0" presId="urn:microsoft.com/office/officeart/2008/layout/LinedList"/>
    <dgm:cxn modelId="{5114E2CC-A7E1-4639-A74C-84AF62F0A479}" type="presParOf" srcId="{78E58759-A3A4-48FA-8CCA-3AF0B3439B0A}" destId="{B9F79DDB-8EC3-4580-B1D5-A0E868F9FACB}" srcOrd="1" destOrd="0" presId="urn:microsoft.com/office/officeart/2008/layout/LinedList"/>
    <dgm:cxn modelId="{836DFCF9-7FC4-4410-9B22-C8F8096A7F6E}" type="presParOf" srcId="{8E90575A-9A0F-4F2A-A977-AA6813385A27}" destId="{7B16DD40-7BD2-4BF0-8F66-7754E0C3A596}" srcOrd="6" destOrd="0" presId="urn:microsoft.com/office/officeart/2008/layout/LinedList"/>
    <dgm:cxn modelId="{A2DA7153-0595-4AD8-80BF-6161FE8715D8}" type="presParOf" srcId="{8E90575A-9A0F-4F2A-A977-AA6813385A27}" destId="{D2493100-28DD-4CBA-BF5A-FC573499B825}" srcOrd="7" destOrd="0" presId="urn:microsoft.com/office/officeart/2008/layout/LinedList"/>
    <dgm:cxn modelId="{812714C3-1717-49E1-B29B-517D3B472E54}" type="presParOf" srcId="{D2493100-28DD-4CBA-BF5A-FC573499B825}" destId="{4C3FF095-0BBD-409D-85EA-A124F295A488}" srcOrd="0" destOrd="0" presId="urn:microsoft.com/office/officeart/2008/layout/LinedList"/>
    <dgm:cxn modelId="{05E7E55E-EADE-40B0-A791-89FDEFAC07F0}" type="presParOf" srcId="{D2493100-28DD-4CBA-BF5A-FC573499B825}" destId="{CD06D9BA-9B19-4EF5-86E2-BB9CEB9BBA5A}" srcOrd="1" destOrd="0" presId="urn:microsoft.com/office/officeart/2008/layout/LinedList"/>
    <dgm:cxn modelId="{DDA59E48-A672-49F1-892B-33E93710075C}" type="presParOf" srcId="{8E90575A-9A0F-4F2A-A977-AA6813385A27}" destId="{707B439E-EBC7-444C-A2F0-7DE397908F92}" srcOrd="8" destOrd="0" presId="urn:microsoft.com/office/officeart/2008/layout/LinedList"/>
    <dgm:cxn modelId="{5F6B6222-572D-401F-B693-C77460E09716}" type="presParOf" srcId="{8E90575A-9A0F-4F2A-A977-AA6813385A27}" destId="{895548C6-9A27-4968-98FA-9B024E5D9C48}" srcOrd="9" destOrd="0" presId="urn:microsoft.com/office/officeart/2008/layout/LinedList"/>
    <dgm:cxn modelId="{B6AF8312-AFDF-453B-BE76-EF0194D34676}" type="presParOf" srcId="{895548C6-9A27-4968-98FA-9B024E5D9C48}" destId="{5CCE6F81-25BA-4BD7-956D-34CF0417D959}" srcOrd="0" destOrd="0" presId="urn:microsoft.com/office/officeart/2008/layout/LinedList"/>
    <dgm:cxn modelId="{F688795F-4AFE-4001-93A5-58198AFC3515}" type="presParOf" srcId="{895548C6-9A27-4968-98FA-9B024E5D9C48}" destId="{DE2B4605-F33C-4DE8-8D10-6DB6C04EDC62}" srcOrd="1" destOrd="0" presId="urn:microsoft.com/office/officeart/2008/layout/LinedList"/>
    <dgm:cxn modelId="{25D2A541-01D0-4D74-9A07-D8EA4BC25D8A}" type="presParOf" srcId="{8E90575A-9A0F-4F2A-A977-AA6813385A27}" destId="{78B2A048-2F72-49C5-9C75-DA9625F4FF4D}" srcOrd="10" destOrd="0" presId="urn:microsoft.com/office/officeart/2008/layout/LinedList"/>
    <dgm:cxn modelId="{94C52A0B-6C4B-4610-B770-3CD578ABC5CB}" type="presParOf" srcId="{8E90575A-9A0F-4F2A-A977-AA6813385A27}" destId="{901E35E5-ED25-4C77-A329-EC100CCD9130}" srcOrd="11" destOrd="0" presId="urn:microsoft.com/office/officeart/2008/layout/LinedList"/>
    <dgm:cxn modelId="{E60B3890-BE7B-499A-83AE-0507D0D953ED}" type="presParOf" srcId="{901E35E5-ED25-4C77-A329-EC100CCD9130}" destId="{7F13A59E-54BE-43B6-B578-712A432DEB88}" srcOrd="0" destOrd="0" presId="urn:microsoft.com/office/officeart/2008/layout/LinedList"/>
    <dgm:cxn modelId="{5210AAA6-2546-4BDE-A67C-1179E35D2CDD}" type="presParOf" srcId="{901E35E5-ED25-4C77-A329-EC100CCD9130}" destId="{962F06D7-0729-4752-8CF0-18AF510D563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B6ED61-7FBE-495A-8E4D-9D2556FB26A9}">
      <dsp:nvSpPr>
        <dsp:cNvPr id="0" name=""/>
        <dsp:cNvSpPr/>
      </dsp:nvSpPr>
      <dsp:spPr>
        <a:xfrm>
          <a:off x="0" y="665190"/>
          <a:ext cx="9618133" cy="122804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F265C1-0B25-4B64-BC62-80D6622C74B5}">
      <dsp:nvSpPr>
        <dsp:cNvPr id="0" name=""/>
        <dsp:cNvSpPr/>
      </dsp:nvSpPr>
      <dsp:spPr>
        <a:xfrm>
          <a:off x="371483" y="941500"/>
          <a:ext cx="675424" cy="6754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FFF48F-DCCA-489F-9CB2-01F4E92DEB48}">
      <dsp:nvSpPr>
        <dsp:cNvPr id="0" name=""/>
        <dsp:cNvSpPr/>
      </dsp:nvSpPr>
      <dsp:spPr>
        <a:xfrm>
          <a:off x="1418391" y="665190"/>
          <a:ext cx="8199741" cy="1228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968" tIns="129968" rIns="129968" bIns="12996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Understanding the flow of a data science process</a:t>
          </a:r>
        </a:p>
      </dsp:txBody>
      <dsp:txXfrm>
        <a:off x="1418391" y="665190"/>
        <a:ext cx="8199741" cy="1228044"/>
      </dsp:txXfrm>
    </dsp:sp>
    <dsp:sp modelId="{72D9F96C-51AC-468D-A65A-E42778390567}">
      <dsp:nvSpPr>
        <dsp:cNvPr id="0" name=""/>
        <dsp:cNvSpPr/>
      </dsp:nvSpPr>
      <dsp:spPr>
        <a:xfrm>
          <a:off x="0" y="2200246"/>
          <a:ext cx="9618133" cy="122804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236932-D7C2-4260-A617-B39BC4A89182}">
      <dsp:nvSpPr>
        <dsp:cNvPr id="0" name=""/>
        <dsp:cNvSpPr/>
      </dsp:nvSpPr>
      <dsp:spPr>
        <a:xfrm>
          <a:off x="371483" y="2476556"/>
          <a:ext cx="675424" cy="6754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181D7C-2410-4D7F-8678-EDFB7BC83F6F}">
      <dsp:nvSpPr>
        <dsp:cNvPr id="0" name=""/>
        <dsp:cNvSpPr/>
      </dsp:nvSpPr>
      <dsp:spPr>
        <a:xfrm>
          <a:off x="1418391" y="2200246"/>
          <a:ext cx="8199741" cy="1228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968" tIns="129968" rIns="129968" bIns="12996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Discussing the steps in a data science process </a:t>
          </a:r>
          <a:br>
            <a:rPr lang="en-US" sz="2500" kern="1200"/>
          </a:br>
          <a:endParaRPr lang="en-US" sz="2500" kern="1200"/>
        </a:p>
      </dsp:txBody>
      <dsp:txXfrm>
        <a:off x="1418391" y="2200246"/>
        <a:ext cx="8199741" cy="12280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9AE129-D966-4ADD-9A99-779BAAF1FADB}">
      <dsp:nvSpPr>
        <dsp:cNvPr id="0" name=""/>
        <dsp:cNvSpPr/>
      </dsp:nvSpPr>
      <dsp:spPr>
        <a:xfrm>
          <a:off x="0" y="1998"/>
          <a:ext cx="961813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BA11E1-662D-456C-BDCF-0754338133CD}">
      <dsp:nvSpPr>
        <dsp:cNvPr id="0" name=""/>
        <dsp:cNvSpPr/>
      </dsp:nvSpPr>
      <dsp:spPr>
        <a:xfrm>
          <a:off x="0" y="1998"/>
          <a:ext cx="9618133" cy="681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Building a model is an iterative process. </a:t>
          </a:r>
          <a:endParaRPr lang="en-US" sz="1800" kern="1200" dirty="0"/>
        </a:p>
      </dsp:txBody>
      <dsp:txXfrm>
        <a:off x="0" y="1998"/>
        <a:ext cx="9618133" cy="681580"/>
      </dsp:txXfrm>
    </dsp:sp>
    <dsp:sp modelId="{A1336F62-002B-4C26-A92A-4EEADA40D6DF}">
      <dsp:nvSpPr>
        <dsp:cNvPr id="0" name=""/>
        <dsp:cNvSpPr/>
      </dsp:nvSpPr>
      <dsp:spPr>
        <a:xfrm>
          <a:off x="0" y="683579"/>
          <a:ext cx="961813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425C58-EC1F-45AE-A867-63C3FC4EF395}">
      <dsp:nvSpPr>
        <dsp:cNvPr id="0" name=""/>
        <dsp:cNvSpPr/>
      </dsp:nvSpPr>
      <dsp:spPr>
        <a:xfrm>
          <a:off x="0" y="683579"/>
          <a:ext cx="9618133" cy="681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The way you build your model depends on whether you go with </a:t>
          </a:r>
          <a:r>
            <a:rPr lang="en-US" sz="1700" b="1" i="0" kern="1200" dirty="0"/>
            <a:t>classic statistics </a:t>
          </a:r>
          <a:r>
            <a:rPr lang="en-US" sz="1700" b="0" i="0" kern="1200" dirty="0"/>
            <a:t>or the somewhat more recent </a:t>
          </a:r>
          <a:r>
            <a:rPr lang="en-US" sz="1700" b="1" i="0" kern="1200" dirty="0"/>
            <a:t>machine learning </a:t>
          </a:r>
          <a:r>
            <a:rPr lang="en-US" sz="1700" b="0" i="0" kern="1200" dirty="0"/>
            <a:t>school, and the type of technique you want to use. </a:t>
          </a:r>
          <a:endParaRPr lang="en-US" sz="1700" kern="1200" dirty="0"/>
        </a:p>
      </dsp:txBody>
      <dsp:txXfrm>
        <a:off x="0" y="683579"/>
        <a:ext cx="9618133" cy="681580"/>
      </dsp:txXfrm>
    </dsp:sp>
    <dsp:sp modelId="{8961A4C2-7F61-4061-AAC4-9D1680BA67A5}">
      <dsp:nvSpPr>
        <dsp:cNvPr id="0" name=""/>
        <dsp:cNvSpPr/>
      </dsp:nvSpPr>
      <dsp:spPr>
        <a:xfrm>
          <a:off x="0" y="1365160"/>
          <a:ext cx="961813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8A798B-931F-40DC-813A-9237E3004FE2}">
      <dsp:nvSpPr>
        <dsp:cNvPr id="0" name=""/>
        <dsp:cNvSpPr/>
      </dsp:nvSpPr>
      <dsp:spPr>
        <a:xfrm>
          <a:off x="0" y="1365160"/>
          <a:ext cx="9618133" cy="681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Most  models consist of the following main steps:</a:t>
          </a:r>
          <a:endParaRPr lang="en-US" sz="1700" kern="1200" dirty="0"/>
        </a:p>
      </dsp:txBody>
      <dsp:txXfrm>
        <a:off x="0" y="1365160"/>
        <a:ext cx="9618133" cy="681580"/>
      </dsp:txXfrm>
    </dsp:sp>
    <dsp:sp modelId="{7B16DD40-7BD2-4BF0-8F66-7754E0C3A596}">
      <dsp:nvSpPr>
        <dsp:cNvPr id="0" name=""/>
        <dsp:cNvSpPr/>
      </dsp:nvSpPr>
      <dsp:spPr>
        <a:xfrm>
          <a:off x="0" y="2046740"/>
          <a:ext cx="961813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3FF095-0BBD-409D-85EA-A124F295A488}">
      <dsp:nvSpPr>
        <dsp:cNvPr id="0" name=""/>
        <dsp:cNvSpPr/>
      </dsp:nvSpPr>
      <dsp:spPr>
        <a:xfrm>
          <a:off x="0" y="2046741"/>
          <a:ext cx="9618133" cy="681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/>
            <a:t>Selection</a:t>
          </a:r>
          <a:r>
            <a:rPr lang="en-US" sz="1700" b="0" i="0" kern="1200"/>
            <a:t> of a modeling technique and variables to enter in the model</a:t>
          </a:r>
          <a:endParaRPr lang="en-US" sz="1700" kern="1200"/>
        </a:p>
      </dsp:txBody>
      <dsp:txXfrm>
        <a:off x="0" y="2046741"/>
        <a:ext cx="9618133" cy="681580"/>
      </dsp:txXfrm>
    </dsp:sp>
    <dsp:sp modelId="{707B439E-EBC7-444C-A2F0-7DE397908F92}">
      <dsp:nvSpPr>
        <dsp:cNvPr id="0" name=""/>
        <dsp:cNvSpPr/>
      </dsp:nvSpPr>
      <dsp:spPr>
        <a:xfrm>
          <a:off x="0" y="2728321"/>
          <a:ext cx="961813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CE6F81-25BA-4BD7-956D-34CF0417D959}">
      <dsp:nvSpPr>
        <dsp:cNvPr id="0" name=""/>
        <dsp:cNvSpPr/>
      </dsp:nvSpPr>
      <dsp:spPr>
        <a:xfrm>
          <a:off x="0" y="2728321"/>
          <a:ext cx="9618133" cy="681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Execution</a:t>
          </a:r>
          <a:r>
            <a:rPr lang="en-US" sz="1700" b="0" i="0" kern="1200"/>
            <a:t> of the model</a:t>
          </a:r>
          <a:endParaRPr lang="en-US" sz="1700" kern="1200"/>
        </a:p>
      </dsp:txBody>
      <dsp:txXfrm>
        <a:off x="0" y="2728321"/>
        <a:ext cx="9618133" cy="681580"/>
      </dsp:txXfrm>
    </dsp:sp>
    <dsp:sp modelId="{78B2A048-2F72-49C5-9C75-DA9625F4FF4D}">
      <dsp:nvSpPr>
        <dsp:cNvPr id="0" name=""/>
        <dsp:cNvSpPr/>
      </dsp:nvSpPr>
      <dsp:spPr>
        <a:xfrm>
          <a:off x="0" y="3409902"/>
          <a:ext cx="961813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13A59E-54BE-43B6-B578-712A432DEB88}">
      <dsp:nvSpPr>
        <dsp:cNvPr id="0" name=""/>
        <dsp:cNvSpPr/>
      </dsp:nvSpPr>
      <dsp:spPr>
        <a:xfrm>
          <a:off x="0" y="3409902"/>
          <a:ext cx="9618133" cy="681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Diagnosis</a:t>
          </a:r>
          <a:r>
            <a:rPr lang="en-US" sz="1700" b="0" i="0" kern="1200"/>
            <a:t> and model comparison</a:t>
          </a:r>
          <a:endParaRPr lang="en-US" sz="1700" kern="1200"/>
        </a:p>
      </dsp:txBody>
      <dsp:txXfrm>
        <a:off x="0" y="3409902"/>
        <a:ext cx="9618133" cy="6815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C09E9-14A4-45C6-99A8-7CC7BB07ADA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84E74-A0D6-41E3-ADF1-94BED98E5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304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D40A0-6A14-4DC2-B961-001C9513D6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E5AE87-C35F-4C2F-AD08-D73FD39F4F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4DA23-FCAA-4679-8BE8-72E77C4B9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EC094-ABCD-4DC1-8405-6202EEF96C0C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4D9E2-7802-4FC8-9E2F-99849D1C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37A9C-41AF-4BB3-9283-86AC21096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3368-87E2-45D4-94DC-4C7E2F69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009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84211-EE05-4884-8F04-3696F8AFE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C8108-2612-4681-BB7E-D89D773F8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207AD-E5B1-4F11-A56E-ACC7C46D9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5C0D7-590D-44EB-B4AB-D634F290ECD3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415C8-EEA9-4C2A-9F3B-EB13A6898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AD01F-3955-4196-BCEA-AD68EC5CE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3368-87E2-45D4-94DC-4C7E2F69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474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5135-D581-4F98-B725-6486F7DA8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B5886B-9E4C-4CFA-9699-4CE1ACAE6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61DD5-0CA6-433F-8FD6-005987972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53463-F313-479B-B91E-2C04F813A215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09AFE-1821-4DB9-959E-4047114A9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8D4C6-A231-4C79-99D2-94494FD7A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3368-87E2-45D4-94DC-4C7E2F69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012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1339C-BFC2-4467-8529-46F6D8D11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4D8C6-5534-4698-A273-DB05F6B5F3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2ED41C-C070-4A39-927E-23EA8264F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E58C5-9AFF-4213-A596-09C174777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F1B6-E38D-4D0A-A231-8D7D37B7411B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6C3A5D-24C7-4E53-8C38-7437EBB23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907114-156D-4F22-BB75-A0617F2A9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3368-87E2-45D4-94DC-4C7E2F69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79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208B6-C176-4AFC-8DEF-1EBA687EC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DCFFD0-248E-43D5-BE02-997D11FDF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E0CC39-67F6-4AB4-884A-0D3C5A4A4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CEE79-6218-42B6-9666-71ED58B419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99EB86-6CD3-494E-9652-49CE5040F5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0199B6-AB7A-46B0-9CFC-C64A616E1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ACF62-56E3-4448-A382-EF52E2A4092B}" type="datetime1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49821B-8F08-46B8-B491-DFB2980BB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505734-24AF-474D-AACE-825F1AA45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3368-87E2-45D4-94DC-4C7E2F69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14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DFAB6-9E45-44E1-8AAD-3756C932A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8DE234-3308-4ADE-8121-52BEAB1D1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493A4-844B-488B-9170-9BEBBDE063FF}" type="datetime1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89F5AF-DD67-467C-80C0-F2580A68F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B8A2DD-C06D-4773-9287-09DCA3310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3368-87E2-45D4-94DC-4C7E2F69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905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F3992C-1008-48FB-B94E-F8DBBDC4C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7927F-9984-4C56-A128-0981D19E22E7}" type="datetime1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517C32-0889-480B-BA86-811E002E8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E60F9-5553-463E-95E3-2ED60866C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3368-87E2-45D4-94DC-4C7E2F69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819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3A2A1-3525-4965-AB1C-AE11E854B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992DF-6D87-4418-BD64-ECA26A003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3C9F12-751B-428D-8A71-6A09DCA7E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8B4E92-9E43-4720-8E55-A0D279EBB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365B-388F-4428-88FC-539684CBB03C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CA06E-7C01-4259-A560-D4DE0FE69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43108F-C22A-4665-AFC7-3B361DBA0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3368-87E2-45D4-94DC-4C7E2F69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186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E2D93-277D-45AD-8CC9-1A254ACA8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3FBEC7-6A3F-404A-BF0E-75CBCA6397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4BFBCF-2423-4852-B930-D8F0D126C3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7F99F-EF58-4759-AD06-EFC2B27BB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E8AC8-FB00-4FB3-83DE-BD16BED90B3A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476BE7-3C01-4501-A5B0-1099B474C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7F5465-21A3-4983-A70A-A40EED10D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3368-87E2-45D4-94DC-4C7E2F69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286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61900-43FD-44F2-BAF4-27E1B9B18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D86F4-46EF-4729-8819-60FFA52BD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61F1B-EE0D-4A98-A59C-FE24BE0AE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3E969-1B17-4619-8552-8C0779ED2B85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0A5F8-CE66-436C-A014-C3A03BABD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5B76E-B615-4A07-883D-1CE0F38BF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3368-87E2-45D4-94DC-4C7E2F69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242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951FBB-507E-4F4C-8D1E-C0F83724C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44820-4BD1-4780-B0B9-2AACEFDCD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A1BF3-B713-4AFF-9CB0-E8179E1C5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E93DE-6E25-4261-9F2B-3694C34C98C0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4064E-D194-4BC4-9AB5-88AF14A70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86F4D-1D58-4ED5-981D-99B82124E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13368-87E2-45D4-94DC-4C7E2F69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400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4886-EDDD-42AC-BF85-97D4052B569F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4935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44B84-A390-4002-B34A-7672388BF4FC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7695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BF69-B1DA-49A9-8908-FF1CC84082FE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139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B0BD-AB1B-4AAE-83D7-F1A3FA131303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755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792F9-A4D2-42F1-98BB-3CC9039DB60C}" type="datetime1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825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08FBF-27E7-49EC-8B6F-10CC67AD35AB}" type="datetime1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3857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02BA6-CEE8-4B38-8569-1845F4B0B76B}" type="datetime1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5556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350F-92AD-41D0-B05F-4863CD4D98BA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8566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2A387-8628-4B3B-A2FF-323772162C55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7177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DA89D-DEC2-4CB1-A498-00AA177729AB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162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7345-A741-4DE8-A92E-09D2C5E7D109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395330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4033B-B638-4442-88E0-057DDCEA3C5E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407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1BEC0-9366-4D00-943B-362118AE46A3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750107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8F12A-588F-4B0B-94E9-20A2828F7669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1537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1A86A-42F5-4B57-9E35-62AC08DA52F2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8572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3E884-ADC2-40A4-B41C-867E670D60F4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1957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299FB-BF7E-47FF-B29F-C79260B8B1C2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7692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F599B-6C87-4E84-92AF-EE82F234F1FA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3861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1D12-4826-48C7-BC93-28104C27E3A1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59915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D1467-1B77-4A3C-B3CB-10344AAE620F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9250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862EF-21A0-4C18-A562-15E6459A13B4}" type="datetime1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71286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131E9-D605-462E-AF06-7BFBC40F4725}" type="datetime1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2290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736BF-CB79-419C-8FD2-91DB330FBEFE}" type="datetime1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482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EC5C-DF64-4638-9832-A042AACEDA1E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25184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278A5-F273-4689-BCD2-CF98E7A549E6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2484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1E12-E857-4534-BA29-B49F52391508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68575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3F74E-0E32-41B9-93BF-42191B66E22F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693476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9E693-B96C-4CD8-85BF-D8B7B046AC08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86407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A254-775C-4731-AD85-07E63E11CB53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785580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B87D1-AD3D-402A-8ECC-15D04F268E11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16963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11FC-A55C-4751-AAC9-4FDAD3A08983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6331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1D95A-FCA6-44A0-9F5C-8916D6D86A61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852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AA1018-6A69-4704-B20A-8CF82212C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7DABA-4B41-4D66-B028-8FDC949C8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74EF3-AC51-413E-97E4-8416CE649D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398CFC-1F70-4C5B-A2A6-9F28C87A258B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FAE2E-B5E1-4BA7-85D2-CC6A7E982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Data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81916-F929-469B-ADED-E173BBF2F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C13368-87E2-45D4-94DC-4C7E2F69B6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462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4B411B-B589-4219-99B9-5A7EAFA97CC8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09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0154D-F731-4E5F-B214-E3E183583E0A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C529A1F-6900-4D36-92AC-B7647C1D9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962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  <p:sldLayoutId id="2147483796" r:id="rId13"/>
    <p:sldLayoutId id="2147483797" r:id="rId14"/>
    <p:sldLayoutId id="2147483798" r:id="rId15"/>
    <p:sldLayoutId id="2147483799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7577DEC-D9A5-404D-9789-702F4319B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EEA9366-CEA8-4F23-B065-4337F0D8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04A03D6-39B4-4278-9BE1-A07E02449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BE459AF-3736-4886-82E0-9B5DA427B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4B6B88EF-180C-4E39-8A3F-A52E87110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52DFAACF-64D0-4621-8FF4-E2F03C3E8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36611FF0-65B3-49DB-97C6-1B72AAD0F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0F7407FE-86B1-4890-9D80-9406FBF29E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EBD42D5B-8F87-45B3-98B3-C66944F92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F5E04699-59E1-4468-9E7C-83070EEB4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2AE8F13-9A52-4D7F-9637-321EA7CF32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E0C3BD14-3D28-4B9E-A32C-59118B1FBF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Dr Muhammad Ismail Mangrio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AFFFA3-D2FC-4485-ABF8-56ECFCC3BE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/>
              <a:t>Data Science Process</a:t>
            </a:r>
            <a:br>
              <a:rPr lang="en-US" sz="3400" dirty="0"/>
            </a:br>
            <a:r>
              <a:rPr lang="en-US" sz="2400" dirty="0"/>
              <a:t>Unit 02 Lecture 02</a:t>
            </a:r>
            <a:br>
              <a:rPr lang="en-US" sz="3400" dirty="0"/>
            </a:b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3260095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8F7380-475E-4EC8-BCF1-FF3771C6D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 b="0" i="0">
                <a:effectLst/>
                <a:latin typeface="FranklinGothic-DemiItal"/>
              </a:rPr>
              <a:t>Contents</a:t>
            </a:r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91FBE-E94D-4354-8F19-B8A3DE404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4532" y="6182876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529A1F-6900-4D36-92AC-B7647C1D9DDB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0E7A5725-471F-4F61-EEE4-F9AAE74CBA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440845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0DBA83-E14F-403C-5CBA-FDB21754D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188115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834C-F5CC-4046-8513-315A0F788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973" y="272673"/>
            <a:ext cx="9875520" cy="757057"/>
          </a:xfrm>
        </p:spPr>
        <p:txBody>
          <a:bodyPr>
            <a:normAutofit/>
          </a:bodyPr>
          <a:lstStyle/>
          <a:p>
            <a:r>
              <a:rPr lang="en-US" dirty="0"/>
              <a:t>Overview of the data science process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584DC-3BE1-439B-A244-0F2BBE92D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816" y="1128585"/>
            <a:ext cx="5753231" cy="5456742"/>
          </a:xfrm>
        </p:spPr>
        <p:txBody>
          <a:bodyPr>
            <a:normAutofit/>
          </a:bodyPr>
          <a:lstStyle/>
          <a:p>
            <a:pPr algn="just"/>
            <a:r>
              <a:rPr lang="en-US" sz="2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structured approach </a:t>
            </a:r>
            <a:r>
              <a:rPr lang="en-US" sz="2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data science helps you to maximize your chances of success in a data science project at the lowest cost. </a:t>
            </a:r>
          </a:p>
          <a:p>
            <a:pPr algn="just"/>
            <a:r>
              <a:rPr lang="en-US" sz="2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also makes it possible to take up a project as a team, with each team member focusing on what they do best. </a:t>
            </a:r>
          </a:p>
          <a:p>
            <a:pPr algn="just"/>
            <a:r>
              <a:rPr lang="en-US" sz="2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typical data science process </a:t>
            </a:r>
            <a:r>
              <a:rPr lang="en-US" sz="2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consists of </a:t>
            </a:r>
            <a:r>
              <a:rPr lang="en-US" sz="24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six steps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b="0" i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0EF2E-5A9C-42BE-A96E-DA13373D9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58AE2F-EAB2-4976-B8C9-79EC1DAF2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935" y="1063801"/>
            <a:ext cx="5430751" cy="57941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8A82B9-2A1D-722E-335F-E3CE9ABC7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942547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834C-F5CC-4046-8513-315A0F788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064" y="269047"/>
            <a:ext cx="10878654" cy="567586"/>
          </a:xfrm>
        </p:spPr>
        <p:txBody>
          <a:bodyPr>
            <a:noAutofit/>
          </a:bodyPr>
          <a:lstStyle/>
          <a:p>
            <a:r>
              <a:rPr lang="en-US" sz="2400" b="1" dirty="0"/>
              <a:t>Step 1: Defining research goals and creating a project charter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584DC-3BE1-439B-A244-0F2BBE92D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816" y="836633"/>
            <a:ext cx="9036759" cy="5469923"/>
          </a:xfrm>
        </p:spPr>
        <p:txBody>
          <a:bodyPr>
            <a:noAutofit/>
          </a:bodyPr>
          <a:lstStyle/>
          <a:p>
            <a:r>
              <a:rPr lang="en-US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Defining Research goals: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project starts by understanding the </a:t>
            </a:r>
            <a:r>
              <a:rPr lang="en-US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the </a:t>
            </a:r>
            <a:r>
              <a:rPr lang="en-US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 your project</a:t>
            </a:r>
          </a:p>
          <a:p>
            <a:pPr lvl="2"/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does the company expect you to do? </a:t>
            </a:r>
          </a:p>
          <a:p>
            <a:pPr lvl="2"/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why does management place such a value on your research? </a:t>
            </a:r>
          </a:p>
          <a:p>
            <a:pPr lvl="2"/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it part of a bigger strategic picture or a “lone wolf” project originating from an opportunity someone detected? 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 that, everybody knows what to do and can agree on the best course of action.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project charter/contract:</a:t>
            </a:r>
          </a:p>
          <a:p>
            <a:pPr lvl="1"/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outcome should be a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research goal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good understanding of the context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well-defined deliverables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plan of action with a timetable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This information is then best placed in a project charter.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length and formality can, of course, differ between projects and companies. </a:t>
            </a:r>
          </a:p>
          <a:p>
            <a:pPr lvl="1"/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this early phase of the project, people skills and business acumen are more important than great technical prowess, which is why this part will often be guided by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senior personnel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4D5BE-5B06-438E-B788-6D834BE39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FF71F3-4D1B-40BA-B64A-FA2D35067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6862" y="685711"/>
            <a:ext cx="2512646" cy="16134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A8AE7-E49B-18A1-0948-67A3695D3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2724688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727EE-0B41-4B53-BE64-2EE2F9E73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649" y="903303"/>
            <a:ext cx="9872871" cy="548861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project charter requires teamwork, and your input covers at least the following:</a:t>
            </a:r>
          </a:p>
          <a:p>
            <a:pPr lvl="1"/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clear research 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  <a:p>
            <a:pPr lvl="1"/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mission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</a:p>
          <a:p>
            <a:pPr lvl="1"/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you’re going to perform your 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pPr lvl="1"/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do you expect to use</a:t>
            </a:r>
          </a:p>
          <a:p>
            <a:pPr lvl="1"/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Proof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it’s an 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achievable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project, or 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proof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 concepts</a:t>
            </a:r>
          </a:p>
          <a:p>
            <a:pPr lvl="1"/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Deliverables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a measure of success</a:t>
            </a:r>
          </a:p>
          <a:p>
            <a:pPr lvl="1"/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 client can use this information to estimate the 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cost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98C56-7CAD-4EE1-AB6F-28D15E0FF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5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748C001-54FB-4D22-B9EE-49F721FA6DE5}"/>
              </a:ext>
            </a:extLst>
          </p:cNvPr>
          <p:cNvSpPr txBox="1">
            <a:spLocks/>
          </p:cNvSpPr>
          <p:nvPr/>
        </p:nvSpPr>
        <p:spPr>
          <a:xfrm>
            <a:off x="695508" y="269047"/>
            <a:ext cx="10878654" cy="5675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Step 1: Defining research goals and creating a project charter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BB31E53-7499-B9EF-2898-B3017E721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360125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D0A6-8A92-4873-95A1-A9DF57578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06" y="277585"/>
            <a:ext cx="11141476" cy="739806"/>
          </a:xfrm>
        </p:spPr>
        <p:txBody>
          <a:bodyPr>
            <a:normAutofit/>
          </a:bodyPr>
          <a:lstStyle/>
          <a:p>
            <a:r>
              <a:rPr lang="en-US" b="1" dirty="0"/>
              <a:t>Step 2: Retrieving 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E7E83-E1C1-4642-BAB5-ADDE23F9B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925" y="953609"/>
            <a:ext cx="7199790" cy="4950781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with data stored </a:t>
            </a:r>
            <a:r>
              <a:rPr lang="en-US" sz="16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within the company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 the relevance and quality of the data that’s readily available within your company. Most companies have a program for maintaining key data, so much of the </a:t>
            </a:r>
            <a:r>
              <a:rPr lang="en-US" sz="14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cleaning</a:t>
            </a:r>
            <a:r>
              <a:rPr lang="en-US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work may already be done.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data can be stored in official data repositories such as </a:t>
            </a:r>
            <a:r>
              <a:rPr lang="en-US" sz="1400" b="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databases</a:t>
            </a:r>
            <a:r>
              <a:rPr lang="en-US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marts</a:t>
            </a:r>
            <a:r>
              <a:rPr lang="en-US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warehouses</a:t>
            </a:r>
            <a:r>
              <a:rPr lang="en-US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lakes </a:t>
            </a:r>
            <a:r>
              <a:rPr lang="en-US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maintained by a team of IT professionals.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primary goal of a database is data storage, while a data warehouse is designed for reading and </a:t>
            </a:r>
            <a:r>
              <a:rPr lang="en-US" sz="16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US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US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 data even within your own company can sometimes be a challenge. As companies grow, their data becomes scattered across many places. Knowledge of the data may be dispersed as people change positions and leave the company. </a:t>
            </a:r>
          </a:p>
          <a:p>
            <a:pPr lvl="1" algn="just"/>
            <a:r>
              <a:rPr lang="en-US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</a:t>
            </a:r>
            <a:r>
              <a:rPr lang="en-US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metadata</a:t>
            </a:r>
            <a:r>
              <a:rPr lang="en-US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aren’t always the top priority of a delivery manager, so you may need to develop some skills to find all the </a:t>
            </a:r>
            <a:r>
              <a:rPr lang="en-US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lost</a:t>
            </a:r>
            <a:r>
              <a:rPr lang="en-US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bits</a:t>
            </a:r>
            <a:r>
              <a:rPr lang="en-US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Getting access to data is another difficult task. 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understand the value and sensitivity of data and often have policies in place so everyone has access to what they need and nothing more.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B739B-C4A8-48CD-B30B-3EDA68D8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569793-121E-430F-A067-F96DD3EF3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6715" y="2066925"/>
            <a:ext cx="4253445" cy="30111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C63C8-5340-2C41-5321-399FF4ACE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936308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D0A6-8A92-4873-95A1-A9DF57578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06" y="277585"/>
            <a:ext cx="11141476" cy="739806"/>
          </a:xfrm>
        </p:spPr>
        <p:txBody>
          <a:bodyPr>
            <a:normAutofit/>
          </a:bodyPr>
          <a:lstStyle/>
          <a:p>
            <a:r>
              <a:rPr lang="en-US" b="1" dirty="0"/>
              <a:t>Step 2: Retrieving 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E7E83-E1C1-4642-BAB5-ADDE23F9B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006" y="906383"/>
            <a:ext cx="9255925" cy="3828929"/>
          </a:xfrm>
        </p:spPr>
        <p:txBody>
          <a:bodyPr>
            <a:no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Don’t be afraid to shop around</a:t>
            </a:r>
          </a:p>
          <a:p>
            <a:pPr algn="just"/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data 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isn’t available inside your organization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look outside your organization’s walls. Many companies specialize in collecting valuable information. For instance, Nielsen and GFK are well known for this in the retail industry. </a:t>
            </a:r>
          </a:p>
          <a:p>
            <a:pPr algn="just"/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Other 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companies provide data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 that you, in turn, can enrich their services and ecosystem. Such is the case with X (Twitter), LinkedIn, and Facebook.</a:t>
            </a:r>
          </a:p>
          <a:p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Although data is considered an 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asset more valuable than oil 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certain companies, more and more governments and organizations share their data for free with the world. This data can be of excellent quality; it depends on the institution that creates and manages it. </a:t>
            </a:r>
          </a:p>
          <a:p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they share 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covers a broad range of topics, 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such as the 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 of accidents 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 the 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amount of drug abuse 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a certain region and its demographics. </a:t>
            </a:r>
          </a:p>
          <a:p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data is helpful when you want to enrich proprietary data, but also convenient when training your data science skills at home.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B739B-C4A8-48CD-B30B-3EDA68D8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A3ED21-98ED-4980-91B4-A03F80C925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877"/>
          <a:stretch/>
        </p:blipFill>
        <p:spPr>
          <a:xfrm>
            <a:off x="5947874" y="4581880"/>
            <a:ext cx="6116890" cy="22761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2449D-1A22-BE7D-ABD6-E8206F668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2617738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CD0A6-8A92-4873-95A1-A9DF57578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b="1" dirty="0"/>
              <a:t>Step 2: Retrieving data 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B739B-C4A8-48CD-B30B-3EDA68D8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529A1F-6900-4D36-92AC-B7647C1D9DDB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E7E83-E1C1-4642-BAB5-ADDE23F9B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315" y="1343465"/>
            <a:ext cx="8596668" cy="388077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data quality checks now to prevent problems later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Expect to spend a good portion of your project time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doing data correction and cleansing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sometimes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 to 80%.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of the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errors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you’ll encounter during the data gathering phase are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to spot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but being too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careless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will make you spend many hours solving data issues that could have been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prevented during data import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You’ll investigate the data during the import, data preparation, and exploratory phases.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During </a:t>
            </a:r>
            <a:r>
              <a:rPr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2000" b="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you check to see if the data is equal to the data in the source document and look to see if you have the right data types.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Once you find the problems with the data, you can improve the quality of the data, known as “data preparation”</a:t>
            </a: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21DA7-3B8D-9662-6665-40966137D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2999403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D0A6-8A92-4873-95A1-A9DF57578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06" y="277585"/>
            <a:ext cx="11141476" cy="739806"/>
          </a:xfrm>
        </p:spPr>
        <p:txBody>
          <a:bodyPr>
            <a:normAutofit/>
          </a:bodyPr>
          <a:lstStyle/>
          <a:p>
            <a:r>
              <a:rPr lang="en-US" b="1" dirty="0"/>
              <a:t>Step 3: Data Preparation: </a:t>
            </a:r>
            <a:r>
              <a:rPr lang="en-US" b="1" dirty="0">
                <a:solidFill>
                  <a:srgbClr val="FF0000"/>
                </a:solidFill>
              </a:rPr>
              <a:t>Data cleansing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E7E83-E1C1-4642-BAB5-ADDE23F9B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091" y="1017391"/>
            <a:ext cx="6050465" cy="5474025"/>
          </a:xfrm>
        </p:spPr>
        <p:txBody>
          <a:bodyPr>
            <a:normAutofit/>
          </a:bodyPr>
          <a:lstStyle/>
          <a:p>
            <a:pPr algn="just"/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 received from the data retrieval phase is likely to be “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diamond in the rough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”. </a:t>
            </a:r>
          </a:p>
          <a:p>
            <a:pPr algn="just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anitize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prepare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for use in the modeling and reporting phase. </a:t>
            </a:r>
          </a:p>
          <a:p>
            <a:pPr lvl="1" algn="just"/>
            <a:r>
              <a:rPr lang="en-US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It’s tremendously important because your models will perform better and </a:t>
            </a:r>
            <a:r>
              <a:rPr lang="en-US" sz="2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you’ll lose less time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trying to fix strange output. </a:t>
            </a:r>
          </a:p>
          <a:p>
            <a:pPr lvl="1" algn="just"/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Otherwise, it can be “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garbage in equals garbage out”. </a:t>
            </a:r>
          </a:p>
          <a:p>
            <a:pPr lvl="1" algn="just"/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B739B-C4A8-48CD-B30B-3EDA68D8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E13274-CDC4-4144-A1D7-8B8026227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069" y="923410"/>
            <a:ext cx="5114925" cy="48958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E14E2-608E-85B4-0180-222D49F60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3855223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D0A6-8A92-4873-95A1-A9DF57578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06" y="277585"/>
            <a:ext cx="11141476" cy="739806"/>
          </a:xfrm>
        </p:spPr>
        <p:txBody>
          <a:bodyPr>
            <a:normAutofit/>
          </a:bodyPr>
          <a:lstStyle/>
          <a:p>
            <a:r>
              <a:rPr lang="en-US" b="1" dirty="0"/>
              <a:t>Step 3: Data Preparation: </a:t>
            </a:r>
            <a:r>
              <a:rPr lang="en-US" b="1" dirty="0">
                <a:solidFill>
                  <a:schemeClr val="accent2"/>
                </a:solidFill>
              </a:rPr>
              <a:t>Data cleansing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E7E83-E1C1-4642-BAB5-ADDE23F9B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20" y="1031514"/>
            <a:ext cx="9348051" cy="2071797"/>
          </a:xfrm>
        </p:spPr>
        <p:txBody>
          <a:bodyPr>
            <a:noAutofit/>
          </a:bodyPr>
          <a:lstStyle/>
          <a:p>
            <a:pPr lvl="1" algn="just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focuses on removing errors in your data so your data becomes a 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consistent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representation of the processes it originates from.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“true and consistent representation” we imply that at least two types of errors exist. </a:t>
            </a:r>
          </a:p>
          <a:p>
            <a:pPr marL="1257300" lvl="2" indent="-342900" algn="just">
              <a:buFont typeface="+mj-lt"/>
              <a:buAutoNum type="arabicPeriod"/>
            </a:pPr>
            <a:r>
              <a:rPr lang="en-US" sz="16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US" sz="16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error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like age&gt;300</a:t>
            </a:r>
          </a:p>
          <a:p>
            <a:pPr marL="1257300" lvl="2" indent="-342900" algn="just">
              <a:buFont typeface="+mj-lt"/>
              <a:buAutoNum type="arabicPeriod"/>
            </a:pPr>
            <a:r>
              <a:rPr lang="en-US" sz="16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inconsistencies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between data sources or against your company’s standardized values. Like </a:t>
            </a:r>
            <a:r>
              <a:rPr lang="en-US" sz="1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Female as F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Pounds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one table as </a:t>
            </a:r>
            <a:r>
              <a:rPr lang="en-US" sz="1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dollar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an other table.</a:t>
            </a:r>
          </a:p>
          <a:p>
            <a:pPr lvl="2" algn="just">
              <a:buFont typeface="Wingdings" panose="05000000000000000000" pitchFamily="2" charset="2"/>
              <a:buChar char="Ø"/>
            </a:pPr>
            <a:endParaRPr lang="en-US" sz="16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B739B-C4A8-48CD-B30B-3EDA68D8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E13274-CDC4-4144-A1D7-8B80262272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508" t="22194" b="19250"/>
          <a:stretch/>
        </p:blipFill>
        <p:spPr>
          <a:xfrm>
            <a:off x="435006" y="3373233"/>
            <a:ext cx="5128957" cy="34847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E2D740-473B-4FA9-A304-42D63639B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624" y="3245333"/>
            <a:ext cx="4967416" cy="361266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61DE5-BB79-EF11-8D38-4CECF8ADD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420398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D0A6-8A92-4873-95A1-A9DF57578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06" y="277585"/>
            <a:ext cx="11141476" cy="739806"/>
          </a:xfrm>
        </p:spPr>
        <p:txBody>
          <a:bodyPr>
            <a:normAutofit/>
          </a:bodyPr>
          <a:lstStyle/>
          <a:p>
            <a:r>
              <a:rPr lang="en-US" b="1" dirty="0"/>
              <a:t>Step 3: Data Preparation: </a:t>
            </a:r>
            <a:r>
              <a:rPr lang="en-US" b="1" dirty="0">
                <a:solidFill>
                  <a:schemeClr val="accent2"/>
                </a:solidFill>
              </a:rPr>
              <a:t>Data cleansing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E7E83-E1C1-4642-BAB5-ADDE23F9B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091" y="1017393"/>
            <a:ext cx="9090356" cy="926738"/>
          </a:xfrm>
        </p:spPr>
        <p:txBody>
          <a:bodyPr>
            <a:normAutofit/>
          </a:bodyPr>
          <a:lstStyle/>
          <a:p>
            <a:pPr lvl="1"/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Sometimes you’ll use more advanced methods, such as simple modeling, to find and identify data errors; diagnostic 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plots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 be especially insightful.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B739B-C4A8-48CD-B30B-3EDA68D8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031F82-88C3-4740-8F91-BC87F2A75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65" y="1645092"/>
            <a:ext cx="7783667" cy="46953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554EA-AC11-65B2-86A9-EE8D8E050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3488086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D0A6-8A92-4873-95A1-A9DF57578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06" y="277585"/>
            <a:ext cx="11141476" cy="739806"/>
          </a:xfrm>
        </p:spPr>
        <p:txBody>
          <a:bodyPr>
            <a:normAutofit/>
          </a:bodyPr>
          <a:lstStyle/>
          <a:p>
            <a:r>
              <a:rPr lang="en-US" b="1" dirty="0"/>
              <a:t>Step 3: Data Preparation: </a:t>
            </a:r>
            <a:r>
              <a:rPr lang="en-US" b="1" dirty="0">
                <a:solidFill>
                  <a:srgbClr val="FF0000"/>
                </a:solidFill>
              </a:rPr>
              <a:t>Data cleansing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E7E83-E1C1-4642-BAB5-ADDE23F9B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091" y="1017393"/>
            <a:ext cx="7777320" cy="5457548"/>
          </a:xfrm>
        </p:spPr>
        <p:txBody>
          <a:bodyPr>
            <a:normAutofit/>
          </a:bodyPr>
          <a:lstStyle/>
          <a:p>
            <a:pPr algn="just"/>
            <a:r>
              <a:rPr 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ENTRY ERRORS</a:t>
            </a:r>
            <a:r>
              <a:rPr lang="en-US" sz="16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entry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 error-prone processes. </a:t>
            </a:r>
          </a:p>
          <a:p>
            <a:pPr algn="just"/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often require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human intervention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because humans are only human, they make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typos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lose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their concentration for a second and introduce an error into the chain. </a:t>
            </a:r>
          </a:p>
          <a:p>
            <a:pPr algn="just"/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collected by machines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 computers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isn’t free from errors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either. </a:t>
            </a:r>
          </a:p>
          <a:p>
            <a:pPr algn="just"/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Errors can arise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human negligence/incompetence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whereas others are due to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or hardware failure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Examples of errors originating from machines are transmission errors or bugs in the extract, transform, and load phase (ETL).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B739B-C4A8-48CD-B30B-3EDA68D8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ED31C1-92D2-4F08-B347-99E15C7D3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1063" y="1759700"/>
            <a:ext cx="3438525" cy="1943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9DE967-8A1D-43F0-AA28-C53291A7F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663" y="3871377"/>
            <a:ext cx="3028196" cy="180447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2F2A0-1B19-7DE1-D972-C04ACE20D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430594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D0A6-8A92-4873-95A1-A9DF57578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06" y="277585"/>
            <a:ext cx="11141476" cy="739806"/>
          </a:xfrm>
        </p:spPr>
        <p:txBody>
          <a:bodyPr>
            <a:normAutofit/>
          </a:bodyPr>
          <a:lstStyle/>
          <a:p>
            <a:r>
              <a:rPr lang="en-US" b="1" dirty="0"/>
              <a:t>Step 3: Data Preparation: </a:t>
            </a:r>
            <a:r>
              <a:rPr lang="en-US" b="1" dirty="0">
                <a:solidFill>
                  <a:schemeClr val="accent2"/>
                </a:solidFill>
              </a:rPr>
              <a:t>Data cleansing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E7E83-E1C1-4642-BAB5-ADDE23F9B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091" y="1017392"/>
            <a:ext cx="11141476" cy="5284554"/>
          </a:xfrm>
        </p:spPr>
        <p:txBody>
          <a:bodyPr>
            <a:normAutofit fontScale="92500" lnSpcReduction="20000"/>
          </a:bodyPr>
          <a:lstStyle/>
          <a:p>
            <a:r>
              <a:rPr lang="en-US" sz="26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Redundant Whitespace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Whitespaces tend to be hard to detect but cause errors like other redundant characters would.  Like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table key values used can be </a:t>
            </a:r>
          </a:p>
          <a:p>
            <a:pPr lvl="1"/>
            <a:endParaRPr lang="en-US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 to diagnose/ find such errors</a:t>
            </a:r>
          </a:p>
          <a:p>
            <a:pPr lvl="1"/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instance, in Python, you can use the strip() function to remove leading and trailing spaces.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Fixing Capital Letter Mismatches </a:t>
            </a:r>
          </a:p>
          <a:p>
            <a:pPr lvl="2"/>
            <a:r>
              <a:rPr lang="en-US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Capital letter mismatches are common.</a:t>
            </a:r>
          </a:p>
          <a:p>
            <a:pPr lvl="2"/>
            <a:r>
              <a:rPr lang="en-US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programming languages make a distinction between “Brazil” and “</a:t>
            </a:r>
            <a:r>
              <a:rPr lang="en-US" sz="2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brazil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”. </a:t>
            </a:r>
          </a:p>
          <a:p>
            <a:pPr lvl="2"/>
            <a:r>
              <a:rPr lang="en-US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this case you can solve the problem by applying a function that returns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strings in lowercase, such as .lower() in Python. </a:t>
            </a:r>
          </a:p>
          <a:p>
            <a:pPr lvl="2"/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Brazil”.lower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== “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brazil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”.lower() should result in true.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B739B-C4A8-48CD-B30B-3EDA68D8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8128E8-A5D8-410F-9215-2BED3C1CD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436" y="2135406"/>
            <a:ext cx="2794980" cy="596986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A174B-8DBB-04EF-0CEA-042353AC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308102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7ACD0A6-8A92-4873-95A1-A9DF57578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</p:spPr>
        <p:txBody>
          <a:bodyPr anchor="ctr">
            <a:normAutofit/>
          </a:bodyPr>
          <a:lstStyle/>
          <a:p>
            <a:r>
              <a:rPr lang="en-US" b="1" dirty="0"/>
              <a:t>Step 3: Data Preparation: Data cleansing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B739B-C4A8-48CD-B30B-3EDA68D8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529A1F-6900-4D36-92AC-B7647C1D9DDB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E7E83-E1C1-4642-BAB5-ADDE23F9B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816638"/>
            <a:ext cx="4619706" cy="5224724"/>
          </a:xfrm>
        </p:spPr>
        <p:txBody>
          <a:bodyPr anchor="ctr">
            <a:normAutofit/>
          </a:bodyPr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Impossible Values And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Sanity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the value against physically or theoretically impossible values. </a:t>
            </a:r>
          </a:p>
          <a:p>
            <a:pPr lvl="2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people taller than 3 meters or </a:t>
            </a:r>
          </a:p>
          <a:p>
            <a:pPr lvl="2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someone with an age of 299 years. 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Sanity checks can be directly expressed with rules: </a:t>
            </a:r>
          </a:p>
          <a:p>
            <a:pPr lvl="2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= 0 &lt;= age &lt;= 120</a:t>
            </a:r>
            <a:endParaRPr lang="en-US" sz="20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E2EFE-8F38-562B-1196-AECA51B37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4174765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D0A6-8A92-4873-95A1-A9DF57578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06" y="277585"/>
            <a:ext cx="11141476" cy="739806"/>
          </a:xfrm>
        </p:spPr>
        <p:txBody>
          <a:bodyPr>
            <a:normAutofit fontScale="90000"/>
          </a:bodyPr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A6B727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Step 3: Data Preparation: 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 panose="020B0503020204020204"/>
              </a:rPr>
              <a:t>Data cleansing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E7E83-E1C1-4642-BAB5-ADDE23F9B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14" y="967964"/>
            <a:ext cx="9468196" cy="3288338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17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OUTLIERS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7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 that 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seems to be distant from other observations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7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easiest way to find outliers is to </a:t>
            </a:r>
            <a:r>
              <a:rPr lang="en-US" sz="17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a plot or a table </a:t>
            </a:r>
            <a:r>
              <a:rPr lang="en-US" sz="17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the </a:t>
            </a:r>
            <a:r>
              <a:rPr lang="en-US" sz="17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minimum</a:t>
            </a:r>
            <a:r>
              <a:rPr lang="en-US" sz="17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7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maximum</a:t>
            </a:r>
            <a:r>
              <a:rPr lang="en-US" sz="17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values.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7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figure 2.6: The plot on the left-side shows no outliers, whereas the plot on the </a:t>
            </a:r>
            <a:r>
              <a:rPr lang="en-US" sz="17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right-side shows possible outliers</a:t>
            </a:r>
            <a:r>
              <a:rPr lang="en-US" sz="17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7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7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 distribution, or Gaussian distribution</a:t>
            </a:r>
            <a:r>
              <a:rPr lang="en-US" sz="17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is the most common distribution in natural sciences.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7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high values in the right-side graph can point to outliers when assuming a normal distribution.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7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to </a:t>
            </a:r>
            <a:r>
              <a:rPr lang="en-US" sz="17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investigate outliers first</a:t>
            </a:r>
            <a:r>
              <a:rPr lang="en-US" sz="17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 because they </a:t>
            </a:r>
            <a:r>
              <a:rPr lang="en-US" sz="17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gravely influence your data modeling</a:t>
            </a:r>
            <a:r>
              <a:rPr lang="en-US" sz="17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Like regression.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B739B-C4A8-48CD-B30B-3EDA68D8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15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72CDEC7-4FE1-4FBD-8762-366E1BB14FEB}"/>
              </a:ext>
            </a:extLst>
          </p:cNvPr>
          <p:cNvGrpSpPr/>
          <p:nvPr/>
        </p:nvGrpSpPr>
        <p:grpSpPr>
          <a:xfrm>
            <a:off x="0" y="4701023"/>
            <a:ext cx="9402491" cy="2156977"/>
            <a:chOff x="705335" y="4732576"/>
            <a:chExt cx="9921480" cy="221606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B59C7DD-3F66-4774-8FBB-5B7F329003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2534"/>
            <a:stretch/>
          </p:blipFill>
          <p:spPr>
            <a:xfrm>
              <a:off x="5418277" y="4732576"/>
              <a:ext cx="5208538" cy="221606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C7CDB10-74D8-4F4C-BEA2-424C91107D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504" r="15672" b="57513"/>
            <a:stretch/>
          </p:blipFill>
          <p:spPr>
            <a:xfrm>
              <a:off x="705335" y="4732576"/>
              <a:ext cx="4644981" cy="221606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pic>
        <p:nvPicPr>
          <p:cNvPr id="1026" name="Picture 2" descr="Image result for outlier distribution graph">
            <a:extLst>
              <a:ext uri="{FF2B5EF4-FFF2-40B4-BE49-F238E27FC236}">
                <a16:creationId xmlns:a16="http://schemas.microsoft.com/office/drawing/2014/main" id="{4290F536-8A33-40A1-8CAF-71D5416B2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2995" y="3345336"/>
            <a:ext cx="2669005" cy="135568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995044-A8E4-48E5-9CF5-9157B2D783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6613" y="4701022"/>
            <a:ext cx="2850078" cy="21569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2D5F2-AE22-AA45-C94F-9CC6BC98B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588947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D0A6-8A92-4873-95A1-A9DF57578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06" y="277585"/>
            <a:ext cx="11141476" cy="739806"/>
          </a:xfrm>
        </p:spPr>
        <p:txBody>
          <a:bodyPr>
            <a:normAutofit/>
          </a:bodyPr>
          <a:lstStyle/>
          <a:p>
            <a:r>
              <a:rPr lang="en-US" b="1" dirty="0"/>
              <a:t>Step 3: Data Preparation: Data cleansing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E7E83-E1C1-4642-BAB5-ADDE23F9B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006" y="922894"/>
            <a:ext cx="9490390" cy="530103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DEALING WITH MISSING VALUES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aren’t necessarily wrong, but you still need to handle them separately; certain modeling techniques can’t handle missing values.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might be an indicator that something went wrong in your data collection or that an error happened in the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ETL 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(Extract, Transform, Load) process.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Common techniques data scientists use are listed in table 2.4.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B739B-C4A8-48CD-B30B-3EDA68D8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16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0728C1-D492-4043-B333-889BC65B8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438" y="3207829"/>
            <a:ext cx="5329275" cy="370297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025-D707-6513-116C-7283637DD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2399516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D0A6-8A92-4873-95A1-A9DF57578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9562" y="609600"/>
            <a:ext cx="6424440" cy="1320800"/>
          </a:xfrm>
        </p:spPr>
        <p:txBody>
          <a:bodyPr>
            <a:normAutofit/>
          </a:bodyPr>
          <a:lstStyle/>
          <a:p>
            <a:r>
              <a:rPr lang="en-US" b="1" dirty="0"/>
              <a:t>Step 3: Data Preparation: Data cleansing</a:t>
            </a:r>
          </a:p>
        </p:txBody>
      </p:sp>
      <p:pic>
        <p:nvPicPr>
          <p:cNvPr id="6" name="Picture 5" descr="Digital financial graph">
            <a:extLst>
              <a:ext uri="{FF2B5EF4-FFF2-40B4-BE49-F238E27FC236}">
                <a16:creationId xmlns:a16="http://schemas.microsoft.com/office/drawing/2014/main" id="{2C75FD96-2212-2DA3-3224-84A2388C66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275" r="28332" b="-1"/>
          <a:stretch>
            <a:fillRect/>
          </a:stretch>
        </p:blipFill>
        <p:spPr>
          <a:xfrm>
            <a:off x="20" y="10"/>
            <a:ext cx="2734036" cy="6867719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461457" y="6858000"/>
                </a:lnTo>
                <a:lnTo>
                  <a:pt x="0" y="4134118"/>
                </a:lnTo>
                <a:close/>
              </a:path>
            </a:pathLst>
          </a:cu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EB6743CF-E74B-4A3C-A785-599069DB8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476655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E7E83-E1C1-4642-BAB5-ADDE23F9B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562" y="1930400"/>
            <a:ext cx="7549306" cy="411096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Different Units Of Measurement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integrating two data sets, you have to pay attention to their respective units of measurement.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example of this would be when you study the prices of gasoline in the world.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do this you gather data from different data providers.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sets can contain </a:t>
            </a: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prices per gallon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others can contain </a:t>
            </a: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prices per liter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simple conversion will do the trick in this case.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B739B-C4A8-48CD-B30B-3EDA68D8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529A1F-6900-4D36-92AC-B7647C1D9DDB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2D4C7-B189-BCED-14AC-9D8C80798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4183864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D0A6-8A92-4873-95A1-A9DF57578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06" y="277585"/>
            <a:ext cx="11141476" cy="739806"/>
          </a:xfrm>
        </p:spPr>
        <p:txBody>
          <a:bodyPr>
            <a:normAutofit/>
          </a:bodyPr>
          <a:lstStyle/>
          <a:p>
            <a:r>
              <a:rPr lang="en-US" b="1" dirty="0"/>
              <a:t>Combining data from different 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E7E83-E1C1-4642-BAB5-ADDE23F9B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090" y="1017392"/>
            <a:ext cx="7394561" cy="5325743"/>
          </a:xfrm>
        </p:spPr>
        <p:txBody>
          <a:bodyPr>
            <a:normAutofit fontScale="92500" lnSpcReduction="10000"/>
          </a:bodyPr>
          <a:lstStyle/>
          <a:p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Your data comes from several different places, and in this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substep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 focus on integrating these different sources. 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varies in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ranging from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files to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documents.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 can perform two operations to combine information from different data sets. 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first operation is </a:t>
            </a:r>
            <a:r>
              <a:rPr lang="en-US" sz="2400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joining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enriching an observation from one table with information from another table. 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second operation is </a:t>
            </a:r>
            <a:r>
              <a:rPr lang="en-US" sz="2400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appending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stacking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adding the observations of one table to those of another table.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you combine data, you have the option to create a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 physical table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a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 table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creating a </a:t>
            </a:r>
            <a:r>
              <a:rPr lang="en-US" sz="2400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advantage of a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that it doesn’t consume more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disk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B739B-C4A8-48CD-B30B-3EDA68D8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A3934B-2709-4A71-9498-C2D2C5919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638" y="2788544"/>
            <a:ext cx="4456362" cy="15965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218" y="1209877"/>
            <a:ext cx="4594782" cy="1578667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C621A53-83C4-EA84-D9CE-FE8A847B9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689860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D0A6-8A92-4873-95A1-A9DF57578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06" y="277585"/>
            <a:ext cx="11141476" cy="739806"/>
          </a:xfrm>
        </p:spPr>
        <p:txBody>
          <a:bodyPr>
            <a:normAutofit/>
          </a:bodyPr>
          <a:lstStyle/>
          <a:p>
            <a:r>
              <a:rPr lang="en-US" b="1" dirty="0"/>
              <a:t>Combining data from different 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E7E83-E1C1-4642-BAB5-ADDE23F9B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091" y="1017393"/>
            <a:ext cx="9181796" cy="2936770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Joining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tables allows you to combine the information of one observation found in one table with the information that you find in another table. The focus is on enriching a single observation, fig 2.7. </a:t>
            </a:r>
          </a:p>
          <a:p>
            <a:pPr algn="just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Appending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stacking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tables is effectively adding observations from one table to  another table. Figure 2.8 shows an example of appending tables. </a:t>
            </a:r>
          </a:p>
          <a:p>
            <a:pPr algn="just"/>
            <a:endParaRPr lang="en-US" sz="2800" dirty="0">
              <a:solidFill>
                <a:schemeClr val="tx1"/>
              </a:solidFill>
              <a:latin typeface="NewBaskerville-Roman"/>
            </a:endParaRPr>
          </a:p>
          <a:p>
            <a:pPr algn="just"/>
            <a:endParaRPr lang="en-US" sz="2800" b="0" i="0" dirty="0">
              <a:solidFill>
                <a:schemeClr val="tx1"/>
              </a:solidFill>
              <a:effectLst/>
              <a:latin typeface="NewBaskerville-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B739B-C4A8-48CD-B30B-3EDA68D8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A3934B-2709-4A71-9498-C2D2C5919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387" y="4079010"/>
            <a:ext cx="5986892" cy="21448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43418E-3DE2-4751-A8B2-3423024F4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289" y="4079010"/>
            <a:ext cx="5165193" cy="21530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A09B7-522B-F031-1A72-E951AE8C3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611286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D0A6-8A92-4873-95A1-A9DF57578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06" y="277585"/>
            <a:ext cx="11141476" cy="739806"/>
          </a:xfrm>
        </p:spPr>
        <p:txBody>
          <a:bodyPr>
            <a:normAutofit/>
          </a:bodyPr>
          <a:lstStyle/>
          <a:p>
            <a:r>
              <a:rPr lang="en-US" b="1" dirty="0"/>
              <a:t>Combining data from different 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E7E83-E1C1-4642-BAB5-ADDE23F9B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091" y="1017393"/>
            <a:ext cx="9256611" cy="2648445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Views To Simulate Data Joins And Appends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avoid duplication of data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you virtually combine data with views.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previous example we took the monthly data and combined it in a new physical table.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problem is that we duplicated the data and therefore needed more storage space.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B739B-C4A8-48CD-B30B-3EDA68D8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20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435243-73A5-4488-9896-9D55851AE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787" y="3665838"/>
            <a:ext cx="5069829" cy="32316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B5B3B-E073-0431-98DE-BF2A67045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1882496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D0A6-8A92-4873-95A1-A9DF57578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06" y="277585"/>
            <a:ext cx="11141476" cy="739806"/>
          </a:xfrm>
        </p:spPr>
        <p:txBody>
          <a:bodyPr>
            <a:normAutofit/>
          </a:bodyPr>
          <a:lstStyle/>
          <a:p>
            <a:r>
              <a:rPr lang="en-US" b="1" dirty="0"/>
              <a:t>Combining data from different 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E7E83-E1C1-4642-BAB5-ADDE23F9B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941" y="903599"/>
            <a:ext cx="9190109" cy="3471481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Enriching aggregated measures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enrichment can also be done by adding calculated information to the table, e.g., 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total number of sales or 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percentage of total stock has been sold in a certain region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B739B-C4A8-48CD-B30B-3EDA68D8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21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3D7A33-DE33-475B-8515-FC29C2CD4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391" y="3702737"/>
            <a:ext cx="7176846" cy="259671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7A231-A9B4-0677-750B-514A629E7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0397459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D0A6-8A92-4873-95A1-A9DF57578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06" y="277585"/>
            <a:ext cx="11141476" cy="739806"/>
          </a:xfrm>
        </p:spPr>
        <p:txBody>
          <a:bodyPr>
            <a:normAutofit/>
          </a:bodyPr>
          <a:lstStyle/>
          <a:p>
            <a:r>
              <a:rPr lang="en-US" b="1" dirty="0"/>
              <a:t>Transforming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E7E83-E1C1-4642-BAB5-ADDE23F9B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006" y="881448"/>
            <a:ext cx="9257634" cy="1441622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Certain models require their data to be in a  certain shape.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Now that you’ve cleansed and integrated the data, this is the next task you’ll perform: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transforming your data so it takes a suitable form for data modeling.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12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B739B-C4A8-48CD-B30B-3EDA68D8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22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CC16FF-E86E-4C6F-B597-66755D8DE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1960" y="3185856"/>
            <a:ext cx="4275528" cy="26981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0F84BF0-5D76-4A51-A649-AA6DC51084DF}"/>
              </a:ext>
            </a:extLst>
          </p:cNvPr>
          <p:cNvSpPr txBox="1">
            <a:spLocks/>
          </p:cNvSpPr>
          <p:nvPr/>
        </p:nvSpPr>
        <p:spPr>
          <a:xfrm>
            <a:off x="435006" y="2358081"/>
            <a:ext cx="6865948" cy="4026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Transforming Data</a:t>
            </a:r>
          </a:p>
          <a:p>
            <a:pPr lvl="1" algn="just"/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 between an input variable and an output variable aren’t always linear.</a:t>
            </a:r>
          </a:p>
          <a:p>
            <a:pPr lvl="1" algn="just"/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Take, for instance, a relationship of the form </a:t>
            </a:r>
          </a:p>
          <a:p>
            <a:pPr lvl="2" algn="just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</a:t>
            </a:r>
            <a:r>
              <a:rPr lang="en-US" sz="2000" baseline="30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bx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 algn="just"/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Taking the </a:t>
            </a: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the independent variables simplifies the estimation problem dramatically. </a:t>
            </a:r>
          </a:p>
          <a:p>
            <a:pPr lvl="1" algn="just"/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2.11 shows how transforming the input variables greatly simplifies the estimation problem. </a:t>
            </a:r>
          </a:p>
          <a:p>
            <a:pPr lvl="1" algn="just"/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times you might want to combine two variables into a new variable.</a:t>
            </a:r>
            <a:endParaRPr lang="en-US" sz="12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5828D-598D-9530-0792-820AC626F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21456424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D0A6-8A92-4873-95A1-A9DF57578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06" y="277585"/>
            <a:ext cx="11141476" cy="739806"/>
          </a:xfrm>
        </p:spPr>
        <p:txBody>
          <a:bodyPr>
            <a:normAutofit/>
          </a:bodyPr>
          <a:lstStyle/>
          <a:p>
            <a:r>
              <a:rPr lang="en-US" b="1" dirty="0"/>
              <a:t>Transforming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B739B-C4A8-48CD-B30B-3EDA68D8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23</a:t>
            </a:fld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0F84BF0-5D76-4A51-A649-AA6DC51084DF}"/>
              </a:ext>
            </a:extLst>
          </p:cNvPr>
          <p:cNvSpPr txBox="1">
            <a:spLocks/>
          </p:cNvSpPr>
          <p:nvPr/>
        </p:nvSpPr>
        <p:spPr>
          <a:xfrm>
            <a:off x="435006" y="899984"/>
            <a:ext cx="11321988" cy="532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Reducing The Number Of Variables</a:t>
            </a:r>
          </a:p>
          <a:p>
            <a:pPr algn="just"/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Sometimes you have too many variables and need to reduce the number because they don’t add new information to the model. </a:t>
            </a:r>
          </a:p>
          <a:p>
            <a:pPr algn="just"/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Having too many variables in your model makes the model difficult to handle, and certain techniques don’t perform well when you overload them with too many input variables. </a:t>
            </a:r>
          </a:p>
          <a:p>
            <a:pPr algn="just"/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instance, all the techniques based on a Euclidean distance perform well only up to 10 variables.</a:t>
            </a:r>
          </a:p>
          <a:p>
            <a:pPr algn="just"/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three dimensions we get Euclidean distance </a:t>
            </a:r>
          </a:p>
          <a:p>
            <a:pPr algn="just"/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scientists use special methods (Like principal component analysis (PCA)) to reduce the number of variables but retain the maximum amount of data.</a:t>
            </a:r>
          </a:p>
          <a:p>
            <a:pPr algn="just"/>
            <a:endParaRPr lang="en-US" sz="12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BE6E8A-F2E0-4252-A5C6-E79F46087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058" y="3700033"/>
            <a:ext cx="4410075" cy="42862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A172BC-E9B5-8EB8-8950-2A2CF73D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3366392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D0A6-8A92-4873-95A1-A9DF57578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06" y="277585"/>
            <a:ext cx="11141476" cy="739806"/>
          </a:xfrm>
        </p:spPr>
        <p:txBody>
          <a:bodyPr>
            <a:normAutofit/>
          </a:bodyPr>
          <a:lstStyle/>
          <a:p>
            <a:r>
              <a:rPr lang="en-US" b="1" dirty="0"/>
              <a:t>Transforming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B739B-C4A8-48CD-B30B-3EDA68D8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24</a:t>
            </a:fld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0F84BF0-5D76-4A51-A649-AA6DC51084DF}"/>
              </a:ext>
            </a:extLst>
          </p:cNvPr>
          <p:cNvSpPr txBox="1">
            <a:spLocks/>
          </p:cNvSpPr>
          <p:nvPr/>
        </p:nvSpPr>
        <p:spPr>
          <a:xfrm>
            <a:off x="435006" y="899984"/>
            <a:ext cx="11321988" cy="532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1200" i="1" dirty="0">
              <a:solidFill>
                <a:srgbClr val="000000"/>
              </a:solidFill>
              <a:latin typeface="NewBaskerville-Italic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BE6E8A-F2E0-4252-A5C6-E79F46087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259" y="3725432"/>
            <a:ext cx="4410075" cy="4286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26B4B3-3C24-4E0C-9D9C-2D118F29C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854" y="1017391"/>
            <a:ext cx="8959997" cy="54406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11056C-AF7E-54FF-4998-52E563DED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121016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C07C7-26AE-465B-A690-3052DD508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Turning Variables into Dummies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3222B-B225-4F59-BB81-A6DBDB338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1" y="1398589"/>
            <a:ext cx="7035799" cy="388077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can be turned into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dummy variables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(figure 2.13).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Dummy variables can only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two values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true(1) or false(0).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They’re used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 the absence of a categorical eff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ect that may explain the observation. In this case you’ll make separate columns for the classes stored in one variable and indicate it with 1 if the class is present and 0 otherwise.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example is turning one column named Weekdays into the columns Monday through Sunday. You use an indicator to show if the observation was on a Monday; you put 1 on Monday and 0 elsewhere.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Turning variables into dummies is a technique that’s used in modeling and is popular with, but not exclusive to, economists.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AEF1C-F0DA-48BA-91F1-D404FD90A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E7B412-7047-434A-A972-E9E54D8B57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1974"/>
          <a:stretch/>
        </p:blipFill>
        <p:spPr>
          <a:xfrm>
            <a:off x="7519431" y="3686334"/>
            <a:ext cx="4672569" cy="318605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BDE07-3033-4273-AD6B-F5BAEE26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399693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C07C7-26AE-465B-A690-3052DD508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118" y="335228"/>
            <a:ext cx="11464752" cy="783703"/>
          </a:xfrm>
        </p:spPr>
        <p:txBody>
          <a:bodyPr/>
          <a:lstStyle/>
          <a:p>
            <a:r>
              <a:rPr lang="en-US" dirty="0"/>
              <a:t>Step4: 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3222B-B225-4F59-BB81-A6DBDB338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118" y="1118930"/>
            <a:ext cx="6049788" cy="5403841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During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you take a deep dive into the data (see figure 2.14).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becomes much easier to grasp when shown in a picture, therefore you mainly use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graphical techniques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gain an understanding of your data and the interactions between variables. 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goal isn’t to cleanse the data, but it’s common that you’ll still discover anomalies you missed before, forcing you to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 a step back and fix them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AEF1C-F0DA-48BA-91F1-D404FD90A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45759B-86DF-468A-90B4-E8F15F0BD6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624" t="39850" r="38194"/>
          <a:stretch/>
        </p:blipFill>
        <p:spPr>
          <a:xfrm>
            <a:off x="6356906" y="1300247"/>
            <a:ext cx="5414964" cy="4742264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C58D3-B4EA-0C7F-17FD-4637817A4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3189935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C07C7-26AE-465B-A690-3052DD508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118" y="335228"/>
            <a:ext cx="11464752" cy="783703"/>
          </a:xfrm>
        </p:spPr>
        <p:txBody>
          <a:bodyPr/>
          <a:lstStyle/>
          <a:p>
            <a:r>
              <a:rPr lang="en-US" dirty="0"/>
              <a:t>Step4: Exploratory data analysis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8526" y="1347245"/>
            <a:ext cx="8829299" cy="505924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AEF1C-F0DA-48BA-91F1-D404FD90A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27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83835D-9C06-9FB6-2AE5-E259093D3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22980531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C07C7-26AE-465B-A690-3052DD508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118" y="335228"/>
            <a:ext cx="11464752" cy="783703"/>
          </a:xfrm>
        </p:spPr>
        <p:txBody>
          <a:bodyPr/>
          <a:lstStyle/>
          <a:p>
            <a:r>
              <a:rPr lang="en-US" dirty="0"/>
              <a:t>Step4: Exploratory data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AEF1C-F0DA-48BA-91F1-D404FD90A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28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603" y="1328418"/>
            <a:ext cx="6017274" cy="536494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76B65-5DAA-C3A3-BCDB-D977D1958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26253540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920209C-E85B-4D6F-A56F-724F5ADA8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125522E-1DFD-4F78-912B-B922A2D39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DA72C10-FE9D-49B3-80CB-A7EE8BCB3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23">
              <a:extLst>
                <a:ext uri="{FF2B5EF4-FFF2-40B4-BE49-F238E27FC236}">
                  <a16:creationId xmlns:a16="http://schemas.microsoft.com/office/drawing/2014/main" id="{6E7DF470-1055-45E4-AB9D-11E42EC53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5">
              <a:extLst>
                <a:ext uri="{FF2B5EF4-FFF2-40B4-BE49-F238E27FC236}">
                  <a16:creationId xmlns:a16="http://schemas.microsoft.com/office/drawing/2014/main" id="{6AA35CFF-3837-4B7F-B875-718AC2E14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62F41804-A347-47E3-8BD8-BD00CF2F6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7">
              <a:extLst>
                <a:ext uri="{FF2B5EF4-FFF2-40B4-BE49-F238E27FC236}">
                  <a16:creationId xmlns:a16="http://schemas.microsoft.com/office/drawing/2014/main" id="{76894B81-EE9C-4546-BCFA-DD9ED2C0A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8">
              <a:extLst>
                <a:ext uri="{FF2B5EF4-FFF2-40B4-BE49-F238E27FC236}">
                  <a16:creationId xmlns:a16="http://schemas.microsoft.com/office/drawing/2014/main" id="{3AF181D1-71AC-43D8-A6E1-D4C488D5DC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9">
              <a:extLst>
                <a:ext uri="{FF2B5EF4-FFF2-40B4-BE49-F238E27FC236}">
                  <a16:creationId xmlns:a16="http://schemas.microsoft.com/office/drawing/2014/main" id="{4132D661-917C-4D2D-8E37-8590B55D9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7969643D-8B71-434D-A235-68CB241F9D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DF15C24A-4BCF-47C0-B2FA-76A0EF3384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FDE254B-F540-493E-82D9-7E566D36F638}"/>
              </a:ext>
            </a:extLst>
          </p:cNvPr>
          <p:cNvSpPr txBox="1">
            <a:spLocks/>
          </p:cNvSpPr>
          <p:nvPr/>
        </p:nvSpPr>
        <p:spPr>
          <a:xfrm>
            <a:off x="1286933" y="609600"/>
            <a:ext cx="10197494" cy="1099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00">
              <a:spcAft>
                <a:spcPts val="600"/>
              </a:spcAft>
            </a:pPr>
            <a:r>
              <a:rPr lang="en-US" sz="3600"/>
              <a:t>Step5: Building a model</a:t>
            </a:r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9F5BCA-98F7-4C75-8915-5DD2187C9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4532" y="6182876"/>
            <a:ext cx="68333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C529A1F-6900-4D36-92AC-B7647C1D9DDB}" type="slidenum">
              <a:rPr lang="en-US" smtClean="0"/>
              <a:pPr>
                <a:spcAft>
                  <a:spcPts val="600"/>
                </a:spcAft>
              </a:pPr>
              <a:t>29</a:t>
            </a:fld>
            <a:endParaRPr lang="en-US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C8A08371-3402-A85F-B172-F9BBD4C539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4477719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63EFBE-D1DF-918F-F15C-0B8088A18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2355617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9F5BCA-98F7-4C75-8915-5DD2187C9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9A1F-6900-4D36-92AC-B7647C1D9DDB}" type="slidenum">
              <a:rPr lang="en-US" smtClean="0"/>
              <a:t>30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185DB4-52E2-415F-A87D-751FF70BA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460" y="1124924"/>
            <a:ext cx="5450971" cy="40757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FEF623E-276E-4C94-B375-DE117E46B0EA}"/>
              </a:ext>
            </a:extLst>
          </p:cNvPr>
          <p:cNvSpPr txBox="1"/>
          <p:nvPr/>
        </p:nvSpPr>
        <p:spPr>
          <a:xfrm>
            <a:off x="571500" y="797510"/>
            <a:ext cx="55245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estimate the models, we use 800 randomly chosen observations out of 1,000 (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 80%),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without showing the other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20%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 data to the model.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Once the model is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trained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we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values for the other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20%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 the variables based on those for which we already know the true value, and calculate the model error with an error measure.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Then we choose the model with the lowest error. In this example we chose model 1 because it has the lowest total error.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87EEE3-3D97-4862-9291-FB521B0D2B23}"/>
              </a:ext>
            </a:extLst>
          </p:cNvPr>
          <p:cNvSpPr txBox="1"/>
          <p:nvPr/>
        </p:nvSpPr>
        <p:spPr>
          <a:xfrm>
            <a:off x="257174" y="263455"/>
            <a:ext cx="7058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diagnostics and model comparison</a:t>
            </a:r>
            <a:endParaRPr lang="en-US" sz="2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DF8953-12C8-14BF-F2F9-38851F0D1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39709526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0C07C7-26AE-465B-A690-3052DD508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950" y="1179151"/>
            <a:ext cx="3300646" cy="4463889"/>
          </a:xfrm>
        </p:spPr>
        <p:txBody>
          <a:bodyPr anchor="ctr">
            <a:normAutofit/>
          </a:bodyPr>
          <a:lstStyle/>
          <a:p>
            <a:r>
              <a:rPr lang="en-US"/>
              <a:t>Step 6: Presenting findings and building applications</a:t>
            </a:r>
            <a:br>
              <a:rPr lang="en-US"/>
            </a:br>
            <a:r>
              <a:rPr lang="en-US"/>
              <a:t>on top of them</a:t>
            </a: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6670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3222B-B225-4F59-BB81-A6DBDB338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918" y="1109145"/>
            <a:ext cx="6341016" cy="4603900"/>
          </a:xfrm>
        </p:spPr>
        <p:txBody>
          <a:bodyPr anchor="ctr"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you’ve successfully analyzed the data and built a well-performing model, you’re ready to present your findings to the world</a:t>
            </a:r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64139" y="0"/>
            <a:ext cx="842596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AEF1C-F0DA-48BA-91F1-D404FD90A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529A1F-6900-4D36-92AC-B7647C1D9DDB}" type="slidenum">
              <a:rPr lang="en-US" smtClean="0"/>
              <a:pPr>
                <a:spcAft>
                  <a:spcPts val="600"/>
                </a:spcAft>
              </a:pPr>
              <a:t>31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D2C2F-1560-8BF8-0A91-6CDF4C538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4546477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DD733AE-DD5E-4C77-8BCD-72BF12A06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1DE90A4-932E-4370-BA07-30F43254C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A19CA4A-B208-452A-8BE4-BC6940D33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id="{B74F8D3E-E618-4DE3-A0CC-B4904BB5D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Rectangle 25">
              <a:extLst>
                <a:ext uri="{FF2B5EF4-FFF2-40B4-BE49-F238E27FC236}">
                  <a16:creationId xmlns:a16="http://schemas.microsoft.com/office/drawing/2014/main" id="{299DA406-C54B-4E31-867D-FAF8DCE70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A1E16883-5140-47C4-A9AD-AD6598AC3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Rectangle 27">
              <a:extLst>
                <a:ext uri="{FF2B5EF4-FFF2-40B4-BE49-F238E27FC236}">
                  <a16:creationId xmlns:a16="http://schemas.microsoft.com/office/drawing/2014/main" id="{4CD848DC-8A2A-4093-9BDD-7AF4B6A27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Rectangle 28">
              <a:extLst>
                <a:ext uri="{FF2B5EF4-FFF2-40B4-BE49-F238E27FC236}">
                  <a16:creationId xmlns:a16="http://schemas.microsoft.com/office/drawing/2014/main" id="{34635A4D-E9CE-4B78-912A-479EA451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Rectangle 29">
              <a:extLst>
                <a:ext uri="{FF2B5EF4-FFF2-40B4-BE49-F238E27FC236}">
                  <a16:creationId xmlns:a16="http://schemas.microsoft.com/office/drawing/2014/main" id="{D663A5EE-5581-44F3-8F98-688755F63E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B1E84E6A-F5AE-4F4D-98F2-82FE4FCC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4" name="Isosceles Triangle 43">
              <a:extLst>
                <a:ext uri="{FF2B5EF4-FFF2-40B4-BE49-F238E27FC236}">
                  <a16:creationId xmlns:a16="http://schemas.microsoft.com/office/drawing/2014/main" id="{DDE7DDC9-17D4-4686-833D-48F8733B4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80C07C7-26AE-465B-A690-3052DD508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AEF1C-F0DA-48BA-91F1-D404FD90A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529A1F-6900-4D36-92AC-B7647C1D9DDB}" type="slidenum">
              <a:rPr lang="en-US"/>
              <a:pPr>
                <a:spcAft>
                  <a:spcPts val="600"/>
                </a:spcAft>
              </a:pPr>
              <a:t>32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3222B-B225-4F59-BB81-A6DBDB338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lecture we covered following topics: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 research goal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Gathering data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Modeling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Presentation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506FF-6B12-5235-F89A-554F4C373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529677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1_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2680</TotalTime>
  <Words>2742</Words>
  <Application>Microsoft Office PowerPoint</Application>
  <PresentationFormat>Widescreen</PresentationFormat>
  <Paragraphs>248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32</vt:i4>
      </vt:variant>
    </vt:vector>
  </HeadingPairs>
  <TitlesOfParts>
    <vt:vector size="46" baseType="lpstr">
      <vt:lpstr>Arial</vt:lpstr>
      <vt:lpstr>Calibri</vt:lpstr>
      <vt:lpstr>Calibri Light</vt:lpstr>
      <vt:lpstr>Corbel</vt:lpstr>
      <vt:lpstr>FranklinGothic-DemiItal</vt:lpstr>
      <vt:lpstr>NewBaskerville-Italic</vt:lpstr>
      <vt:lpstr>NewBaskerville-Roman</vt:lpstr>
      <vt:lpstr>Times New Roman</vt:lpstr>
      <vt:lpstr>Trebuchet MS</vt:lpstr>
      <vt:lpstr>Wingdings</vt:lpstr>
      <vt:lpstr>Wingdings 3</vt:lpstr>
      <vt:lpstr>Custom Design</vt:lpstr>
      <vt:lpstr>Facet</vt:lpstr>
      <vt:lpstr>1_Facet</vt:lpstr>
      <vt:lpstr>Data Science Process Unit 02 Lecture 02 </vt:lpstr>
      <vt:lpstr>Contents</vt:lpstr>
      <vt:lpstr>Overview of the data science process </vt:lpstr>
      <vt:lpstr>Step 1: Defining research goals and creating a project charter </vt:lpstr>
      <vt:lpstr>PowerPoint Presentation</vt:lpstr>
      <vt:lpstr>Step 2: Retrieving data </vt:lpstr>
      <vt:lpstr>Step 2: Retrieving data </vt:lpstr>
      <vt:lpstr>Step 2: Retrieving data </vt:lpstr>
      <vt:lpstr>Step 3: Data Preparation: Data cleansing</vt:lpstr>
      <vt:lpstr>Step 3: Data Preparation: Data cleansing</vt:lpstr>
      <vt:lpstr>Step 3: Data Preparation: Data cleansing</vt:lpstr>
      <vt:lpstr>Step 3: Data Preparation: Data cleansing</vt:lpstr>
      <vt:lpstr>Step 3: Data Preparation: Data cleansing</vt:lpstr>
      <vt:lpstr>Step 3: Data Preparation: Data cleansing</vt:lpstr>
      <vt:lpstr>Step 3: Data Preparation: Data cleansing</vt:lpstr>
      <vt:lpstr>Step 3: Data Preparation: Data cleansing</vt:lpstr>
      <vt:lpstr>Step 3: Data Preparation: Data cleansing</vt:lpstr>
      <vt:lpstr>Combining data from different data sources</vt:lpstr>
      <vt:lpstr>Combining data from different data sources</vt:lpstr>
      <vt:lpstr>Combining data from different data sources</vt:lpstr>
      <vt:lpstr>Combining data from different data sources</vt:lpstr>
      <vt:lpstr>Transforming data</vt:lpstr>
      <vt:lpstr>Transforming data</vt:lpstr>
      <vt:lpstr>Transforming data</vt:lpstr>
      <vt:lpstr>Turning Variables into Dummies</vt:lpstr>
      <vt:lpstr>Step4: Exploratory data analysis</vt:lpstr>
      <vt:lpstr>Step4: Exploratory data analysis</vt:lpstr>
      <vt:lpstr>Step4: Exploratory data analysis</vt:lpstr>
      <vt:lpstr>PowerPoint Presentation</vt:lpstr>
      <vt:lpstr>PowerPoint Presentation</vt:lpstr>
      <vt:lpstr>Step 6: Presenting findings and building applications on top of them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</dc:title>
  <dc:creator>SIBAU</dc:creator>
  <cp:lastModifiedBy>Muhammad Ismail Mangrio</cp:lastModifiedBy>
  <cp:revision>294</cp:revision>
  <dcterms:created xsi:type="dcterms:W3CDTF">2021-02-15T05:10:53Z</dcterms:created>
  <dcterms:modified xsi:type="dcterms:W3CDTF">2025-09-24T13:44:17Z</dcterms:modified>
</cp:coreProperties>
</file>